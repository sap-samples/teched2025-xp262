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customXml/itemProps6.xml" ContentType="application/vnd.openxmlformats-officedocument.customXmlProperties+xml"/>
  <Override PartName="/customXml/itemProps7.xml" ContentType="application/vnd.openxmlformats-officedocument.customXmlProperties+xml"/>
  <Override PartName="/customXml/itemProps8.xml" ContentType="application/vnd.openxmlformats-officedocument.customXmlProperties+xml"/>
  <Override PartName="/customXml/itemProps9.xml" ContentType="application/vnd.openxmlformats-officedocument.customXmlProperties+xml"/>
  <Override PartName="/customXml/itemProps10.xml" ContentType="application/vnd.openxmlformats-officedocument.customXmlProperties+xml"/>
  <Override PartName="/customXml/itemProps11.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heme/themeOverride1.xml" ContentType="application/vnd.openxmlformats-officedocument.themeOverride+xml"/>
  <Override PartName="/ppt/theme/themeOverride2.xml" ContentType="application/vnd.openxmlformats-officedocument.themeOverride+xml"/>
  <Override PartName="/ppt/theme/themeOverride3.xml" ContentType="application/vnd.openxmlformats-officedocument.themeOverride+xml"/>
  <Override PartName="/ppt/theme/themeOverride4.xml" ContentType="application/vnd.openxmlformats-officedocument.themeOverride+xml"/>
  <Override PartName="/ppt/theme/themeOverride5.xml" ContentType="application/vnd.openxmlformats-officedocument.themeOverride+xml"/>
  <Override PartName="/ppt/theme/themeOverride6.xml" ContentType="application/vnd.openxmlformats-officedocument.themeOverride+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tags/tag125.xml" ContentType="application/vnd.openxmlformats-officedocument.presentationml.tags+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7" Type="http://schemas.microsoft.com/office/2020/02/relationships/classificationlabels" Target="docMetadata/LabelInfo.xml"/><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33" r:id="rId12"/>
  </p:sldMasterIdLst>
  <p:notesMasterIdLst>
    <p:notesMasterId r:id="rId43"/>
  </p:notesMasterIdLst>
  <p:handoutMasterIdLst>
    <p:handoutMasterId r:id="rId44"/>
  </p:handoutMasterIdLst>
  <p:sldIdLst>
    <p:sldId id="2147483223" r:id="rId13"/>
    <p:sldId id="2147483254" r:id="rId14"/>
    <p:sldId id="2147483265" r:id="rId15"/>
    <p:sldId id="2147483627" r:id="rId16"/>
    <p:sldId id="2147483646" r:id="rId17"/>
    <p:sldId id="2147483628" r:id="rId18"/>
    <p:sldId id="2147483647" r:id="rId19"/>
    <p:sldId id="289" r:id="rId20"/>
    <p:sldId id="256" r:id="rId21"/>
    <p:sldId id="2147483217" r:id="rId22"/>
    <p:sldId id="2147483629" r:id="rId23"/>
    <p:sldId id="263" r:id="rId24"/>
    <p:sldId id="2147483631" r:id="rId25"/>
    <p:sldId id="264" r:id="rId26"/>
    <p:sldId id="9079" r:id="rId27"/>
    <p:sldId id="2145707077" r:id="rId28"/>
    <p:sldId id="2147479298" r:id="rId29"/>
    <p:sldId id="265" r:id="rId30"/>
    <p:sldId id="268" r:id="rId31"/>
    <p:sldId id="266" r:id="rId32"/>
    <p:sldId id="269" r:id="rId33"/>
    <p:sldId id="270" r:id="rId34"/>
    <p:sldId id="258" r:id="rId35"/>
    <p:sldId id="257" r:id="rId36"/>
    <p:sldId id="267" r:id="rId37"/>
    <p:sldId id="2147479322" r:id="rId38"/>
    <p:sldId id="2147483634" r:id="rId39"/>
    <p:sldId id="2147483642" r:id="rId40"/>
    <p:sldId id="2147483643" r:id="rId41"/>
    <p:sldId id="305" r:id="rId42"/>
  </p:sldIdLst>
  <p:sldSz cx="12195175" cy="6858000"/>
  <p:notesSz cx="6858000" cy="9144000"/>
  <p:custDataLst>
    <p:tags r:id="rId45"/>
  </p:custDataLst>
  <p:defaultTextStyle>
    <a:defPPr>
      <a:defRPr lang="de-DE"/>
    </a:defPPr>
    <a:lvl1pPr marL="0" algn="l" defTabSz="1088776" rtl="0" eaLnBrk="1" latinLnBrk="0" hangingPunct="1">
      <a:defRPr lang="de-DE" sz="2100" kern="1200">
        <a:solidFill>
          <a:schemeClr val="tx1"/>
        </a:solidFill>
        <a:latin typeface="Arial"/>
        <a:ea typeface="+mn-ea"/>
        <a:cs typeface="+mn-cs"/>
      </a:defRPr>
    </a:lvl1pPr>
    <a:lvl2pPr marL="544388" algn="l" defTabSz="1088776" rtl="0" eaLnBrk="1" latinLnBrk="0" hangingPunct="1">
      <a:buClr>
        <a:srgbClr val="FDB913"/>
      </a:buClr>
      <a:buSzPct val="100000"/>
      <a:buFont typeface="wingdings"/>
      <a:buChar char=""/>
      <a:defRPr lang="de-DE" sz="2100" kern="1200">
        <a:solidFill>
          <a:schemeClr val="tx1"/>
        </a:solidFill>
        <a:latin typeface="Arial"/>
        <a:ea typeface="+mn-ea"/>
        <a:cs typeface="+mn-cs"/>
      </a:defRPr>
    </a:lvl2pPr>
    <a:lvl3pPr marL="1088776" algn="l" defTabSz="1088776" rtl="0" eaLnBrk="1" latinLnBrk="0" hangingPunct="1">
      <a:buClr>
        <a:srgbClr val="666666"/>
      </a:buClr>
      <a:buSzPct val="80000"/>
      <a:buFont typeface="Wingdings"/>
      <a:buChar char="n"/>
      <a:defRPr lang="de-DE" sz="1700" kern="1200">
        <a:solidFill>
          <a:schemeClr val="tx1"/>
        </a:solidFill>
        <a:latin typeface="Arial"/>
        <a:ea typeface="+mn-ea"/>
        <a:cs typeface="+mn-cs"/>
      </a:defRPr>
    </a:lvl3pPr>
    <a:lvl4pPr marL="1633164" algn="l" defTabSz="1088776" rtl="0" eaLnBrk="1" latinLnBrk="0" hangingPunct="1">
      <a:buClr>
        <a:srgbClr val="666666"/>
      </a:buClr>
      <a:buSzPct val="80000"/>
      <a:buFont typeface="Arial"/>
      <a:buChar char=""/>
      <a:defRPr lang="de-DE" sz="1400" kern="1200">
        <a:solidFill>
          <a:schemeClr val="tx1"/>
        </a:solidFill>
        <a:latin typeface="Arial"/>
        <a:ea typeface="+mn-ea"/>
        <a:cs typeface="+mn-cs"/>
      </a:defRPr>
    </a:lvl4pPr>
    <a:lvl5pPr marL="2177552" algn="l" defTabSz="1088776" rtl="0" eaLnBrk="1" latinLnBrk="0" hangingPunct="1">
      <a:buClr>
        <a:srgbClr val="666666"/>
      </a:buClr>
      <a:buSzPct val="80000"/>
      <a:buFont typeface="Arial"/>
      <a:buChar char=""/>
      <a:defRPr lang="de-DE" sz="1200" kern="1200">
        <a:solidFill>
          <a:schemeClr val="tx1"/>
        </a:solidFill>
        <a:latin typeface="Arial"/>
        <a:ea typeface="+mn-ea"/>
        <a:cs typeface="+mn-cs"/>
      </a:defRPr>
    </a:lvl5pPr>
    <a:lvl6pPr marL="2721940" algn="l" defTabSz="1088776" rtl="0" eaLnBrk="1" latinLnBrk="0" hangingPunct="1">
      <a:defRPr sz="2100" kern="1200">
        <a:solidFill>
          <a:schemeClr val="tx1"/>
        </a:solidFill>
        <a:latin typeface="+mn-lt"/>
        <a:ea typeface="+mn-ea"/>
        <a:cs typeface="+mn-cs"/>
      </a:defRPr>
    </a:lvl6pPr>
    <a:lvl7pPr marL="3266328" algn="l" defTabSz="1088776" rtl="0" eaLnBrk="1" latinLnBrk="0" hangingPunct="1">
      <a:defRPr sz="2100" kern="1200">
        <a:solidFill>
          <a:schemeClr val="tx1"/>
        </a:solidFill>
        <a:latin typeface="+mn-lt"/>
        <a:ea typeface="+mn-ea"/>
        <a:cs typeface="+mn-cs"/>
      </a:defRPr>
    </a:lvl7pPr>
    <a:lvl8pPr marL="3810716" algn="l" defTabSz="1088776" rtl="0" eaLnBrk="1" latinLnBrk="0" hangingPunct="1">
      <a:defRPr sz="2100" kern="1200">
        <a:solidFill>
          <a:schemeClr val="tx1"/>
        </a:solidFill>
        <a:latin typeface="+mn-lt"/>
        <a:ea typeface="+mn-ea"/>
        <a:cs typeface="+mn-cs"/>
      </a:defRPr>
    </a:lvl8pPr>
    <a:lvl9pPr marL="4355104" algn="l" defTabSz="1088776" rtl="0" eaLnBrk="1" latinLnBrk="0" hangingPunct="1">
      <a:defRPr sz="2100" kern="1200">
        <a:solidFill>
          <a:schemeClr val="tx1"/>
        </a:solidFill>
        <a:latin typeface="+mn-lt"/>
        <a:ea typeface="+mn-ea"/>
        <a:cs typeface="+mn-cs"/>
      </a:defRPr>
    </a:lvl9pPr>
  </p:defaultTextStyle>
  <p:extLst>
    <p:ext uri="{EFAFB233-063F-42B5-8137-9DF3F51BA10A}">
      <p15:sldGuideLst xmlns:p15="http://schemas.microsoft.com/office/powerpoint/2012/main">
        <p15:guide id="2" orient="horz" pos="3294" userDrawn="1">
          <p15:clr>
            <a:srgbClr val="A4A3A4"/>
          </p15:clr>
        </p15:guide>
        <p15:guide id="3" pos="384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E75DE60F-F061-9186-C55D-060D315FF4C4}" name="Feng, Carol" initials="CF" userId="S::carol.feng01@sap.com::3fc581bf-0d26-4965-807f-00fa63ae760c" providerId="AD"/>
  <p188:author id="{BC6C5612-28C7-3751-1D41-096D80330BAE}" name="Matha, Marco" initials="M" userId="S::marco.matha@sap.com::8420c2ae-e31e-47f6-8fc9-180103c16cde" providerId="AD"/>
  <p188:author id="{B6EC8343-9CFC-03A5-80FF-91AD473335E8}" name="Hughes, Jamie" initials="JH" userId="S::jamie.hughes@sap.com::36cfe3be-5d77-46c3-bb00-4a5421f3e788" providerId="AD"/>
  <p188:author id="{5770498A-2AA0-5C4E-2767-32307344AD47}" name="Meagher, Jason" initials="MJ" userId="S::jason.meagher@sap.com::8df69b86-b6d1-4eb4-ac27-953ba6154118" providerId="AD"/>
  <p188:author id="{A0D2B7AF-1744-6A17-5999-E465F81803B5}" name="Bitz, Heidi" initials="HB" userId="S::heidi.bitz@sap.com::9967a29f-0951-4f19-aaf9-5b3fc039a285" providerId="AD"/>
  <p188:author id="{63B4E3E9-1F0E-BEB1-68BB-990E46E861E2}" name="Doreen Peters | ahorn. gmbh" initials="DP" userId="S::doreen@ahorngmbh.de::0c6c1e55-9a7d-45af-ad92-0b8be940a904" providerId="AD"/>
  <p188:author id="{36CCD9F5-6E60-7A73-1DCF-5563810D4955}" name="Maguire, Erin Rose (external - Service)" initials="MS" userId="S::erin.maguire@sap.com::31cd2fe5-b7ee-43ed-a3b6-34dde073ece3" providerId="AD"/>
  <p188:author id="{C20625FD-0F39-6CE0-C5B3-6DB553A9E917}" name="Krueger, Imke (external - Service)" initials="IK" userId="S::imke.krueger@sap.com::7a718e30-7757-4c5f-a851-fb217b5d2b30" providerId="AD"/>
</p188:authorLst>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8AF0"/>
    <a:srgbClr val="2CE0BF"/>
    <a:srgbClr val="016EFB"/>
    <a:srgbClr val="00278A"/>
    <a:srgbClr val="00144A"/>
    <a:srgbClr val="EBF8FF"/>
    <a:srgbClr val="FFFFFF"/>
    <a:srgbClr val="02414C"/>
    <a:srgbClr val="FFB300"/>
    <a:srgbClr val="D3B6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102DED4-1103-0143-BF04-1906E7909BE1}" v="551" dt="2025-09-17T11:40:03.661"/>
  </p1510:revLst>
</p1510:revInfo>
</file>

<file path=ppt/tableStyles.xml><?xml version="1.0" encoding="utf-8"?>
<a:tblStyleLst xmlns:a="http://schemas.openxmlformats.org/drawingml/2006/main" def="{2D5ABB26-0587-4C30-8999-92F81FD0307C}">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2485"/>
    <p:restoredTop sz="96625"/>
  </p:normalViewPr>
  <p:slideViewPr>
    <p:cSldViewPr snapToGrid="0">
      <p:cViewPr varScale="1">
        <p:scale>
          <a:sx n="151" d="100"/>
          <a:sy n="151" d="100"/>
        </p:scale>
        <p:origin x="208" y="352"/>
      </p:cViewPr>
      <p:guideLst>
        <p:guide orient="horz" pos="3294"/>
        <p:guide pos="3841"/>
      </p:guideLst>
    </p:cSldViewPr>
  </p:slideViewPr>
  <p:notesTextViewPr>
    <p:cViewPr>
      <p:scale>
        <a:sx n="1" d="1"/>
        <a:sy n="1" d="1"/>
      </p:scale>
      <p:origin x="0" y="0"/>
    </p:cViewPr>
  </p:notesTextViewPr>
  <p:sorterViewPr>
    <p:cViewPr>
      <p:scale>
        <a:sx n="1" d="1"/>
        <a:sy n="1" d="1"/>
      </p:scale>
      <p:origin x="0" y="0"/>
    </p:cViewPr>
  </p:sorterViewPr>
  <p:notesViewPr>
    <p:cSldViewPr snapToGrid="0">
      <p:cViewPr varScale="1">
        <p:scale>
          <a:sx n="155" d="100"/>
          <a:sy n="155" d="100"/>
        </p:scale>
        <p:origin x="4848" y="192"/>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xml"/><Relationship Id="rId18" Type="http://schemas.openxmlformats.org/officeDocument/2006/relationships/slide" Target="slides/slide6.xml"/><Relationship Id="rId26" Type="http://schemas.openxmlformats.org/officeDocument/2006/relationships/slide" Target="slides/slide14.xml"/><Relationship Id="rId39" Type="http://schemas.openxmlformats.org/officeDocument/2006/relationships/slide" Target="slides/slide27.xml"/><Relationship Id="rId21" Type="http://schemas.openxmlformats.org/officeDocument/2006/relationships/slide" Target="slides/slide9.xml"/><Relationship Id="rId34" Type="http://schemas.openxmlformats.org/officeDocument/2006/relationships/slide" Target="slides/slide22.xml"/><Relationship Id="rId42" Type="http://schemas.openxmlformats.org/officeDocument/2006/relationships/slide" Target="slides/slide30.xml"/><Relationship Id="rId47" Type="http://schemas.openxmlformats.org/officeDocument/2006/relationships/viewProps" Target="viewProps.xml"/><Relationship Id="rId50" Type="http://schemas.microsoft.com/office/2015/10/relationships/revisionInfo" Target="revisionInfo.xml"/><Relationship Id="rId7" Type="http://schemas.openxmlformats.org/officeDocument/2006/relationships/customXml" Target="../customXml/item7.xml"/><Relationship Id="rId2" Type="http://schemas.openxmlformats.org/officeDocument/2006/relationships/customXml" Target="../customXml/item2.xml"/><Relationship Id="rId16" Type="http://schemas.openxmlformats.org/officeDocument/2006/relationships/slide" Target="slides/slide4.xml"/><Relationship Id="rId29" Type="http://schemas.openxmlformats.org/officeDocument/2006/relationships/slide" Target="slides/slide17.xml"/><Relationship Id="rId11" Type="http://schemas.openxmlformats.org/officeDocument/2006/relationships/customXml" Target="../customXml/item11.xml"/><Relationship Id="rId24" Type="http://schemas.openxmlformats.org/officeDocument/2006/relationships/slide" Target="slides/slide12.xml"/><Relationship Id="rId32" Type="http://schemas.openxmlformats.org/officeDocument/2006/relationships/slide" Target="slides/slide20.xml"/><Relationship Id="rId37" Type="http://schemas.openxmlformats.org/officeDocument/2006/relationships/slide" Target="slides/slide25.xml"/><Relationship Id="rId40" Type="http://schemas.openxmlformats.org/officeDocument/2006/relationships/slide" Target="slides/slide28.xml"/><Relationship Id="rId45" Type="http://schemas.openxmlformats.org/officeDocument/2006/relationships/tags" Target="tags/tag1.xml"/><Relationship Id="rId5" Type="http://schemas.openxmlformats.org/officeDocument/2006/relationships/customXml" Target="../customXml/item5.xml"/><Relationship Id="rId15" Type="http://schemas.openxmlformats.org/officeDocument/2006/relationships/slide" Target="slides/slide3.xml"/><Relationship Id="rId23" Type="http://schemas.openxmlformats.org/officeDocument/2006/relationships/slide" Target="slides/slide11.xml"/><Relationship Id="rId28" Type="http://schemas.openxmlformats.org/officeDocument/2006/relationships/slide" Target="slides/slide16.xml"/><Relationship Id="rId36" Type="http://schemas.openxmlformats.org/officeDocument/2006/relationships/slide" Target="slides/slide24.xml"/><Relationship Id="rId49" Type="http://schemas.openxmlformats.org/officeDocument/2006/relationships/tableStyles" Target="tableStyles.xml"/><Relationship Id="rId10" Type="http://schemas.openxmlformats.org/officeDocument/2006/relationships/customXml" Target="../customXml/item10.xml"/><Relationship Id="rId19" Type="http://schemas.openxmlformats.org/officeDocument/2006/relationships/slide" Target="slides/slide7.xml"/><Relationship Id="rId31" Type="http://schemas.openxmlformats.org/officeDocument/2006/relationships/slide" Target="slides/slide19.xml"/><Relationship Id="rId44" Type="http://schemas.openxmlformats.org/officeDocument/2006/relationships/handoutMaster" Target="handoutMasters/handoutMaster1.xml"/><Relationship Id="rId4" Type="http://schemas.openxmlformats.org/officeDocument/2006/relationships/customXml" Target="../customXml/item4.xml"/><Relationship Id="rId9" Type="http://schemas.openxmlformats.org/officeDocument/2006/relationships/customXml" Target="../customXml/item9.xml"/><Relationship Id="rId14" Type="http://schemas.openxmlformats.org/officeDocument/2006/relationships/slide" Target="slides/slide2.xml"/><Relationship Id="rId22" Type="http://schemas.openxmlformats.org/officeDocument/2006/relationships/slide" Target="slides/slide10.xml"/><Relationship Id="rId27" Type="http://schemas.openxmlformats.org/officeDocument/2006/relationships/slide" Target="slides/slide15.xml"/><Relationship Id="rId30" Type="http://schemas.openxmlformats.org/officeDocument/2006/relationships/slide" Target="slides/slide18.xml"/><Relationship Id="rId35" Type="http://schemas.openxmlformats.org/officeDocument/2006/relationships/slide" Target="slides/slide23.xml"/><Relationship Id="rId43" Type="http://schemas.openxmlformats.org/officeDocument/2006/relationships/notesMaster" Target="notesMasters/notesMaster1.xml"/><Relationship Id="rId48" Type="http://schemas.openxmlformats.org/officeDocument/2006/relationships/theme" Target="theme/theme1.xml"/><Relationship Id="rId8" Type="http://schemas.openxmlformats.org/officeDocument/2006/relationships/customXml" Target="../customXml/item8.xml"/><Relationship Id="rId51" Type="http://schemas.microsoft.com/office/2018/10/relationships/authors" Target="authors.xml"/><Relationship Id="rId3" Type="http://schemas.openxmlformats.org/officeDocument/2006/relationships/customXml" Target="../customXml/item3.xml"/><Relationship Id="rId12" Type="http://schemas.openxmlformats.org/officeDocument/2006/relationships/slideMaster" Target="slideMasters/slideMaster1.xml"/><Relationship Id="rId17" Type="http://schemas.openxmlformats.org/officeDocument/2006/relationships/slide" Target="slides/slide5.xml"/><Relationship Id="rId25" Type="http://schemas.openxmlformats.org/officeDocument/2006/relationships/slide" Target="slides/slide13.xml"/><Relationship Id="rId33" Type="http://schemas.openxmlformats.org/officeDocument/2006/relationships/slide" Target="slides/slide21.xml"/><Relationship Id="rId38" Type="http://schemas.openxmlformats.org/officeDocument/2006/relationships/slide" Target="slides/slide26.xml"/><Relationship Id="rId46" Type="http://schemas.openxmlformats.org/officeDocument/2006/relationships/presProps" Target="presProps.xml"/><Relationship Id="rId20" Type="http://schemas.openxmlformats.org/officeDocument/2006/relationships/slide" Target="slides/slide8.xml"/><Relationship Id="rId41" Type="http://schemas.openxmlformats.org/officeDocument/2006/relationships/slide" Target="slides/slide29.xml"/><Relationship Id="rId1" Type="http://schemas.openxmlformats.org/officeDocument/2006/relationships/customXml" Target="../customXml/item1.xml"/><Relationship Id="rId6" Type="http://schemas.openxmlformats.org/officeDocument/2006/relationships/customXml" Target="../customXml/item6.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5" name="Slide Number Placeholder 4"/>
          <p:cNvSpPr>
            <a:spLocks noGrp="1"/>
          </p:cNvSpPr>
          <p:nvPr>
            <p:ph type="sldNum" sz="quarter" idx="3"/>
          </p:nvPr>
        </p:nvSpPr>
        <p:spPr>
          <a:xfrm>
            <a:off x="1943100" y="8685213"/>
            <a:ext cx="2971800" cy="457200"/>
          </a:xfrm>
          <a:prstGeom prst="rect">
            <a:avLst/>
          </a:prstGeom>
        </p:spPr>
        <p:txBody>
          <a:bodyPr vert="horz" lIns="91440" tIns="45720" rIns="91440" bIns="45720" rtlCol="0" anchor="b"/>
          <a:lstStyle>
            <a:lvl1pPr algn="r">
              <a:defRPr sz="1200"/>
            </a:lvl1pPr>
          </a:lstStyle>
          <a:p>
            <a:pPr algn="ctr"/>
            <a:fld id="{47855BD9-AF71-426C-9B9B-B0E52B88852E}" type="slidenum">
              <a:rPr lang="de-DE" sz="1000" smtClean="0">
                <a:latin typeface="72 Brand" panose="020B0504030603020204" pitchFamily="34" charset="0"/>
              </a:rPr>
              <a:pPr algn="ctr"/>
              <a:t>‹Nr.›</a:t>
            </a:fld>
            <a:endParaRPr lang="de-DE" sz="1000">
              <a:latin typeface="72 Brand" panose="020B0504030603020204" pitchFamily="34" charset="0"/>
            </a:endParaRPr>
          </a:p>
        </p:txBody>
      </p:sp>
    </p:spTree>
    <p:extLst>
      <p:ext uri="{BB962C8B-B14F-4D97-AF65-F5344CB8AC3E}">
        <p14:creationId xmlns:p14="http://schemas.microsoft.com/office/powerpoint/2010/main" val="235993245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Slide Image Placeholder 3"/>
          <p:cNvSpPr>
            <a:spLocks noGrp="1" noRot="1" noChangeAspect="1"/>
          </p:cNvSpPr>
          <p:nvPr>
            <p:ph type="sldImg" idx="2"/>
          </p:nvPr>
        </p:nvSpPr>
        <p:spPr>
          <a:xfrm>
            <a:off x="547688" y="612775"/>
            <a:ext cx="5762625" cy="3241675"/>
          </a:xfrm>
          <a:prstGeom prst="rect">
            <a:avLst/>
          </a:prstGeom>
          <a:noFill/>
          <a:ln w="12700">
            <a:solidFill>
              <a:prstClr val="black"/>
            </a:solidFill>
          </a:ln>
        </p:spPr>
        <p:txBody>
          <a:bodyPr vert="horz" lIns="91440" tIns="45720" rIns="91440" bIns="45720" rtlCol="0" anchor="ctr"/>
          <a:lstStyle/>
          <a:p>
            <a:endParaRPr lang="de-DE"/>
          </a:p>
        </p:txBody>
      </p:sp>
      <p:sp>
        <p:nvSpPr>
          <p:cNvPr id="5" name="Notes Placeholder 4"/>
          <p:cNvSpPr>
            <a:spLocks noGrp="1"/>
          </p:cNvSpPr>
          <p:nvPr>
            <p:ph type="body" sz="quarter" idx="3"/>
          </p:nvPr>
        </p:nvSpPr>
        <p:spPr>
          <a:xfrm>
            <a:off x="549000" y="4120162"/>
            <a:ext cx="5760000" cy="4563560"/>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p:txBody>
      </p:sp>
      <p:sp>
        <p:nvSpPr>
          <p:cNvPr id="7" name="Slide Number Placeholder 6"/>
          <p:cNvSpPr>
            <a:spLocks noGrp="1"/>
          </p:cNvSpPr>
          <p:nvPr>
            <p:ph type="sldNum" sz="quarter" idx="5"/>
          </p:nvPr>
        </p:nvSpPr>
        <p:spPr>
          <a:xfrm>
            <a:off x="2957512" y="8935722"/>
            <a:ext cx="942976" cy="205358"/>
          </a:xfrm>
          <a:prstGeom prst="rect">
            <a:avLst/>
          </a:prstGeom>
        </p:spPr>
        <p:txBody>
          <a:bodyPr vert="horz" lIns="91440" tIns="45720" rIns="91440" bIns="45720" rtlCol="0" anchor="b"/>
          <a:lstStyle>
            <a:lvl1pPr algn="ctr">
              <a:defRPr sz="800" b="0" i="0">
                <a:latin typeface="72 Brand" panose="020B0504030603020204" pitchFamily="34" charset="0"/>
              </a:defRPr>
            </a:lvl1pPr>
          </a:lstStyle>
          <a:p>
            <a:fld id="{7D8C2C35-2B8A-446E-BEC0-FD36716C29AC}" type="slidenum">
              <a:rPr lang="en-DE" smtClean="0"/>
              <a:pPr/>
              <a:t>‹Nr.›</a:t>
            </a:fld>
            <a:endParaRPr lang="en-DE"/>
          </a:p>
        </p:txBody>
      </p:sp>
    </p:spTree>
    <p:extLst>
      <p:ext uri="{BB962C8B-B14F-4D97-AF65-F5344CB8AC3E}">
        <p14:creationId xmlns:p14="http://schemas.microsoft.com/office/powerpoint/2010/main" val="2847385487"/>
      </p:ext>
    </p:extLst>
  </p:cSld>
  <p:clrMap bg1="lt1" tx1="dk1" bg2="lt2" tx2="dk2" accent1="accent1" accent2="accent2" accent3="accent3" accent4="accent4" accent5="accent5" accent6="accent6" hlink="hlink" folHlink="folHlink"/>
  <p:notesStyle>
    <a:lvl1pPr marL="0" algn="l" defTabSz="1088776" rtl="0" eaLnBrk="1" latinLnBrk="0" hangingPunct="1">
      <a:defRPr sz="1400" b="0" i="0" kern="1200">
        <a:solidFill>
          <a:schemeClr val="tx1"/>
        </a:solidFill>
        <a:latin typeface="72 Brand" panose="020B0504030603020204" pitchFamily="34" charset="0"/>
        <a:ea typeface="+mn-ea"/>
        <a:cs typeface="+mn-cs"/>
      </a:defRPr>
    </a:lvl1pPr>
    <a:lvl2pPr marL="180000" indent="-180000" algn="l" defTabSz="1088776" rtl="0" eaLnBrk="1" latinLnBrk="0" hangingPunct="1">
      <a:buClr>
        <a:schemeClr val="accent1"/>
      </a:buClr>
      <a:buSzPct val="100000"/>
      <a:buFont typeface="Wingdings" pitchFamily="2" charset="2"/>
      <a:buChar char=""/>
      <a:defRPr sz="1400" b="0" i="0" kern="1200">
        <a:solidFill>
          <a:schemeClr val="tx1"/>
        </a:solidFill>
        <a:latin typeface="72 Brand" panose="020B0504030603020204" pitchFamily="34" charset="0"/>
        <a:ea typeface="+mn-ea"/>
        <a:cs typeface="+mn-cs"/>
      </a:defRPr>
    </a:lvl2pPr>
    <a:lvl3pPr marL="360000" indent="-180000" algn="l" defTabSz="1088776" rtl="0" eaLnBrk="1" latinLnBrk="0" hangingPunct="1">
      <a:buClr>
        <a:schemeClr val="accent2"/>
      </a:buClr>
      <a:buSzPct val="80000"/>
      <a:buFont typeface="Symbol" pitchFamily="18" charset="2"/>
      <a:buChar char="-"/>
      <a:defRPr sz="1200" b="0" i="0" kern="1200">
        <a:solidFill>
          <a:schemeClr val="tx1"/>
        </a:solidFill>
        <a:latin typeface="72 Brand" panose="020B0504030603020204" pitchFamily="34" charset="0"/>
        <a:ea typeface="+mn-ea"/>
        <a:cs typeface="+mn-cs"/>
      </a:defRPr>
    </a:lvl3pPr>
    <a:lvl4pPr marL="674815" indent="-158780" algn="l" defTabSz="1088776" rtl="0" eaLnBrk="1" latinLnBrk="0" hangingPunct="1">
      <a:buClr>
        <a:schemeClr val="accent2"/>
      </a:buClr>
      <a:buFont typeface="Arial" pitchFamily="34" charset="0"/>
      <a:buChar char="–"/>
      <a:defRPr sz="1200" kern="1200">
        <a:solidFill>
          <a:schemeClr val="tx1"/>
        </a:solidFill>
        <a:latin typeface="+mn-lt"/>
        <a:ea typeface="+mn-ea"/>
        <a:cs typeface="+mn-cs"/>
      </a:defRPr>
    </a:lvl4pPr>
    <a:lvl5pPr marL="2177552" algn="l" defTabSz="1088776" rtl="0" eaLnBrk="1" latinLnBrk="0" hangingPunct="1">
      <a:defRPr sz="1400" kern="1200">
        <a:solidFill>
          <a:schemeClr val="tx1"/>
        </a:solidFill>
        <a:latin typeface="+mn-lt"/>
        <a:ea typeface="+mn-ea"/>
        <a:cs typeface="+mn-cs"/>
      </a:defRPr>
    </a:lvl5pPr>
    <a:lvl6pPr marL="2721940" algn="l" defTabSz="1088776" rtl="0" eaLnBrk="1" latinLnBrk="0" hangingPunct="1">
      <a:defRPr sz="1400" kern="1200">
        <a:solidFill>
          <a:schemeClr val="tx1"/>
        </a:solidFill>
        <a:latin typeface="+mn-lt"/>
        <a:ea typeface="+mn-ea"/>
        <a:cs typeface="+mn-cs"/>
      </a:defRPr>
    </a:lvl6pPr>
    <a:lvl7pPr marL="3266328" algn="l" defTabSz="1088776" rtl="0" eaLnBrk="1" latinLnBrk="0" hangingPunct="1">
      <a:defRPr sz="1400" kern="1200">
        <a:solidFill>
          <a:schemeClr val="tx1"/>
        </a:solidFill>
        <a:latin typeface="+mn-lt"/>
        <a:ea typeface="+mn-ea"/>
        <a:cs typeface="+mn-cs"/>
      </a:defRPr>
    </a:lvl7pPr>
    <a:lvl8pPr marL="3810716" algn="l" defTabSz="1088776" rtl="0" eaLnBrk="1" latinLnBrk="0" hangingPunct="1">
      <a:defRPr sz="1400" kern="1200">
        <a:solidFill>
          <a:schemeClr val="tx1"/>
        </a:solidFill>
        <a:latin typeface="+mn-lt"/>
        <a:ea typeface="+mn-ea"/>
        <a:cs typeface="+mn-cs"/>
      </a:defRPr>
    </a:lvl8pPr>
    <a:lvl9pPr marL="4355104" algn="l" defTabSz="1088776" rtl="0" eaLnBrk="1" latinLnBrk="0" hangingPunct="1">
      <a:defRPr sz="14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7D8C2C35-2B8A-446E-BEC0-FD36716C29AC}" type="slidenum">
              <a:rPr lang="de-DE" smtClean="0"/>
              <a:pPr/>
              <a:t>2</a:t>
            </a:fld>
            <a:endParaRPr lang="de-DE"/>
          </a:p>
        </p:txBody>
      </p:sp>
      <p:sp>
        <p:nvSpPr>
          <p:cNvPr id="9" name="Slide Image Placeholder 8"/>
          <p:cNvSpPr>
            <a:spLocks noGrp="1" noRot="1" noChangeAspect="1"/>
          </p:cNvSpPr>
          <p:nvPr>
            <p:ph type="sldImg"/>
          </p:nvPr>
        </p:nvSpPr>
        <p:spPr>
          <a:xfrm>
            <a:off x="547688" y="612775"/>
            <a:ext cx="5762625" cy="3241675"/>
          </a:xfrm>
        </p:spPr>
        <p:txBody>
          <a:bodyPr/>
          <a:lstStyle/>
          <a:p>
            <a:endParaRPr lang="de-DE"/>
          </a:p>
        </p:txBody>
      </p:sp>
      <p:sp>
        <p:nvSpPr>
          <p:cNvPr id="10" name="Notes Placeholder 9"/>
          <p:cNvSpPr>
            <a:spLocks noGrp="1"/>
          </p:cNvSpPr>
          <p:nvPr>
            <p:ph type="body" idx="1"/>
          </p:nvPr>
        </p:nvSpPr>
        <p:spPr/>
        <p:txBody>
          <a:bodyPr>
            <a:normAutofit/>
          </a:bodyPr>
          <a:lstStyle/>
          <a:p>
            <a:endParaRPr lang="en-US"/>
          </a:p>
        </p:txBody>
      </p:sp>
    </p:spTree>
    <p:extLst>
      <p:ext uri="{BB962C8B-B14F-4D97-AF65-F5344CB8AC3E}">
        <p14:creationId xmlns:p14="http://schemas.microsoft.com/office/powerpoint/2010/main" val="77177218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44463" y="390525"/>
            <a:ext cx="7146926" cy="4019550"/>
          </a:xfrm>
        </p:spPr>
        <p:txBody>
          <a:bodyPr/>
          <a:lstStyle/>
          <a:p>
            <a:endParaRPr lang="de-DE"/>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7D8C2C35-2B8A-446E-BEC0-FD36716C29AC}" type="slidenum">
              <a:rPr lang="de-DE" smtClean="0"/>
              <a:pPr/>
              <a:t>4</a:t>
            </a:fld>
            <a:endParaRPr lang="de-DE"/>
          </a:p>
        </p:txBody>
      </p:sp>
    </p:spTree>
    <p:extLst>
      <p:ext uri="{BB962C8B-B14F-4D97-AF65-F5344CB8AC3E}">
        <p14:creationId xmlns:p14="http://schemas.microsoft.com/office/powerpoint/2010/main" val="87411856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61EE76-C3B6-B2A9-064C-754DB3F8FDC4}"/>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0279D6B6-D29D-3DF7-D65E-13E378547A54}"/>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717DFB47-142E-3283-0216-C0BEE74DC5C1}"/>
              </a:ext>
            </a:extLst>
          </p:cNvPr>
          <p:cNvSpPr>
            <a:spLocks noGrp="1"/>
          </p:cNvSpPr>
          <p:nvPr>
            <p:ph type="body" idx="1"/>
          </p:nvPr>
        </p:nvSpPr>
        <p:spPr/>
        <p:txBody>
          <a:bodyPr/>
          <a:lstStyle/>
          <a:p>
            <a:endParaRPr lang="de-DE"/>
          </a:p>
        </p:txBody>
      </p:sp>
      <p:sp>
        <p:nvSpPr>
          <p:cNvPr id="4" name="Foliennummernplatzhalter 3">
            <a:extLst>
              <a:ext uri="{FF2B5EF4-FFF2-40B4-BE49-F238E27FC236}">
                <a16:creationId xmlns:a16="http://schemas.microsoft.com/office/drawing/2014/main" id="{6ECE5248-A9F7-9528-81CF-3C9B5B4DF9B1}"/>
              </a:ext>
            </a:extLst>
          </p:cNvPr>
          <p:cNvSpPr>
            <a:spLocks noGrp="1"/>
          </p:cNvSpPr>
          <p:nvPr>
            <p:ph type="sldNum" sz="quarter" idx="5"/>
          </p:nvPr>
        </p:nvSpPr>
        <p:spPr/>
        <p:txBody>
          <a:bodyPr/>
          <a:lstStyle/>
          <a:p>
            <a:pPr marL="0" marR="0" lvl="0" indent="0" algn="ctr" defTabSz="1088776" rtl="0" eaLnBrk="1" fontAlgn="auto" latinLnBrk="0" hangingPunct="1">
              <a:lnSpc>
                <a:spcPct val="100000"/>
              </a:lnSpc>
              <a:spcBef>
                <a:spcPts val="0"/>
              </a:spcBef>
              <a:spcAft>
                <a:spcPts val="0"/>
              </a:spcAft>
              <a:buClrTx/>
              <a:buSzTx/>
              <a:buFontTx/>
              <a:buNone/>
              <a:tabLst/>
              <a:defRPr/>
            </a:pPr>
            <a:fld id="{7D8C2C35-2B8A-446E-BEC0-FD36716C29AC}" type="slidenum">
              <a:rPr kumimoji="0" lang="en-DE" sz="800" b="0" i="0" u="none" strike="noStrike" kern="1200" cap="none" spc="0" normalizeH="0" baseline="0" noProof="0" smtClean="0">
                <a:ln>
                  <a:noFill/>
                </a:ln>
                <a:solidFill>
                  <a:srgbClr val="000000"/>
                </a:solidFill>
                <a:effectLst/>
                <a:uLnTx/>
                <a:uFillTx/>
                <a:latin typeface="Arial" panose="020B0604020202020204" pitchFamily="34" charset="0"/>
                <a:ea typeface="+mn-ea"/>
                <a:cs typeface="+mn-cs"/>
              </a:rPr>
              <a:pPr marL="0" marR="0" lvl="0" indent="0" algn="ctr" defTabSz="1088776" rtl="0" eaLnBrk="1" fontAlgn="auto" latinLnBrk="0" hangingPunct="1">
                <a:lnSpc>
                  <a:spcPct val="100000"/>
                </a:lnSpc>
                <a:spcBef>
                  <a:spcPts val="0"/>
                </a:spcBef>
                <a:spcAft>
                  <a:spcPts val="0"/>
                </a:spcAft>
                <a:buClrTx/>
                <a:buSzTx/>
                <a:buFontTx/>
                <a:buNone/>
                <a:tabLst/>
                <a:defRPr/>
              </a:pPr>
              <a:t>5</a:t>
            </a:fld>
            <a:endParaRPr kumimoji="0" lang="en-DE" sz="800" b="0" i="0" u="none" strike="noStrike" kern="1200" cap="none" spc="0" normalizeH="0" baseline="0" noProof="0">
              <a:ln>
                <a:noFill/>
              </a:ln>
              <a:solidFill>
                <a:srgbClr val="000000"/>
              </a:solidFill>
              <a:effectLst/>
              <a:uLnTx/>
              <a:uFillTx/>
              <a:latin typeface="Arial" panose="020B0604020202020204" pitchFamily="34" charset="0"/>
              <a:ea typeface="+mn-ea"/>
              <a:cs typeface="+mn-cs"/>
            </a:endParaRPr>
          </a:p>
        </p:txBody>
      </p:sp>
    </p:spTree>
    <p:extLst>
      <p:ext uri="{BB962C8B-B14F-4D97-AF65-F5344CB8AC3E}">
        <p14:creationId xmlns:p14="http://schemas.microsoft.com/office/powerpoint/2010/main" val="404372272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pPr marL="0" marR="0" lvl="0" indent="0" algn="l" defTabSz="1088776" rtl="0" eaLnBrk="1" fontAlgn="auto" latinLnBrk="0" hangingPunct="1">
              <a:lnSpc>
                <a:spcPct val="100000"/>
              </a:lnSpc>
              <a:spcBef>
                <a:spcPts val="0"/>
              </a:spcBef>
              <a:spcAft>
                <a:spcPts val="0"/>
              </a:spcAft>
              <a:buClrTx/>
              <a:buSzTx/>
              <a:buFontTx/>
              <a:buNone/>
              <a:tabLst/>
              <a:defRPr/>
            </a:pPr>
            <a:endParaRPr lang="en-US" b="0" i="0">
              <a:solidFill>
                <a:srgbClr val="3C3C3C"/>
              </a:solidFill>
              <a:effectLst/>
              <a:latin typeface="SAPRegular"/>
            </a:endParaRPr>
          </a:p>
        </p:txBody>
      </p:sp>
      <p:sp>
        <p:nvSpPr>
          <p:cNvPr id="4" name="Slide Number Placeholder 3"/>
          <p:cNvSpPr>
            <a:spLocks noGrp="1"/>
          </p:cNvSpPr>
          <p:nvPr>
            <p:ph type="sldNum" sz="quarter" idx="5"/>
          </p:nvPr>
        </p:nvSpPr>
        <p:spPr/>
        <p:txBody>
          <a:bodyPr/>
          <a:lstStyle/>
          <a:p>
            <a:pPr marL="0" marR="0" lvl="0" indent="0" algn="ctr" defTabSz="1088776" rtl="0" eaLnBrk="1" fontAlgn="auto" latinLnBrk="0" hangingPunct="1">
              <a:lnSpc>
                <a:spcPct val="100000"/>
              </a:lnSpc>
              <a:spcBef>
                <a:spcPts val="0"/>
              </a:spcBef>
              <a:spcAft>
                <a:spcPts val="0"/>
              </a:spcAft>
              <a:buClrTx/>
              <a:buSzTx/>
              <a:buFontTx/>
              <a:buNone/>
              <a:tabLst/>
              <a:defRPr/>
            </a:pPr>
            <a:fld id="{7D8C2C35-2B8A-446E-BEC0-FD36716C29AC}" type="slidenum">
              <a:rPr kumimoji="0" lang="de-DE" sz="800" b="0" i="0" u="none" strike="noStrike" kern="1200" cap="none" spc="0" normalizeH="0" baseline="0" noProof="0" smtClean="0">
                <a:ln>
                  <a:noFill/>
                </a:ln>
                <a:solidFill>
                  <a:srgbClr val="000000"/>
                </a:solidFill>
                <a:effectLst/>
                <a:uLnTx/>
                <a:uFillTx/>
                <a:latin typeface="Arial"/>
                <a:ea typeface="+mn-ea"/>
                <a:cs typeface="+mn-cs"/>
              </a:rPr>
              <a:pPr marL="0" marR="0" lvl="0" indent="0" algn="ctr" defTabSz="1088776" rtl="0" eaLnBrk="1" fontAlgn="auto" latinLnBrk="0" hangingPunct="1">
                <a:lnSpc>
                  <a:spcPct val="100000"/>
                </a:lnSpc>
                <a:spcBef>
                  <a:spcPts val="0"/>
                </a:spcBef>
                <a:spcAft>
                  <a:spcPts val="0"/>
                </a:spcAft>
                <a:buClrTx/>
                <a:buSzTx/>
                <a:buFontTx/>
                <a:buNone/>
                <a:tabLst/>
                <a:defRPr/>
              </a:pPr>
              <a:t>7</a:t>
            </a:fld>
            <a:endParaRPr kumimoji="0" lang="de-DE" sz="800" b="0" i="0" u="none" strike="noStrike" kern="1200" cap="none" spc="0" normalizeH="0" baseline="0" noProof="0">
              <a:ln>
                <a:noFill/>
              </a:ln>
              <a:solidFill>
                <a:srgbClr val="000000"/>
              </a:solidFill>
              <a:effectLst/>
              <a:uLnTx/>
              <a:uFillTx/>
              <a:latin typeface="Arial"/>
              <a:ea typeface="+mn-ea"/>
              <a:cs typeface="+mn-cs"/>
            </a:endParaRPr>
          </a:p>
        </p:txBody>
      </p:sp>
    </p:spTree>
    <p:extLst>
      <p:ext uri="{BB962C8B-B14F-4D97-AF65-F5344CB8AC3E}">
        <p14:creationId xmlns:p14="http://schemas.microsoft.com/office/powerpoint/2010/main" val="293565800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en-US"/>
              <a:t>https://</a:t>
            </a:r>
            <a:r>
              <a:rPr lang="en-US" err="1"/>
              <a:t>me.sap.com</a:t>
            </a:r>
            <a:r>
              <a:rPr lang="en-US"/>
              <a:t>/notes/3578329</a:t>
            </a:r>
          </a:p>
        </p:txBody>
      </p:sp>
      <p:sp>
        <p:nvSpPr>
          <p:cNvPr id="4" name="Foliennummernplatzhalter 3"/>
          <p:cNvSpPr>
            <a:spLocks noGrp="1"/>
          </p:cNvSpPr>
          <p:nvPr>
            <p:ph type="sldNum" sz="quarter" idx="5"/>
          </p:nvPr>
        </p:nvSpPr>
        <p:spPr/>
        <p:txBody>
          <a:bodyPr/>
          <a:lstStyle/>
          <a:p>
            <a:fld id="{6AF2345D-7833-5E40-B717-EC5A44ACDF82}" type="slidenum">
              <a:rPr lang="en-US" smtClean="0"/>
              <a:t>8</a:t>
            </a:fld>
            <a:endParaRPr lang="en-US"/>
          </a:p>
        </p:txBody>
      </p:sp>
    </p:spTree>
    <p:extLst>
      <p:ext uri="{BB962C8B-B14F-4D97-AF65-F5344CB8AC3E}">
        <p14:creationId xmlns:p14="http://schemas.microsoft.com/office/powerpoint/2010/main" val="192658652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1576E5-2CA0-8F15-4F7D-0A2608A32085}"/>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BA2C296C-DA80-1402-5E1F-9F69E7B2A5F9}"/>
              </a:ext>
            </a:extLst>
          </p:cNvPr>
          <p:cNvSpPr>
            <a:spLocks noGrp="1" noRot="1" noChangeAspect="1"/>
          </p:cNvSpPr>
          <p:nvPr>
            <p:ph type="sldImg"/>
          </p:nvPr>
        </p:nvSpPr>
        <p:spPr/>
        <p:txBody>
          <a:bodyPr/>
          <a:lstStyle/>
          <a:p>
            <a:endParaRPr lang="de-DE"/>
          </a:p>
        </p:txBody>
      </p:sp>
      <p:sp>
        <p:nvSpPr>
          <p:cNvPr id="3" name="Notizenplatzhalter 2">
            <a:extLst>
              <a:ext uri="{FF2B5EF4-FFF2-40B4-BE49-F238E27FC236}">
                <a16:creationId xmlns:a16="http://schemas.microsoft.com/office/drawing/2014/main" id="{16CB9EAC-ABD1-179B-4C24-0E2275830F5E}"/>
              </a:ext>
            </a:extLst>
          </p:cNvPr>
          <p:cNvSpPr>
            <a:spLocks noGrp="1"/>
          </p:cNvSpPr>
          <p:nvPr>
            <p:ph type="body" idx="1"/>
          </p:nvPr>
        </p:nvSpPr>
        <p:spPr/>
        <p:txBody>
          <a:bodyPr/>
          <a:lstStyle/>
          <a:p>
            <a:endParaRPr lang="en-US"/>
          </a:p>
        </p:txBody>
      </p:sp>
      <p:sp>
        <p:nvSpPr>
          <p:cNvPr id="4" name="Foliennummernplatzhalter 3">
            <a:extLst>
              <a:ext uri="{FF2B5EF4-FFF2-40B4-BE49-F238E27FC236}">
                <a16:creationId xmlns:a16="http://schemas.microsoft.com/office/drawing/2014/main" id="{2BF0C9C5-AC5A-27B6-2225-58E2353233F3}"/>
              </a:ext>
            </a:extLst>
          </p:cNvPr>
          <p:cNvSpPr>
            <a:spLocks noGrp="1"/>
          </p:cNvSpPr>
          <p:nvPr>
            <p:ph type="sldNum" sz="quarter" idx="5"/>
          </p:nvPr>
        </p:nvSpPr>
        <p:spPr/>
        <p:txBody>
          <a:bodyPr/>
          <a:lstStyle/>
          <a:p>
            <a:fld id="{7D8C2C35-2B8A-446E-BEC0-FD36716C29AC}" type="slidenum">
              <a:rPr lang="de-DE" smtClean="0"/>
              <a:pPr/>
              <a:t>13</a:t>
            </a:fld>
            <a:endParaRPr lang="de-DE"/>
          </a:p>
        </p:txBody>
      </p:sp>
    </p:spTree>
    <p:extLst>
      <p:ext uri="{BB962C8B-B14F-4D97-AF65-F5344CB8AC3E}">
        <p14:creationId xmlns:p14="http://schemas.microsoft.com/office/powerpoint/2010/main" val="132063355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de-DE"/>
          </a:p>
        </p:txBody>
      </p:sp>
      <p:sp>
        <p:nvSpPr>
          <p:cNvPr id="3" name="Notes Placeholder 2"/>
          <p:cNvSpPr>
            <a:spLocks noGrp="1"/>
          </p:cNvSpPr>
          <p:nvPr>
            <p:ph type="body" idx="1"/>
          </p:nvPr>
        </p:nvSpPr>
        <p:spPr/>
        <p:txBody>
          <a:bodyPr/>
          <a:lstStyle/>
          <a:p>
            <a:endParaRPr lang="en-US" noProof="0"/>
          </a:p>
        </p:txBody>
      </p:sp>
      <p:sp>
        <p:nvSpPr>
          <p:cNvPr id="4" name="Slide Number Placeholder 3"/>
          <p:cNvSpPr>
            <a:spLocks noGrp="1"/>
          </p:cNvSpPr>
          <p:nvPr>
            <p:ph type="sldNum" sz="quarter" idx="10"/>
          </p:nvPr>
        </p:nvSpPr>
        <p:spPr/>
        <p:txBody>
          <a:bodyPr/>
          <a:lstStyle/>
          <a:p>
            <a:pPr marL="0" marR="0" lvl="0" indent="0" algn="r" defTabSz="1220084" rtl="0" eaLnBrk="1" fontAlgn="auto" latinLnBrk="0" hangingPunct="1">
              <a:lnSpc>
                <a:spcPct val="100000"/>
              </a:lnSpc>
              <a:spcBef>
                <a:spcPts val="0"/>
              </a:spcBef>
              <a:spcAft>
                <a:spcPts val="0"/>
              </a:spcAft>
              <a:buClrTx/>
              <a:buSzTx/>
              <a:buFontTx/>
              <a:buNone/>
              <a:tabLst/>
              <a:defRPr/>
            </a:pPr>
            <a:fld id="{50BA142A-422A-42AA-9E63-183E3460DBC6}" type="slidenum">
              <a:rPr kumimoji="0" lang="de-DE"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1220084" rtl="0" eaLnBrk="1" fontAlgn="auto" latinLnBrk="0" hangingPunct="1">
                <a:lnSpc>
                  <a:spcPct val="100000"/>
                </a:lnSpc>
                <a:spcBef>
                  <a:spcPts val="0"/>
                </a:spcBef>
                <a:spcAft>
                  <a:spcPts val="0"/>
                </a:spcAft>
                <a:buClrTx/>
                <a:buSzTx/>
                <a:buFontTx/>
                <a:buNone/>
                <a:tabLst/>
                <a:defRPr/>
              </a:pPr>
              <a:t>15</a:t>
            </a:fld>
            <a:endParaRPr kumimoji="0" lang="de-DE"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223647529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endParaRPr lang="en-US"/>
          </a:p>
        </p:txBody>
      </p:sp>
      <p:sp>
        <p:nvSpPr>
          <p:cNvPr id="4" name="Foliennummernplatzhalter 3"/>
          <p:cNvSpPr>
            <a:spLocks noGrp="1"/>
          </p:cNvSpPr>
          <p:nvPr>
            <p:ph type="sldNum" sz="quarter" idx="5"/>
          </p:nvPr>
        </p:nvSpPr>
        <p:spPr/>
        <p:txBody>
          <a:bodyPr/>
          <a:lstStyle/>
          <a:p>
            <a:fld id="{7D8C2C35-2B8A-446E-BEC0-FD36716C29AC}" type="slidenum">
              <a:rPr lang="de-DE" smtClean="0"/>
              <a:pPr/>
              <a:t>16</a:t>
            </a:fld>
            <a:endParaRPr lang="de-DE"/>
          </a:p>
        </p:txBody>
      </p:sp>
    </p:spTree>
    <p:extLst>
      <p:ext uri="{BB962C8B-B14F-4D97-AF65-F5344CB8AC3E}">
        <p14:creationId xmlns:p14="http://schemas.microsoft.com/office/powerpoint/2010/main" val="179255392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469473-6554-7B94-A0A1-AB6A961D2C54}"/>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8302A031-7B60-4A4B-48C4-D4847DEC0034}"/>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1DCA624B-4624-C2A7-089F-59469E0B3F10}"/>
              </a:ext>
            </a:extLst>
          </p:cNvPr>
          <p:cNvSpPr>
            <a:spLocks noGrp="1"/>
          </p:cNvSpPr>
          <p:nvPr>
            <p:ph type="body" idx="1"/>
          </p:nvPr>
        </p:nvSpPr>
        <p:spPr/>
        <p:txBody>
          <a:bodyPr/>
          <a:lstStyle/>
          <a:p>
            <a:endParaRPr lang="en-US" dirty="0"/>
          </a:p>
        </p:txBody>
      </p:sp>
      <p:sp>
        <p:nvSpPr>
          <p:cNvPr id="4" name="Foliennummernplatzhalter 3">
            <a:extLst>
              <a:ext uri="{FF2B5EF4-FFF2-40B4-BE49-F238E27FC236}">
                <a16:creationId xmlns:a16="http://schemas.microsoft.com/office/drawing/2014/main" id="{C3424E20-B6DC-C7B2-F97E-B7B52A09685B}"/>
              </a:ext>
            </a:extLst>
          </p:cNvPr>
          <p:cNvSpPr>
            <a:spLocks noGrp="1"/>
          </p:cNvSpPr>
          <p:nvPr>
            <p:ph type="sldNum" sz="quarter" idx="5"/>
          </p:nvPr>
        </p:nvSpPr>
        <p:spPr/>
        <p:txBody>
          <a:bodyPr/>
          <a:lstStyle/>
          <a:p>
            <a:fld id="{7D8C2C35-2B8A-446E-BEC0-FD36716C29AC}" type="slidenum">
              <a:rPr lang="de-DE" smtClean="0"/>
              <a:pPr/>
              <a:t>19</a:t>
            </a:fld>
            <a:endParaRPr lang="de-DE"/>
          </a:p>
        </p:txBody>
      </p:sp>
    </p:spTree>
    <p:extLst>
      <p:ext uri="{BB962C8B-B14F-4D97-AF65-F5344CB8AC3E}">
        <p14:creationId xmlns:p14="http://schemas.microsoft.com/office/powerpoint/2010/main" val="189906246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2B674E-64CF-C70B-67E4-7C0C9DF277AD}"/>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FBDC127D-2677-9D41-42E0-1DF53718DDD2}"/>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B1D8FC59-F612-92DB-6595-4251BD6CC767}"/>
              </a:ext>
            </a:extLst>
          </p:cNvPr>
          <p:cNvSpPr>
            <a:spLocks noGrp="1"/>
          </p:cNvSpPr>
          <p:nvPr>
            <p:ph type="body" idx="1"/>
          </p:nvPr>
        </p:nvSpPr>
        <p:spPr/>
        <p:txBody>
          <a:bodyPr/>
          <a:lstStyle/>
          <a:p>
            <a:endParaRPr lang="en-US" dirty="0"/>
          </a:p>
        </p:txBody>
      </p:sp>
      <p:sp>
        <p:nvSpPr>
          <p:cNvPr id="4" name="Foliennummernplatzhalter 3">
            <a:extLst>
              <a:ext uri="{FF2B5EF4-FFF2-40B4-BE49-F238E27FC236}">
                <a16:creationId xmlns:a16="http://schemas.microsoft.com/office/drawing/2014/main" id="{AC091AD7-95FA-4582-ADB4-06398C56DFFD}"/>
              </a:ext>
            </a:extLst>
          </p:cNvPr>
          <p:cNvSpPr>
            <a:spLocks noGrp="1"/>
          </p:cNvSpPr>
          <p:nvPr>
            <p:ph type="sldNum" sz="quarter" idx="5"/>
          </p:nvPr>
        </p:nvSpPr>
        <p:spPr/>
        <p:txBody>
          <a:bodyPr/>
          <a:lstStyle/>
          <a:p>
            <a:fld id="{7D8C2C35-2B8A-446E-BEC0-FD36716C29AC}" type="slidenum">
              <a:rPr lang="de-DE" smtClean="0"/>
              <a:pPr/>
              <a:t>20</a:t>
            </a:fld>
            <a:endParaRPr lang="de-DE"/>
          </a:p>
        </p:txBody>
      </p:sp>
    </p:spTree>
    <p:extLst>
      <p:ext uri="{BB962C8B-B14F-4D97-AF65-F5344CB8AC3E}">
        <p14:creationId xmlns:p14="http://schemas.microsoft.com/office/powerpoint/2010/main" val="27472905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8620F8-AC67-CCAB-AB33-0FF7AF7A30E8}"/>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FC8CD2E3-9DEE-130C-66D3-20247282B969}"/>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59BD3503-CB78-5566-27AF-555A4E600B32}"/>
              </a:ext>
            </a:extLst>
          </p:cNvPr>
          <p:cNvSpPr>
            <a:spLocks noGrp="1"/>
          </p:cNvSpPr>
          <p:nvPr>
            <p:ph type="body" idx="1"/>
          </p:nvPr>
        </p:nvSpPr>
        <p:spPr/>
        <p:txBody>
          <a:bodyPr/>
          <a:lstStyle/>
          <a:p>
            <a:endParaRPr lang="en-US" dirty="0"/>
          </a:p>
        </p:txBody>
      </p:sp>
      <p:sp>
        <p:nvSpPr>
          <p:cNvPr id="4" name="Foliennummernplatzhalter 3">
            <a:extLst>
              <a:ext uri="{FF2B5EF4-FFF2-40B4-BE49-F238E27FC236}">
                <a16:creationId xmlns:a16="http://schemas.microsoft.com/office/drawing/2014/main" id="{FD76839C-B629-0E67-1327-0EBE86E53D04}"/>
              </a:ext>
            </a:extLst>
          </p:cNvPr>
          <p:cNvSpPr>
            <a:spLocks noGrp="1"/>
          </p:cNvSpPr>
          <p:nvPr>
            <p:ph type="sldNum" sz="quarter" idx="5"/>
          </p:nvPr>
        </p:nvSpPr>
        <p:spPr/>
        <p:txBody>
          <a:bodyPr/>
          <a:lstStyle/>
          <a:p>
            <a:fld id="{7D8C2C35-2B8A-446E-BEC0-FD36716C29AC}" type="slidenum">
              <a:rPr lang="de-DE" smtClean="0"/>
              <a:pPr/>
              <a:t>21</a:t>
            </a:fld>
            <a:endParaRPr lang="de-DE"/>
          </a:p>
        </p:txBody>
      </p:sp>
    </p:spTree>
    <p:extLst>
      <p:ext uri="{BB962C8B-B14F-4D97-AF65-F5344CB8AC3E}">
        <p14:creationId xmlns:p14="http://schemas.microsoft.com/office/powerpoint/2010/main" val="369176371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C716E5-7807-CEFD-40BF-EA96D6B68CF3}"/>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640F21C0-A9F1-80C9-6652-EB74A851E51B}"/>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E423FE24-F2C2-D5D2-AF25-3BD6320CBCBA}"/>
              </a:ext>
            </a:extLst>
          </p:cNvPr>
          <p:cNvSpPr>
            <a:spLocks noGrp="1"/>
          </p:cNvSpPr>
          <p:nvPr>
            <p:ph type="body" idx="1"/>
          </p:nvPr>
        </p:nvSpPr>
        <p:spPr/>
        <p:txBody>
          <a:bodyPr/>
          <a:lstStyle/>
          <a:p>
            <a:endParaRPr lang="en-US" dirty="0"/>
          </a:p>
        </p:txBody>
      </p:sp>
      <p:sp>
        <p:nvSpPr>
          <p:cNvPr id="4" name="Foliennummernplatzhalter 3">
            <a:extLst>
              <a:ext uri="{FF2B5EF4-FFF2-40B4-BE49-F238E27FC236}">
                <a16:creationId xmlns:a16="http://schemas.microsoft.com/office/drawing/2014/main" id="{39F54C0C-97B0-6E40-01AA-B7EE479564E6}"/>
              </a:ext>
            </a:extLst>
          </p:cNvPr>
          <p:cNvSpPr>
            <a:spLocks noGrp="1"/>
          </p:cNvSpPr>
          <p:nvPr>
            <p:ph type="sldNum" sz="quarter" idx="5"/>
          </p:nvPr>
        </p:nvSpPr>
        <p:spPr/>
        <p:txBody>
          <a:bodyPr/>
          <a:lstStyle/>
          <a:p>
            <a:fld id="{7D8C2C35-2B8A-446E-BEC0-FD36716C29AC}" type="slidenum">
              <a:rPr lang="de-DE" smtClean="0"/>
              <a:pPr/>
              <a:t>22</a:t>
            </a:fld>
            <a:endParaRPr lang="de-DE"/>
          </a:p>
        </p:txBody>
      </p:sp>
    </p:spTree>
    <p:extLst>
      <p:ext uri="{BB962C8B-B14F-4D97-AF65-F5344CB8AC3E}">
        <p14:creationId xmlns:p14="http://schemas.microsoft.com/office/powerpoint/2010/main" val="275547407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US" dirty="0"/>
          </a:p>
        </p:txBody>
      </p:sp>
      <p:sp>
        <p:nvSpPr>
          <p:cNvPr id="4" name="Foliennummernplatzhalter 3"/>
          <p:cNvSpPr>
            <a:spLocks noGrp="1"/>
          </p:cNvSpPr>
          <p:nvPr>
            <p:ph type="sldNum" sz="quarter" idx="5"/>
          </p:nvPr>
        </p:nvSpPr>
        <p:spPr/>
        <p:txBody>
          <a:bodyPr/>
          <a:lstStyle/>
          <a:p>
            <a:fld id="{7D8C2C35-2B8A-446E-BEC0-FD36716C29AC}" type="slidenum">
              <a:rPr lang="de-DE" smtClean="0"/>
              <a:pPr/>
              <a:t>26</a:t>
            </a:fld>
            <a:endParaRPr lang="de-DE"/>
          </a:p>
        </p:txBody>
      </p:sp>
    </p:spTree>
    <p:extLst>
      <p:ext uri="{BB962C8B-B14F-4D97-AF65-F5344CB8AC3E}">
        <p14:creationId xmlns:p14="http://schemas.microsoft.com/office/powerpoint/2010/main" val="203859088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FDCE93-6630-2751-CD03-11512F711818}"/>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CE65294E-0004-8A23-E2FB-07FB745D6E12}"/>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AD0ACCAC-E8B3-197F-28FA-2BA6450175C3}"/>
              </a:ext>
            </a:extLst>
          </p:cNvPr>
          <p:cNvSpPr>
            <a:spLocks noGrp="1"/>
          </p:cNvSpPr>
          <p:nvPr>
            <p:ph type="body" idx="1"/>
          </p:nvPr>
        </p:nvSpPr>
        <p:spPr/>
        <p:txBody>
          <a:bodyPr/>
          <a:lstStyle/>
          <a:p>
            <a:endParaRPr lang="en-US" dirty="0"/>
          </a:p>
        </p:txBody>
      </p:sp>
      <p:sp>
        <p:nvSpPr>
          <p:cNvPr id="4" name="Foliennummernplatzhalter 3">
            <a:extLst>
              <a:ext uri="{FF2B5EF4-FFF2-40B4-BE49-F238E27FC236}">
                <a16:creationId xmlns:a16="http://schemas.microsoft.com/office/drawing/2014/main" id="{AC43BCAF-EFFF-6C26-358A-62D94F775078}"/>
              </a:ext>
            </a:extLst>
          </p:cNvPr>
          <p:cNvSpPr>
            <a:spLocks noGrp="1"/>
          </p:cNvSpPr>
          <p:nvPr>
            <p:ph type="sldNum" sz="quarter" idx="5"/>
          </p:nvPr>
        </p:nvSpPr>
        <p:spPr/>
        <p:txBody>
          <a:bodyPr/>
          <a:lstStyle/>
          <a:p>
            <a:fld id="{7D8C2C35-2B8A-446E-BEC0-FD36716C29AC}" type="slidenum">
              <a:rPr lang="de-DE" smtClean="0"/>
              <a:pPr/>
              <a:t>27</a:t>
            </a:fld>
            <a:endParaRPr lang="de-DE"/>
          </a:p>
        </p:txBody>
      </p:sp>
    </p:spTree>
    <p:extLst>
      <p:ext uri="{BB962C8B-B14F-4D97-AF65-F5344CB8AC3E}">
        <p14:creationId xmlns:p14="http://schemas.microsoft.com/office/powerpoint/2010/main" val="83759106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598DF3-80D1-24B4-A4A1-8E78462AD350}"/>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A7A79FFC-BA34-64BB-CE1F-9BF80A523288}"/>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E2A5FD66-6930-0A73-9D94-6AB070C50FA2}"/>
              </a:ext>
            </a:extLst>
          </p:cNvPr>
          <p:cNvSpPr>
            <a:spLocks noGrp="1"/>
          </p:cNvSpPr>
          <p:nvPr>
            <p:ph type="body" idx="1"/>
          </p:nvPr>
        </p:nvSpPr>
        <p:spPr/>
        <p:txBody>
          <a:bodyPr/>
          <a:lstStyle/>
          <a:p>
            <a:endParaRPr lang="en-US" dirty="0"/>
          </a:p>
        </p:txBody>
      </p:sp>
      <p:sp>
        <p:nvSpPr>
          <p:cNvPr id="4" name="Foliennummernplatzhalter 3">
            <a:extLst>
              <a:ext uri="{FF2B5EF4-FFF2-40B4-BE49-F238E27FC236}">
                <a16:creationId xmlns:a16="http://schemas.microsoft.com/office/drawing/2014/main" id="{020CDFDF-C329-C4E2-5922-E63D682BC133}"/>
              </a:ext>
            </a:extLst>
          </p:cNvPr>
          <p:cNvSpPr>
            <a:spLocks noGrp="1"/>
          </p:cNvSpPr>
          <p:nvPr>
            <p:ph type="sldNum" sz="quarter" idx="5"/>
          </p:nvPr>
        </p:nvSpPr>
        <p:spPr/>
        <p:txBody>
          <a:bodyPr/>
          <a:lstStyle/>
          <a:p>
            <a:fld id="{7D8C2C35-2B8A-446E-BEC0-FD36716C29AC}" type="slidenum">
              <a:rPr lang="de-DE" smtClean="0"/>
              <a:pPr/>
              <a:t>28</a:t>
            </a:fld>
            <a:endParaRPr lang="de-DE"/>
          </a:p>
        </p:txBody>
      </p:sp>
    </p:spTree>
    <p:extLst>
      <p:ext uri="{BB962C8B-B14F-4D97-AF65-F5344CB8AC3E}">
        <p14:creationId xmlns:p14="http://schemas.microsoft.com/office/powerpoint/2010/main" val="360000843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A856B3-D311-3E11-AE5A-4ABFAB212DAF}"/>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E2AF771D-B605-57A7-FF67-BF3946BF699D}"/>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40C2CEEB-7D56-C2FD-32BF-7E26123C0D63}"/>
              </a:ext>
            </a:extLst>
          </p:cNvPr>
          <p:cNvSpPr>
            <a:spLocks noGrp="1"/>
          </p:cNvSpPr>
          <p:nvPr>
            <p:ph type="body" idx="1"/>
          </p:nvPr>
        </p:nvSpPr>
        <p:spPr/>
        <p:txBody>
          <a:bodyPr/>
          <a:lstStyle/>
          <a:p>
            <a:endParaRPr lang="en-US" dirty="0"/>
          </a:p>
        </p:txBody>
      </p:sp>
      <p:sp>
        <p:nvSpPr>
          <p:cNvPr id="4" name="Foliennummernplatzhalter 3">
            <a:extLst>
              <a:ext uri="{FF2B5EF4-FFF2-40B4-BE49-F238E27FC236}">
                <a16:creationId xmlns:a16="http://schemas.microsoft.com/office/drawing/2014/main" id="{2655A797-5AB6-5E3E-F444-804D819AAD95}"/>
              </a:ext>
            </a:extLst>
          </p:cNvPr>
          <p:cNvSpPr>
            <a:spLocks noGrp="1"/>
          </p:cNvSpPr>
          <p:nvPr>
            <p:ph type="sldNum" sz="quarter" idx="5"/>
          </p:nvPr>
        </p:nvSpPr>
        <p:spPr/>
        <p:txBody>
          <a:bodyPr/>
          <a:lstStyle/>
          <a:p>
            <a:fld id="{7D8C2C35-2B8A-446E-BEC0-FD36716C29AC}" type="slidenum">
              <a:rPr lang="de-DE" smtClean="0"/>
              <a:pPr/>
              <a:t>29</a:t>
            </a:fld>
            <a:endParaRPr lang="de-DE"/>
          </a:p>
        </p:txBody>
      </p:sp>
    </p:spTree>
    <p:extLst>
      <p:ext uri="{BB962C8B-B14F-4D97-AF65-F5344CB8AC3E}">
        <p14:creationId xmlns:p14="http://schemas.microsoft.com/office/powerpoint/2010/main" val="130360451"/>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Master" Target="../slideMasters/slideMaster1.xml"/><Relationship Id="rId1" Type="http://schemas.openxmlformats.org/officeDocument/2006/relationships/themeOverride" Target="../theme/themeOverride1.xml"/><Relationship Id="rId5" Type="http://schemas.openxmlformats.org/officeDocument/2006/relationships/image" Target="../media/image3.png"/><Relationship Id="rId4"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Master" Target="../slideMasters/slideMaster1.xml"/><Relationship Id="rId1" Type="http://schemas.openxmlformats.org/officeDocument/2006/relationships/themeOverride" Target="../theme/themeOverride2.xml"/><Relationship Id="rId5" Type="http://schemas.openxmlformats.org/officeDocument/2006/relationships/image" Target="../media/image6.png"/><Relationship Id="rId4"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7.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slideMaster" Target="../slideMasters/slideMaster1.xml"/><Relationship Id="rId1" Type="http://schemas.openxmlformats.org/officeDocument/2006/relationships/themeOverride" Target="../theme/themeOverride3.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slideMaster" Target="../slideMasters/slideMaster1.xml"/><Relationship Id="rId1" Type="http://schemas.openxmlformats.org/officeDocument/2006/relationships/themeOverride" Target="../theme/themeOverride4.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slideMaster" Target="../slideMasters/slideMaster1.xml"/><Relationship Id="rId1" Type="http://schemas.openxmlformats.org/officeDocument/2006/relationships/themeOverride" Target="../theme/themeOverride5.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slideMaster" Target="../slideMasters/slideMaster1.xml"/><Relationship Id="rId1" Type="http://schemas.openxmlformats.org/officeDocument/2006/relationships/themeOverride" Target="../theme/themeOverride6.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Master" Target="../slideMasters/slideMaster1.xml"/><Relationship Id="rId4" Type="http://schemas.openxmlformats.org/officeDocument/2006/relationships/image" Target="../media/image1.png"/></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6.png"/><Relationship Id="rId1" Type="http://schemas.openxmlformats.org/officeDocument/2006/relationships/slideMaster" Target="../slideMasters/slideMaster1.xml"/><Relationship Id="rId4" Type="http://schemas.openxmlformats.org/officeDocument/2006/relationships/image" Target="../media/image1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Cover with Keyvisual Dark Blue">
    <p:bg>
      <p:bgPr>
        <a:solidFill>
          <a:srgbClr val="00144A"/>
        </a:solidFill>
        <a:effectLst/>
      </p:bgPr>
    </p:bg>
    <p:spTree>
      <p:nvGrpSpPr>
        <p:cNvPr id="1" name=""/>
        <p:cNvGrpSpPr/>
        <p:nvPr/>
      </p:nvGrpSpPr>
      <p:grpSpPr>
        <a:xfrm>
          <a:off x="0" y="0"/>
          <a:ext cx="0" cy="0"/>
          <a:chOff x="0" y="0"/>
          <a:chExt cx="0" cy="0"/>
        </a:xfrm>
      </p:grpSpPr>
      <p:sp>
        <p:nvSpPr>
          <p:cNvPr id="4" name="Title"/>
          <p:cNvSpPr>
            <a:spLocks noGrp="1"/>
          </p:cNvSpPr>
          <p:nvPr>
            <p:ph type="title" hasCustomPrompt="1"/>
          </p:nvPr>
        </p:nvSpPr>
        <p:spPr>
          <a:xfrm>
            <a:off x="287999" y="1858963"/>
            <a:ext cx="4271575" cy="1844550"/>
          </a:xfrm>
        </p:spPr>
        <p:txBody>
          <a:bodyPr anchor="b" anchorCtr="0">
            <a:noAutofit/>
          </a:bodyPr>
          <a:lstStyle>
            <a:lvl1pPr>
              <a:lnSpc>
                <a:spcPct val="90000"/>
              </a:lnSpc>
              <a:defRPr sz="3200" b="0" i="0">
                <a:solidFill>
                  <a:schemeClr val="bg1"/>
                </a:solidFill>
                <a:latin typeface="+mj-lt"/>
                <a:cs typeface="72" panose="020B0503030000000003" pitchFamily="34" charset="0"/>
              </a:defRPr>
            </a:lvl1pPr>
          </a:lstStyle>
          <a:p>
            <a:pPr fontAlgn="base">
              <a:spcBef>
                <a:spcPct val="50000"/>
              </a:spcBef>
              <a:spcAft>
                <a:spcPct val="0"/>
              </a:spcAft>
              <a:buClr>
                <a:srgbClr val="F0AB00"/>
              </a:buClr>
              <a:buSzPct val="80000"/>
            </a:pPr>
            <a:r>
              <a:rPr lang="en-US"/>
              <a:t>Title goes here</a:t>
            </a:r>
            <a:br>
              <a:rPr lang="en-US"/>
            </a:br>
            <a:r>
              <a:rPr lang="en-US"/>
              <a:t>and here and here </a:t>
            </a:r>
            <a:br>
              <a:rPr lang="en-US"/>
            </a:br>
            <a:r>
              <a:rPr lang="en-US"/>
              <a:t>and here</a:t>
            </a:r>
            <a:endParaRPr lang="de-DE" sz="3600" kern="0">
              <a:ea typeface="72 Brand" pitchFamily="34" charset="-128"/>
              <a:cs typeface="72 Brand" pitchFamily="34" charset="-128"/>
            </a:endParaRPr>
          </a:p>
        </p:txBody>
      </p:sp>
      <p:pic>
        <p:nvPicPr>
          <p:cNvPr id="6" name="object 10">
            <a:extLst>
              <a:ext uri="{FF2B5EF4-FFF2-40B4-BE49-F238E27FC236}">
                <a16:creationId xmlns:a16="http://schemas.microsoft.com/office/drawing/2014/main" id="{C6B76F5E-4398-BD16-B5D6-62F9A27FF810}"/>
              </a:ext>
            </a:extLst>
          </p:cNvPr>
          <p:cNvPicPr/>
          <p:nvPr userDrawn="1"/>
        </p:nvPicPr>
        <p:blipFill>
          <a:blip r:embed="rId3"/>
          <a:srcRect/>
          <a:stretch/>
        </p:blipFill>
        <p:spPr>
          <a:xfrm>
            <a:off x="293337" y="284307"/>
            <a:ext cx="1516538" cy="214363"/>
          </a:xfrm>
          <a:prstGeom prst="rect">
            <a:avLst/>
          </a:prstGeom>
        </p:spPr>
      </p:pic>
      <p:sp>
        <p:nvSpPr>
          <p:cNvPr id="2" name="Text placeholder - column 1">
            <a:extLst>
              <a:ext uri="{FF2B5EF4-FFF2-40B4-BE49-F238E27FC236}">
                <a16:creationId xmlns:a16="http://schemas.microsoft.com/office/drawing/2014/main" id="{BCDC6924-8FC6-12CF-060C-A88CC6F109C7}"/>
              </a:ext>
            </a:extLst>
          </p:cNvPr>
          <p:cNvSpPr>
            <a:spLocks noGrp="1"/>
          </p:cNvSpPr>
          <p:nvPr>
            <p:ph type="body" sz="quarter" idx="23" hasCustomPrompt="1"/>
          </p:nvPr>
        </p:nvSpPr>
        <p:spPr>
          <a:xfrm>
            <a:off x="293337" y="4027469"/>
            <a:ext cx="4271575" cy="503434"/>
          </a:xfrm>
          <a:prstGeom prst="rect">
            <a:avLst/>
          </a:prstGeom>
        </p:spPr>
        <p:txBody>
          <a:bodyPr anchor="b" anchorCtr="0">
            <a:normAutofit/>
          </a:bodyPr>
          <a:lstStyle>
            <a:lvl1pPr marL="0" marR="0" indent="0" algn="l" defTabSz="1088558" rtl="0" eaLnBrk="1" fontAlgn="auto" latinLnBrk="0" hangingPunct="1">
              <a:lnSpc>
                <a:spcPct val="100000"/>
              </a:lnSpc>
              <a:spcBef>
                <a:spcPts val="0"/>
              </a:spcBef>
              <a:spcAft>
                <a:spcPts val="0"/>
              </a:spcAft>
              <a:buClrTx/>
              <a:buSzPct val="80000"/>
              <a:buFont typeface="72 Brand" panose="02000000000000000000" pitchFamily="2" charset="0"/>
              <a:buNone/>
              <a:tabLst/>
              <a:defRPr sz="1600">
                <a:solidFill>
                  <a:schemeClr val="bg1"/>
                </a:solidFill>
              </a:defRPr>
            </a:lvl1pPr>
          </a:lstStyle>
          <a:p>
            <a:pPr lvl="0"/>
            <a:r>
              <a:rPr lang="en-US" dirty="0"/>
              <a:t>Speaker Name, SAP</a:t>
            </a:r>
          </a:p>
          <a:p>
            <a:pPr lvl="0"/>
            <a:r>
              <a:rPr lang="en-US" dirty="0"/>
              <a:t>Speaker Name 2, SAP</a:t>
            </a:r>
          </a:p>
        </p:txBody>
      </p:sp>
      <p:sp>
        <p:nvSpPr>
          <p:cNvPr id="5" name="Text placeholder - column 1">
            <a:extLst>
              <a:ext uri="{FF2B5EF4-FFF2-40B4-BE49-F238E27FC236}">
                <a16:creationId xmlns:a16="http://schemas.microsoft.com/office/drawing/2014/main" id="{9435ADCE-3465-AF4F-B7CC-68F2609F193D}"/>
              </a:ext>
            </a:extLst>
          </p:cNvPr>
          <p:cNvSpPr>
            <a:spLocks noGrp="1"/>
          </p:cNvSpPr>
          <p:nvPr>
            <p:ph type="body" sz="quarter" idx="25" hasCustomPrompt="1"/>
          </p:nvPr>
        </p:nvSpPr>
        <p:spPr>
          <a:xfrm>
            <a:off x="293337" y="4623706"/>
            <a:ext cx="4271575" cy="231153"/>
          </a:xfrm>
          <a:prstGeom prst="rect">
            <a:avLst/>
          </a:prstGeom>
        </p:spPr>
        <p:txBody>
          <a:bodyPr>
            <a:normAutofit/>
          </a:bodyPr>
          <a:lstStyle>
            <a:lvl1pPr marL="0" marR="0" indent="0" algn="l" defTabSz="1088558" rtl="0" eaLnBrk="1" fontAlgn="auto" latinLnBrk="0" hangingPunct="1">
              <a:lnSpc>
                <a:spcPct val="100000"/>
              </a:lnSpc>
              <a:spcBef>
                <a:spcPts val="1800"/>
              </a:spcBef>
              <a:spcAft>
                <a:spcPts val="0"/>
              </a:spcAft>
              <a:buClrTx/>
              <a:buSzPct val="80000"/>
              <a:buFont typeface="72 Brand" panose="02000000000000000000" pitchFamily="2" charset="0"/>
              <a:buChar char="​"/>
              <a:tabLst/>
              <a:defRPr sz="1400">
                <a:solidFill>
                  <a:schemeClr val="bg1"/>
                </a:solidFill>
              </a:defRPr>
            </a:lvl1pPr>
          </a:lstStyle>
          <a:p>
            <a:pPr marL="0" marR="0" lvl="0" indent="0" algn="l" defTabSz="1088558" rtl="0" eaLnBrk="1" fontAlgn="auto" latinLnBrk="0" hangingPunct="1">
              <a:lnSpc>
                <a:spcPct val="100000"/>
              </a:lnSpc>
              <a:spcBef>
                <a:spcPts val="1800"/>
              </a:spcBef>
              <a:spcAft>
                <a:spcPts val="0"/>
              </a:spcAft>
              <a:buClrTx/>
              <a:buSzPct val="80000"/>
              <a:buFont typeface="72 Brand" panose="02000000000000000000" pitchFamily="2" charset="0"/>
              <a:buChar char="​"/>
              <a:tabLst/>
              <a:defRPr/>
            </a:pPr>
            <a:r>
              <a:rPr lang="en-US"/>
              <a:t>Month Year</a:t>
            </a:r>
          </a:p>
        </p:txBody>
      </p:sp>
      <p:pic>
        <p:nvPicPr>
          <p:cNvPr id="9" name="Picture 8" descr="A black and white logo&#10;&#10;AI-generated content may be incorrect.">
            <a:extLst>
              <a:ext uri="{FF2B5EF4-FFF2-40B4-BE49-F238E27FC236}">
                <a16:creationId xmlns:a16="http://schemas.microsoft.com/office/drawing/2014/main" id="{3805DC2B-6B5F-D1FB-BFD0-EF9A7EC4DD86}"/>
              </a:ext>
            </a:extLst>
          </p:cNvPr>
          <p:cNvPicPr>
            <a:picLocks noChangeAspect="1"/>
          </p:cNvPicPr>
          <p:nvPr userDrawn="1"/>
        </p:nvPicPr>
        <p:blipFill>
          <a:blip r:embed="rId4"/>
          <a:stretch>
            <a:fillRect/>
          </a:stretch>
        </p:blipFill>
        <p:spPr>
          <a:xfrm>
            <a:off x="282575" y="6213693"/>
            <a:ext cx="1769400" cy="360000"/>
          </a:xfrm>
          <a:prstGeom prst="rect">
            <a:avLst/>
          </a:prstGeom>
        </p:spPr>
      </p:pic>
      <p:pic>
        <p:nvPicPr>
          <p:cNvPr id="7" name="Grafik 6" descr="Ein Bild, das Grafiken, Screenshot, Farbigkeit, Grafikdesign enthält.&#10;&#10;KI-generierte Inhalte können fehlerhaft sein.">
            <a:extLst>
              <a:ext uri="{FF2B5EF4-FFF2-40B4-BE49-F238E27FC236}">
                <a16:creationId xmlns:a16="http://schemas.microsoft.com/office/drawing/2014/main" id="{DA354FE0-E933-A50A-AB72-1D22C950D781}"/>
              </a:ext>
            </a:extLst>
          </p:cNvPr>
          <p:cNvPicPr>
            <a:picLocks noChangeAspect="1"/>
          </p:cNvPicPr>
          <p:nvPr userDrawn="1"/>
        </p:nvPicPr>
        <p:blipFill>
          <a:blip r:embed="rId5"/>
          <a:stretch>
            <a:fillRect/>
          </a:stretch>
        </p:blipFill>
        <p:spPr>
          <a:xfrm>
            <a:off x="5126806" y="1301192"/>
            <a:ext cx="6366344" cy="3671500"/>
          </a:xfrm>
          <a:prstGeom prst="rect">
            <a:avLst/>
          </a:prstGeom>
        </p:spPr>
      </p:pic>
    </p:spTree>
    <p:extLst>
      <p:ext uri="{BB962C8B-B14F-4D97-AF65-F5344CB8AC3E}">
        <p14:creationId xmlns:p14="http://schemas.microsoft.com/office/powerpoint/2010/main" val="2667257257"/>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pos="181" userDrawn="1">
          <p15:clr>
            <a:srgbClr val="FBAE40"/>
          </p15:clr>
        </p15:guide>
        <p15:guide id="2" orient="horz" pos="1171" userDrawn="1">
          <p15:clr>
            <a:srgbClr val="FBAE40"/>
          </p15:clr>
        </p15:guide>
        <p15:guide id="3" orient="horz" pos="2523" userDrawn="1">
          <p15:clr>
            <a:srgbClr val="FBAE40"/>
          </p15:clr>
        </p15:guide>
        <p15:guide id="4" orient="horz" pos="2334" userDrawn="1">
          <p15:clr>
            <a:srgbClr val="FBAE40"/>
          </p15:clr>
        </p15:guide>
        <p15:guide id="5" orient="horz" pos="3022" userDrawn="1">
          <p15:clr>
            <a:srgbClr val="FBAE40"/>
          </p15:clr>
        </p15:guide>
        <p15:guide id="7" orient="horz" pos="4144"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Cover With Keyvisual Light Blue">
    <p:bg>
      <p:bgPr>
        <a:solidFill>
          <a:srgbClr val="EBF8FF"/>
        </a:solidFill>
        <a:effectLst/>
      </p:bgPr>
    </p:bg>
    <p:spTree>
      <p:nvGrpSpPr>
        <p:cNvPr id="1" name=""/>
        <p:cNvGrpSpPr/>
        <p:nvPr/>
      </p:nvGrpSpPr>
      <p:grpSpPr>
        <a:xfrm>
          <a:off x="0" y="0"/>
          <a:ext cx="0" cy="0"/>
          <a:chOff x="0" y="0"/>
          <a:chExt cx="0" cy="0"/>
        </a:xfrm>
      </p:grpSpPr>
      <p:sp>
        <p:nvSpPr>
          <p:cNvPr id="4" name="Title"/>
          <p:cNvSpPr>
            <a:spLocks noGrp="1"/>
          </p:cNvSpPr>
          <p:nvPr>
            <p:ph type="title" hasCustomPrompt="1"/>
          </p:nvPr>
        </p:nvSpPr>
        <p:spPr>
          <a:xfrm>
            <a:off x="287999" y="1858963"/>
            <a:ext cx="4271575" cy="1844550"/>
          </a:xfrm>
        </p:spPr>
        <p:txBody>
          <a:bodyPr anchor="b" anchorCtr="0">
            <a:noAutofit/>
          </a:bodyPr>
          <a:lstStyle>
            <a:lvl1pPr>
              <a:lnSpc>
                <a:spcPct val="90000"/>
              </a:lnSpc>
              <a:defRPr sz="3200" b="0" i="0">
                <a:solidFill>
                  <a:srgbClr val="002A86"/>
                </a:solidFill>
                <a:latin typeface="+mj-lt"/>
                <a:cs typeface="72" panose="020B0503030000000003" pitchFamily="34" charset="0"/>
              </a:defRPr>
            </a:lvl1pPr>
          </a:lstStyle>
          <a:p>
            <a:pPr fontAlgn="base">
              <a:spcBef>
                <a:spcPct val="50000"/>
              </a:spcBef>
              <a:spcAft>
                <a:spcPct val="0"/>
              </a:spcAft>
              <a:buClr>
                <a:srgbClr val="F0AB00"/>
              </a:buClr>
              <a:buSzPct val="80000"/>
            </a:pPr>
            <a:r>
              <a:rPr lang="en-US"/>
              <a:t>Title goes here</a:t>
            </a:r>
            <a:br>
              <a:rPr lang="en-US"/>
            </a:br>
            <a:r>
              <a:rPr lang="en-US"/>
              <a:t>and here and here </a:t>
            </a:r>
            <a:br>
              <a:rPr lang="en-US"/>
            </a:br>
            <a:r>
              <a:rPr lang="en-US"/>
              <a:t>and here</a:t>
            </a:r>
            <a:endParaRPr lang="de-DE" sz="3600" kern="0">
              <a:ea typeface="72 Brand" pitchFamily="34" charset="-128"/>
              <a:cs typeface="72 Brand" pitchFamily="34" charset="-128"/>
            </a:endParaRPr>
          </a:p>
        </p:txBody>
      </p:sp>
      <p:sp>
        <p:nvSpPr>
          <p:cNvPr id="2" name="Text placeholder - column 1">
            <a:extLst>
              <a:ext uri="{FF2B5EF4-FFF2-40B4-BE49-F238E27FC236}">
                <a16:creationId xmlns:a16="http://schemas.microsoft.com/office/drawing/2014/main" id="{BCDC6924-8FC6-12CF-060C-A88CC6F109C7}"/>
              </a:ext>
            </a:extLst>
          </p:cNvPr>
          <p:cNvSpPr>
            <a:spLocks noGrp="1"/>
          </p:cNvSpPr>
          <p:nvPr>
            <p:ph type="body" sz="quarter" idx="23" hasCustomPrompt="1"/>
          </p:nvPr>
        </p:nvSpPr>
        <p:spPr>
          <a:xfrm>
            <a:off x="293337" y="4027469"/>
            <a:ext cx="4271575" cy="503434"/>
          </a:xfrm>
          <a:prstGeom prst="rect">
            <a:avLst/>
          </a:prstGeom>
        </p:spPr>
        <p:txBody>
          <a:bodyPr anchor="b" anchorCtr="0">
            <a:normAutofit/>
          </a:bodyPr>
          <a:lstStyle>
            <a:lvl1pPr marL="0" marR="0" indent="0" algn="l" defTabSz="1088558" rtl="0" eaLnBrk="1" fontAlgn="auto" latinLnBrk="0" hangingPunct="1">
              <a:lnSpc>
                <a:spcPct val="100000"/>
              </a:lnSpc>
              <a:spcBef>
                <a:spcPts val="0"/>
              </a:spcBef>
              <a:spcAft>
                <a:spcPts val="0"/>
              </a:spcAft>
              <a:buClrTx/>
              <a:buSzPct val="80000"/>
              <a:buFont typeface="72 Brand" panose="02000000000000000000" pitchFamily="2" charset="0"/>
              <a:buNone/>
              <a:tabLst/>
              <a:defRPr sz="1600">
                <a:solidFill>
                  <a:srgbClr val="002A86"/>
                </a:solidFill>
              </a:defRPr>
            </a:lvl1pPr>
          </a:lstStyle>
          <a:p>
            <a:pPr lvl="0"/>
            <a:r>
              <a:rPr lang="en-US" dirty="0"/>
              <a:t>Speaker Name, SAP</a:t>
            </a:r>
          </a:p>
          <a:p>
            <a:pPr marL="0" marR="0" lvl="0" indent="0" algn="l" defTabSz="1088558" rtl="0" eaLnBrk="1" fontAlgn="auto" latinLnBrk="0" hangingPunct="1">
              <a:lnSpc>
                <a:spcPct val="100000"/>
              </a:lnSpc>
              <a:spcBef>
                <a:spcPts val="0"/>
              </a:spcBef>
              <a:spcAft>
                <a:spcPts val="0"/>
              </a:spcAft>
              <a:buClrTx/>
              <a:buSzPct val="80000"/>
              <a:buFont typeface="72 Brand" panose="02000000000000000000" pitchFamily="2" charset="0"/>
              <a:buNone/>
              <a:tabLst/>
              <a:defRPr/>
            </a:pPr>
            <a:r>
              <a:rPr lang="en-US" dirty="0"/>
              <a:t>Speaker Name 2, SAP</a:t>
            </a:r>
          </a:p>
        </p:txBody>
      </p:sp>
      <p:sp>
        <p:nvSpPr>
          <p:cNvPr id="5" name="Text placeholder - column 1">
            <a:extLst>
              <a:ext uri="{FF2B5EF4-FFF2-40B4-BE49-F238E27FC236}">
                <a16:creationId xmlns:a16="http://schemas.microsoft.com/office/drawing/2014/main" id="{9435ADCE-3465-AF4F-B7CC-68F2609F193D}"/>
              </a:ext>
            </a:extLst>
          </p:cNvPr>
          <p:cNvSpPr>
            <a:spLocks noGrp="1"/>
          </p:cNvSpPr>
          <p:nvPr>
            <p:ph type="body" sz="quarter" idx="25" hasCustomPrompt="1"/>
          </p:nvPr>
        </p:nvSpPr>
        <p:spPr>
          <a:xfrm>
            <a:off x="293337" y="4623706"/>
            <a:ext cx="4271575" cy="231153"/>
          </a:xfrm>
          <a:prstGeom prst="rect">
            <a:avLst/>
          </a:prstGeom>
        </p:spPr>
        <p:txBody>
          <a:bodyPr>
            <a:normAutofit/>
          </a:bodyPr>
          <a:lstStyle>
            <a:lvl1pPr marL="0" marR="0" indent="0" algn="l" defTabSz="1088558" rtl="0" eaLnBrk="1" fontAlgn="auto" latinLnBrk="0" hangingPunct="1">
              <a:lnSpc>
                <a:spcPct val="100000"/>
              </a:lnSpc>
              <a:spcBef>
                <a:spcPts val="1800"/>
              </a:spcBef>
              <a:spcAft>
                <a:spcPts val="0"/>
              </a:spcAft>
              <a:buClrTx/>
              <a:buSzPct val="80000"/>
              <a:buFont typeface="72 Brand" panose="02000000000000000000" pitchFamily="2" charset="0"/>
              <a:buChar char="​"/>
              <a:tabLst/>
              <a:defRPr sz="1400">
                <a:solidFill>
                  <a:srgbClr val="002A86"/>
                </a:solidFill>
              </a:defRPr>
            </a:lvl1pPr>
          </a:lstStyle>
          <a:p>
            <a:pPr marL="0" marR="0" lvl="0" indent="0" algn="l" defTabSz="1088558" rtl="0" eaLnBrk="1" fontAlgn="auto" latinLnBrk="0" hangingPunct="1">
              <a:lnSpc>
                <a:spcPct val="100000"/>
              </a:lnSpc>
              <a:spcBef>
                <a:spcPts val="1800"/>
              </a:spcBef>
              <a:spcAft>
                <a:spcPts val="0"/>
              </a:spcAft>
              <a:buClrTx/>
              <a:buSzPct val="80000"/>
              <a:buFont typeface="72 Brand" panose="02000000000000000000" pitchFamily="2" charset="0"/>
              <a:buChar char="​"/>
              <a:tabLst/>
              <a:defRPr/>
            </a:pPr>
            <a:r>
              <a:rPr lang="en-US"/>
              <a:t>Month Year</a:t>
            </a:r>
          </a:p>
        </p:txBody>
      </p:sp>
      <p:pic>
        <p:nvPicPr>
          <p:cNvPr id="3" name="Picture 2">
            <a:extLst>
              <a:ext uri="{FF2B5EF4-FFF2-40B4-BE49-F238E27FC236}">
                <a16:creationId xmlns:a16="http://schemas.microsoft.com/office/drawing/2014/main" id="{CC50B4BD-0486-A000-F88E-89BE29A25CBE}"/>
              </a:ext>
            </a:extLst>
          </p:cNvPr>
          <p:cNvPicPr>
            <a:picLocks noChangeAspect="1"/>
          </p:cNvPicPr>
          <p:nvPr userDrawn="1"/>
        </p:nvPicPr>
        <p:blipFill>
          <a:blip r:embed="rId2"/>
          <a:srcRect/>
          <a:stretch/>
        </p:blipFill>
        <p:spPr>
          <a:xfrm>
            <a:off x="282575" y="6213693"/>
            <a:ext cx="1769400" cy="360000"/>
          </a:xfrm>
          <a:prstGeom prst="rect">
            <a:avLst/>
          </a:prstGeom>
        </p:spPr>
      </p:pic>
      <p:pic>
        <p:nvPicPr>
          <p:cNvPr id="6" name="object 10">
            <a:extLst>
              <a:ext uri="{FF2B5EF4-FFF2-40B4-BE49-F238E27FC236}">
                <a16:creationId xmlns:a16="http://schemas.microsoft.com/office/drawing/2014/main" id="{92D6A363-6BEF-2C40-6B0A-34B319255EDB}"/>
              </a:ext>
            </a:extLst>
          </p:cNvPr>
          <p:cNvPicPr/>
          <p:nvPr userDrawn="1"/>
        </p:nvPicPr>
        <p:blipFill>
          <a:blip r:embed="rId3"/>
          <a:srcRect/>
          <a:stretch/>
        </p:blipFill>
        <p:spPr>
          <a:xfrm>
            <a:off x="293337" y="284307"/>
            <a:ext cx="1516538" cy="214362"/>
          </a:xfrm>
          <a:prstGeom prst="rect">
            <a:avLst/>
          </a:prstGeom>
        </p:spPr>
      </p:pic>
      <p:pic>
        <p:nvPicPr>
          <p:cNvPr id="7" name="Grafik 6" descr="Ein Bild, das Grafiken, Screenshot, Farbigkeit, Grafikdesign enthält.&#10;&#10;KI-generierte Inhalte können fehlerhaft sein.">
            <a:extLst>
              <a:ext uri="{FF2B5EF4-FFF2-40B4-BE49-F238E27FC236}">
                <a16:creationId xmlns:a16="http://schemas.microsoft.com/office/drawing/2014/main" id="{BA2DCB41-EB4A-3009-CBEE-99B35A164510}"/>
              </a:ext>
            </a:extLst>
          </p:cNvPr>
          <p:cNvPicPr>
            <a:picLocks noChangeAspect="1"/>
          </p:cNvPicPr>
          <p:nvPr userDrawn="1"/>
        </p:nvPicPr>
        <p:blipFill>
          <a:blip r:embed="rId4"/>
          <a:stretch>
            <a:fillRect/>
          </a:stretch>
        </p:blipFill>
        <p:spPr>
          <a:xfrm>
            <a:off x="5126806" y="1301192"/>
            <a:ext cx="6366344" cy="3671500"/>
          </a:xfrm>
          <a:prstGeom prst="rect">
            <a:avLst/>
          </a:prstGeom>
        </p:spPr>
      </p:pic>
    </p:spTree>
    <p:extLst>
      <p:ext uri="{BB962C8B-B14F-4D97-AF65-F5344CB8AC3E}">
        <p14:creationId xmlns:p14="http://schemas.microsoft.com/office/powerpoint/2010/main" val="4232026312"/>
      </p:ext>
    </p:extLst>
  </p:cSld>
  <p:clrMapOvr>
    <a:masterClrMapping/>
  </p:clrMapOvr>
  <p:extLst>
    <p:ext uri="{DCECCB84-F9BA-43D5-87BE-67443E8EF086}">
      <p15:sldGuideLst xmlns:p15="http://schemas.microsoft.com/office/powerpoint/2012/main">
        <p15:guide id="1" pos="181">
          <p15:clr>
            <a:srgbClr val="FBAE40"/>
          </p15:clr>
        </p15:guide>
        <p15:guide id="2" orient="horz" pos="1171">
          <p15:clr>
            <a:srgbClr val="FBAE40"/>
          </p15:clr>
        </p15:guide>
        <p15:guide id="3" orient="horz" pos="2523">
          <p15:clr>
            <a:srgbClr val="FBAE40"/>
          </p15:clr>
        </p15:guide>
        <p15:guide id="4" orient="horz" pos="2334">
          <p15:clr>
            <a:srgbClr val="FBAE40"/>
          </p15:clr>
        </p15:guide>
        <p15:guide id="5" orient="horz" pos="3022">
          <p15:clr>
            <a:srgbClr val="FBAE40"/>
          </p15:clr>
        </p15:guide>
        <p15:guide id="7" orient="horz" pos="4144">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Cover with Keyvisual 2 Dark Blue">
    <p:bg>
      <p:bgPr>
        <a:solidFill>
          <a:srgbClr val="00144A"/>
        </a:solidFill>
        <a:effectLst/>
      </p:bgPr>
    </p:bg>
    <p:spTree>
      <p:nvGrpSpPr>
        <p:cNvPr id="1" name=""/>
        <p:cNvGrpSpPr/>
        <p:nvPr/>
      </p:nvGrpSpPr>
      <p:grpSpPr>
        <a:xfrm>
          <a:off x="0" y="0"/>
          <a:ext cx="0" cy="0"/>
          <a:chOff x="0" y="0"/>
          <a:chExt cx="0" cy="0"/>
        </a:xfrm>
      </p:grpSpPr>
      <p:sp>
        <p:nvSpPr>
          <p:cNvPr id="4" name="Title"/>
          <p:cNvSpPr>
            <a:spLocks noGrp="1"/>
          </p:cNvSpPr>
          <p:nvPr>
            <p:ph type="title" hasCustomPrompt="1"/>
          </p:nvPr>
        </p:nvSpPr>
        <p:spPr>
          <a:xfrm>
            <a:off x="287999" y="1858963"/>
            <a:ext cx="4271575" cy="1844550"/>
          </a:xfrm>
        </p:spPr>
        <p:txBody>
          <a:bodyPr anchor="b" anchorCtr="0">
            <a:noAutofit/>
          </a:bodyPr>
          <a:lstStyle>
            <a:lvl1pPr>
              <a:lnSpc>
                <a:spcPct val="90000"/>
              </a:lnSpc>
              <a:defRPr sz="3200" b="0" i="0">
                <a:solidFill>
                  <a:schemeClr val="bg1"/>
                </a:solidFill>
                <a:latin typeface="+mj-lt"/>
                <a:cs typeface="72" panose="020B0503030000000003" pitchFamily="34" charset="0"/>
              </a:defRPr>
            </a:lvl1pPr>
          </a:lstStyle>
          <a:p>
            <a:pPr fontAlgn="base">
              <a:spcBef>
                <a:spcPct val="50000"/>
              </a:spcBef>
              <a:spcAft>
                <a:spcPct val="0"/>
              </a:spcAft>
              <a:buClr>
                <a:srgbClr val="F0AB00"/>
              </a:buClr>
              <a:buSzPct val="80000"/>
            </a:pPr>
            <a:r>
              <a:rPr lang="en-US"/>
              <a:t>Title goes here</a:t>
            </a:r>
            <a:br>
              <a:rPr lang="en-US"/>
            </a:br>
            <a:r>
              <a:rPr lang="en-US"/>
              <a:t>and here and here </a:t>
            </a:r>
            <a:br>
              <a:rPr lang="en-US"/>
            </a:br>
            <a:r>
              <a:rPr lang="en-US"/>
              <a:t>and here</a:t>
            </a:r>
            <a:endParaRPr lang="de-DE" sz="3600" kern="0">
              <a:ea typeface="72 Brand" pitchFamily="34" charset="-128"/>
              <a:cs typeface="72 Brand" pitchFamily="34" charset="-128"/>
            </a:endParaRPr>
          </a:p>
        </p:txBody>
      </p:sp>
      <p:pic>
        <p:nvPicPr>
          <p:cNvPr id="6" name="object 10">
            <a:extLst>
              <a:ext uri="{FF2B5EF4-FFF2-40B4-BE49-F238E27FC236}">
                <a16:creationId xmlns:a16="http://schemas.microsoft.com/office/drawing/2014/main" id="{C6B76F5E-4398-BD16-B5D6-62F9A27FF810}"/>
              </a:ext>
            </a:extLst>
          </p:cNvPr>
          <p:cNvPicPr/>
          <p:nvPr userDrawn="1"/>
        </p:nvPicPr>
        <p:blipFill>
          <a:blip r:embed="rId3"/>
          <a:srcRect/>
          <a:stretch/>
        </p:blipFill>
        <p:spPr>
          <a:xfrm>
            <a:off x="293337" y="284307"/>
            <a:ext cx="1516538" cy="214363"/>
          </a:xfrm>
          <a:prstGeom prst="rect">
            <a:avLst/>
          </a:prstGeom>
        </p:spPr>
      </p:pic>
      <p:sp>
        <p:nvSpPr>
          <p:cNvPr id="2" name="Text placeholder - column 1">
            <a:extLst>
              <a:ext uri="{FF2B5EF4-FFF2-40B4-BE49-F238E27FC236}">
                <a16:creationId xmlns:a16="http://schemas.microsoft.com/office/drawing/2014/main" id="{BCDC6924-8FC6-12CF-060C-A88CC6F109C7}"/>
              </a:ext>
            </a:extLst>
          </p:cNvPr>
          <p:cNvSpPr>
            <a:spLocks noGrp="1"/>
          </p:cNvSpPr>
          <p:nvPr>
            <p:ph type="body" sz="quarter" idx="23" hasCustomPrompt="1"/>
          </p:nvPr>
        </p:nvSpPr>
        <p:spPr>
          <a:xfrm>
            <a:off x="293337" y="4027469"/>
            <a:ext cx="4271575" cy="503434"/>
          </a:xfrm>
          <a:prstGeom prst="rect">
            <a:avLst/>
          </a:prstGeom>
        </p:spPr>
        <p:txBody>
          <a:bodyPr anchor="b" anchorCtr="0">
            <a:normAutofit/>
          </a:bodyPr>
          <a:lstStyle>
            <a:lvl1pPr marL="0" marR="0" indent="0" algn="l" defTabSz="1088558" rtl="0" eaLnBrk="1" fontAlgn="auto" latinLnBrk="0" hangingPunct="1">
              <a:lnSpc>
                <a:spcPct val="100000"/>
              </a:lnSpc>
              <a:spcBef>
                <a:spcPts val="0"/>
              </a:spcBef>
              <a:spcAft>
                <a:spcPts val="0"/>
              </a:spcAft>
              <a:buClrTx/>
              <a:buSzPct val="80000"/>
              <a:buFont typeface="72 Brand" panose="02000000000000000000" pitchFamily="2" charset="0"/>
              <a:buNone/>
              <a:tabLst/>
              <a:defRPr sz="1600">
                <a:solidFill>
                  <a:schemeClr val="bg1"/>
                </a:solidFill>
              </a:defRPr>
            </a:lvl1pPr>
          </a:lstStyle>
          <a:p>
            <a:pPr lvl="0"/>
            <a:r>
              <a:rPr lang="en-US" dirty="0"/>
              <a:t>Speaker Name, SAP</a:t>
            </a:r>
          </a:p>
          <a:p>
            <a:pPr lvl="0"/>
            <a:r>
              <a:rPr lang="en-US" dirty="0"/>
              <a:t>Speaker Name 2, SAP</a:t>
            </a:r>
          </a:p>
        </p:txBody>
      </p:sp>
      <p:sp>
        <p:nvSpPr>
          <p:cNvPr id="5" name="Text placeholder - column 1">
            <a:extLst>
              <a:ext uri="{FF2B5EF4-FFF2-40B4-BE49-F238E27FC236}">
                <a16:creationId xmlns:a16="http://schemas.microsoft.com/office/drawing/2014/main" id="{9435ADCE-3465-AF4F-B7CC-68F2609F193D}"/>
              </a:ext>
            </a:extLst>
          </p:cNvPr>
          <p:cNvSpPr>
            <a:spLocks noGrp="1"/>
          </p:cNvSpPr>
          <p:nvPr>
            <p:ph type="body" sz="quarter" idx="25" hasCustomPrompt="1"/>
          </p:nvPr>
        </p:nvSpPr>
        <p:spPr>
          <a:xfrm>
            <a:off x="293337" y="4623706"/>
            <a:ext cx="4271575" cy="231153"/>
          </a:xfrm>
          <a:prstGeom prst="rect">
            <a:avLst/>
          </a:prstGeom>
        </p:spPr>
        <p:txBody>
          <a:bodyPr>
            <a:normAutofit/>
          </a:bodyPr>
          <a:lstStyle>
            <a:lvl1pPr marL="0" marR="0" indent="0" algn="l" defTabSz="1088558" rtl="0" eaLnBrk="1" fontAlgn="auto" latinLnBrk="0" hangingPunct="1">
              <a:lnSpc>
                <a:spcPct val="100000"/>
              </a:lnSpc>
              <a:spcBef>
                <a:spcPts val="1800"/>
              </a:spcBef>
              <a:spcAft>
                <a:spcPts val="0"/>
              </a:spcAft>
              <a:buClrTx/>
              <a:buSzPct val="80000"/>
              <a:buFont typeface="72 Brand" panose="02000000000000000000" pitchFamily="2" charset="0"/>
              <a:buChar char="​"/>
              <a:tabLst/>
              <a:defRPr sz="1400">
                <a:solidFill>
                  <a:schemeClr val="bg1"/>
                </a:solidFill>
              </a:defRPr>
            </a:lvl1pPr>
          </a:lstStyle>
          <a:p>
            <a:pPr marL="0" marR="0" lvl="0" indent="0" algn="l" defTabSz="1088558" rtl="0" eaLnBrk="1" fontAlgn="auto" latinLnBrk="0" hangingPunct="1">
              <a:lnSpc>
                <a:spcPct val="100000"/>
              </a:lnSpc>
              <a:spcBef>
                <a:spcPts val="1800"/>
              </a:spcBef>
              <a:spcAft>
                <a:spcPts val="0"/>
              </a:spcAft>
              <a:buClrTx/>
              <a:buSzPct val="80000"/>
              <a:buFont typeface="72 Brand" panose="02000000000000000000" pitchFamily="2" charset="0"/>
              <a:buChar char="​"/>
              <a:tabLst/>
              <a:defRPr/>
            </a:pPr>
            <a:r>
              <a:rPr lang="en-US"/>
              <a:t>Month Year</a:t>
            </a:r>
          </a:p>
        </p:txBody>
      </p:sp>
      <p:pic>
        <p:nvPicPr>
          <p:cNvPr id="9" name="Picture 8" descr="A black and white logo&#10;&#10;AI-generated content may be incorrect.">
            <a:extLst>
              <a:ext uri="{FF2B5EF4-FFF2-40B4-BE49-F238E27FC236}">
                <a16:creationId xmlns:a16="http://schemas.microsoft.com/office/drawing/2014/main" id="{3805DC2B-6B5F-D1FB-BFD0-EF9A7EC4DD86}"/>
              </a:ext>
            </a:extLst>
          </p:cNvPr>
          <p:cNvPicPr>
            <a:picLocks noChangeAspect="1"/>
          </p:cNvPicPr>
          <p:nvPr userDrawn="1"/>
        </p:nvPicPr>
        <p:blipFill>
          <a:blip r:embed="rId4"/>
          <a:stretch>
            <a:fillRect/>
          </a:stretch>
        </p:blipFill>
        <p:spPr>
          <a:xfrm>
            <a:off x="282575" y="6213693"/>
            <a:ext cx="1769400" cy="360000"/>
          </a:xfrm>
          <a:prstGeom prst="rect">
            <a:avLst/>
          </a:prstGeom>
        </p:spPr>
      </p:pic>
      <p:pic>
        <p:nvPicPr>
          <p:cNvPr id="11" name="Grafik 10" descr="Ein Bild, das Kleidung, Menschliches Gesicht, Person, Screenshot enthält.&#10;&#10;KI-generierte Inhalte können fehlerhaft sein.">
            <a:extLst>
              <a:ext uri="{FF2B5EF4-FFF2-40B4-BE49-F238E27FC236}">
                <a16:creationId xmlns:a16="http://schemas.microsoft.com/office/drawing/2014/main" id="{CDF68E14-0038-7C57-0570-81320A0E7D64}"/>
              </a:ext>
            </a:extLst>
          </p:cNvPr>
          <p:cNvPicPr>
            <a:picLocks noChangeAspect="1"/>
          </p:cNvPicPr>
          <p:nvPr userDrawn="1"/>
        </p:nvPicPr>
        <p:blipFill>
          <a:blip r:embed="rId5"/>
          <a:stretch>
            <a:fillRect/>
          </a:stretch>
        </p:blipFill>
        <p:spPr>
          <a:xfrm>
            <a:off x="4445353" y="956737"/>
            <a:ext cx="7374114" cy="4944525"/>
          </a:xfrm>
          <a:prstGeom prst="rect">
            <a:avLst/>
          </a:prstGeom>
        </p:spPr>
      </p:pic>
    </p:spTree>
    <p:extLst>
      <p:ext uri="{BB962C8B-B14F-4D97-AF65-F5344CB8AC3E}">
        <p14:creationId xmlns:p14="http://schemas.microsoft.com/office/powerpoint/2010/main" val="2007447165"/>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pos="181">
          <p15:clr>
            <a:srgbClr val="FBAE40"/>
          </p15:clr>
        </p15:guide>
        <p15:guide id="2" orient="horz" pos="1171">
          <p15:clr>
            <a:srgbClr val="FBAE40"/>
          </p15:clr>
        </p15:guide>
        <p15:guide id="3" orient="horz" pos="2523">
          <p15:clr>
            <a:srgbClr val="FBAE40"/>
          </p15:clr>
        </p15:guide>
        <p15:guide id="4" orient="horz" pos="2334">
          <p15:clr>
            <a:srgbClr val="FBAE40"/>
          </p15:clr>
        </p15:guide>
        <p15:guide id="5" orient="horz" pos="3022">
          <p15:clr>
            <a:srgbClr val="FBAE40"/>
          </p15:clr>
        </p15:guide>
        <p15:guide id="7" orient="horz" pos="4144">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Cover with Keyvisual 2 Light Blue">
    <p:bg>
      <p:bgPr>
        <a:solidFill>
          <a:srgbClr val="EBF8FF"/>
        </a:solidFill>
        <a:effectLst/>
      </p:bgPr>
    </p:bg>
    <p:spTree>
      <p:nvGrpSpPr>
        <p:cNvPr id="1" name=""/>
        <p:cNvGrpSpPr/>
        <p:nvPr/>
      </p:nvGrpSpPr>
      <p:grpSpPr>
        <a:xfrm>
          <a:off x="0" y="0"/>
          <a:ext cx="0" cy="0"/>
          <a:chOff x="0" y="0"/>
          <a:chExt cx="0" cy="0"/>
        </a:xfrm>
      </p:grpSpPr>
      <p:sp>
        <p:nvSpPr>
          <p:cNvPr id="4" name="Title"/>
          <p:cNvSpPr>
            <a:spLocks noGrp="1"/>
          </p:cNvSpPr>
          <p:nvPr>
            <p:ph type="title" hasCustomPrompt="1"/>
          </p:nvPr>
        </p:nvSpPr>
        <p:spPr>
          <a:xfrm>
            <a:off x="287999" y="1858963"/>
            <a:ext cx="4271575" cy="1844550"/>
          </a:xfrm>
        </p:spPr>
        <p:txBody>
          <a:bodyPr anchor="b" anchorCtr="0">
            <a:noAutofit/>
          </a:bodyPr>
          <a:lstStyle>
            <a:lvl1pPr>
              <a:lnSpc>
                <a:spcPct val="90000"/>
              </a:lnSpc>
              <a:defRPr sz="3200" b="0" i="0">
                <a:solidFill>
                  <a:srgbClr val="002A86"/>
                </a:solidFill>
                <a:latin typeface="+mj-lt"/>
                <a:cs typeface="72" panose="020B0503030000000003" pitchFamily="34" charset="0"/>
              </a:defRPr>
            </a:lvl1pPr>
          </a:lstStyle>
          <a:p>
            <a:pPr fontAlgn="base">
              <a:spcBef>
                <a:spcPct val="50000"/>
              </a:spcBef>
              <a:spcAft>
                <a:spcPct val="0"/>
              </a:spcAft>
              <a:buClr>
                <a:srgbClr val="F0AB00"/>
              </a:buClr>
              <a:buSzPct val="80000"/>
            </a:pPr>
            <a:r>
              <a:rPr lang="en-US"/>
              <a:t>Title goes here</a:t>
            </a:r>
            <a:br>
              <a:rPr lang="en-US"/>
            </a:br>
            <a:r>
              <a:rPr lang="en-US"/>
              <a:t>and here and here </a:t>
            </a:r>
            <a:br>
              <a:rPr lang="en-US"/>
            </a:br>
            <a:r>
              <a:rPr lang="en-US"/>
              <a:t>and here</a:t>
            </a:r>
            <a:endParaRPr lang="de-DE" sz="3600" kern="0">
              <a:ea typeface="72 Brand" pitchFamily="34" charset="-128"/>
              <a:cs typeface="72 Brand" pitchFamily="34" charset="-128"/>
            </a:endParaRPr>
          </a:p>
        </p:txBody>
      </p:sp>
      <p:sp>
        <p:nvSpPr>
          <p:cNvPr id="2" name="Text placeholder - column 1">
            <a:extLst>
              <a:ext uri="{FF2B5EF4-FFF2-40B4-BE49-F238E27FC236}">
                <a16:creationId xmlns:a16="http://schemas.microsoft.com/office/drawing/2014/main" id="{BCDC6924-8FC6-12CF-060C-A88CC6F109C7}"/>
              </a:ext>
            </a:extLst>
          </p:cNvPr>
          <p:cNvSpPr>
            <a:spLocks noGrp="1"/>
          </p:cNvSpPr>
          <p:nvPr>
            <p:ph type="body" sz="quarter" idx="23" hasCustomPrompt="1"/>
          </p:nvPr>
        </p:nvSpPr>
        <p:spPr>
          <a:xfrm>
            <a:off x="293337" y="4027469"/>
            <a:ext cx="4271575" cy="503434"/>
          </a:xfrm>
          <a:prstGeom prst="rect">
            <a:avLst/>
          </a:prstGeom>
        </p:spPr>
        <p:txBody>
          <a:bodyPr anchor="b" anchorCtr="0">
            <a:normAutofit/>
          </a:bodyPr>
          <a:lstStyle>
            <a:lvl1pPr marL="0" marR="0" indent="0" algn="l" defTabSz="1088558" rtl="0" eaLnBrk="1" fontAlgn="auto" latinLnBrk="0" hangingPunct="1">
              <a:lnSpc>
                <a:spcPct val="100000"/>
              </a:lnSpc>
              <a:spcBef>
                <a:spcPts val="0"/>
              </a:spcBef>
              <a:spcAft>
                <a:spcPts val="0"/>
              </a:spcAft>
              <a:buClrTx/>
              <a:buSzPct val="80000"/>
              <a:buFont typeface="72 Brand" panose="02000000000000000000" pitchFamily="2" charset="0"/>
              <a:buNone/>
              <a:tabLst/>
              <a:defRPr sz="1600">
                <a:solidFill>
                  <a:srgbClr val="002A86"/>
                </a:solidFill>
              </a:defRPr>
            </a:lvl1pPr>
          </a:lstStyle>
          <a:p>
            <a:pPr lvl="0"/>
            <a:r>
              <a:rPr lang="en-US" dirty="0"/>
              <a:t>Speaker Name, SAP</a:t>
            </a:r>
          </a:p>
          <a:p>
            <a:pPr marL="0" marR="0" lvl="0" indent="0" algn="l" defTabSz="1088558" rtl="0" eaLnBrk="1" fontAlgn="auto" latinLnBrk="0" hangingPunct="1">
              <a:lnSpc>
                <a:spcPct val="100000"/>
              </a:lnSpc>
              <a:spcBef>
                <a:spcPts val="0"/>
              </a:spcBef>
              <a:spcAft>
                <a:spcPts val="0"/>
              </a:spcAft>
              <a:buClrTx/>
              <a:buSzPct val="80000"/>
              <a:buFont typeface="72 Brand" panose="02000000000000000000" pitchFamily="2" charset="0"/>
              <a:buNone/>
              <a:tabLst/>
              <a:defRPr/>
            </a:pPr>
            <a:r>
              <a:rPr lang="en-US" dirty="0"/>
              <a:t>Speaker Name 2, SAP</a:t>
            </a:r>
          </a:p>
        </p:txBody>
      </p:sp>
      <p:sp>
        <p:nvSpPr>
          <p:cNvPr id="5" name="Text placeholder - column 1">
            <a:extLst>
              <a:ext uri="{FF2B5EF4-FFF2-40B4-BE49-F238E27FC236}">
                <a16:creationId xmlns:a16="http://schemas.microsoft.com/office/drawing/2014/main" id="{9435ADCE-3465-AF4F-B7CC-68F2609F193D}"/>
              </a:ext>
            </a:extLst>
          </p:cNvPr>
          <p:cNvSpPr>
            <a:spLocks noGrp="1"/>
          </p:cNvSpPr>
          <p:nvPr>
            <p:ph type="body" sz="quarter" idx="25" hasCustomPrompt="1"/>
          </p:nvPr>
        </p:nvSpPr>
        <p:spPr>
          <a:xfrm>
            <a:off x="293337" y="4623706"/>
            <a:ext cx="4271575" cy="231153"/>
          </a:xfrm>
          <a:prstGeom prst="rect">
            <a:avLst/>
          </a:prstGeom>
        </p:spPr>
        <p:txBody>
          <a:bodyPr>
            <a:normAutofit/>
          </a:bodyPr>
          <a:lstStyle>
            <a:lvl1pPr marL="0" marR="0" indent="0" algn="l" defTabSz="1088558" rtl="0" eaLnBrk="1" fontAlgn="auto" latinLnBrk="0" hangingPunct="1">
              <a:lnSpc>
                <a:spcPct val="100000"/>
              </a:lnSpc>
              <a:spcBef>
                <a:spcPts val="1800"/>
              </a:spcBef>
              <a:spcAft>
                <a:spcPts val="0"/>
              </a:spcAft>
              <a:buClrTx/>
              <a:buSzPct val="80000"/>
              <a:buFont typeface="72 Brand" panose="02000000000000000000" pitchFamily="2" charset="0"/>
              <a:buChar char="​"/>
              <a:tabLst/>
              <a:defRPr sz="1400">
                <a:solidFill>
                  <a:srgbClr val="002A86"/>
                </a:solidFill>
              </a:defRPr>
            </a:lvl1pPr>
          </a:lstStyle>
          <a:p>
            <a:pPr marL="0" marR="0" lvl="0" indent="0" algn="l" defTabSz="1088558" rtl="0" eaLnBrk="1" fontAlgn="auto" latinLnBrk="0" hangingPunct="1">
              <a:lnSpc>
                <a:spcPct val="100000"/>
              </a:lnSpc>
              <a:spcBef>
                <a:spcPts val="1800"/>
              </a:spcBef>
              <a:spcAft>
                <a:spcPts val="0"/>
              </a:spcAft>
              <a:buClrTx/>
              <a:buSzPct val="80000"/>
              <a:buFont typeface="72 Brand" panose="02000000000000000000" pitchFamily="2" charset="0"/>
              <a:buChar char="​"/>
              <a:tabLst/>
              <a:defRPr/>
            </a:pPr>
            <a:r>
              <a:rPr lang="en-US"/>
              <a:t>Month Year</a:t>
            </a:r>
          </a:p>
        </p:txBody>
      </p:sp>
      <p:pic>
        <p:nvPicPr>
          <p:cNvPr id="6" name="object 10">
            <a:extLst>
              <a:ext uri="{FF2B5EF4-FFF2-40B4-BE49-F238E27FC236}">
                <a16:creationId xmlns:a16="http://schemas.microsoft.com/office/drawing/2014/main" id="{E06F435B-B4F2-3C3B-FF01-F2FED0B04E5B}"/>
              </a:ext>
            </a:extLst>
          </p:cNvPr>
          <p:cNvPicPr/>
          <p:nvPr userDrawn="1"/>
        </p:nvPicPr>
        <p:blipFill>
          <a:blip r:embed="rId2"/>
          <a:srcRect/>
          <a:stretch/>
        </p:blipFill>
        <p:spPr>
          <a:xfrm>
            <a:off x="293337" y="284307"/>
            <a:ext cx="1516538" cy="214362"/>
          </a:xfrm>
          <a:prstGeom prst="rect">
            <a:avLst/>
          </a:prstGeom>
        </p:spPr>
      </p:pic>
      <p:pic>
        <p:nvPicPr>
          <p:cNvPr id="3" name="Picture 2">
            <a:extLst>
              <a:ext uri="{FF2B5EF4-FFF2-40B4-BE49-F238E27FC236}">
                <a16:creationId xmlns:a16="http://schemas.microsoft.com/office/drawing/2014/main" id="{CC50B4BD-0486-A000-F88E-89BE29A25CBE}"/>
              </a:ext>
            </a:extLst>
          </p:cNvPr>
          <p:cNvPicPr>
            <a:picLocks noChangeAspect="1"/>
          </p:cNvPicPr>
          <p:nvPr userDrawn="1"/>
        </p:nvPicPr>
        <p:blipFill>
          <a:blip r:embed="rId3"/>
          <a:srcRect/>
          <a:stretch/>
        </p:blipFill>
        <p:spPr>
          <a:xfrm>
            <a:off x="282575" y="6213693"/>
            <a:ext cx="1769400" cy="360000"/>
          </a:xfrm>
          <a:prstGeom prst="rect">
            <a:avLst/>
          </a:prstGeom>
        </p:spPr>
      </p:pic>
      <p:pic>
        <p:nvPicPr>
          <p:cNvPr id="14" name="Grafik 13" descr="Ein Bild, das Menschliches Gesicht, Kleidung, Person, Screenshot enthält.&#10;&#10;KI-generierte Inhalte können fehlerhaft sein.">
            <a:extLst>
              <a:ext uri="{FF2B5EF4-FFF2-40B4-BE49-F238E27FC236}">
                <a16:creationId xmlns:a16="http://schemas.microsoft.com/office/drawing/2014/main" id="{BC94FE32-1FCE-ADF8-9FCE-0CEF75FF74E2}"/>
              </a:ext>
            </a:extLst>
          </p:cNvPr>
          <p:cNvPicPr>
            <a:picLocks noChangeAspect="1"/>
          </p:cNvPicPr>
          <p:nvPr userDrawn="1"/>
        </p:nvPicPr>
        <p:blipFill>
          <a:blip r:embed="rId4"/>
          <a:stretch>
            <a:fillRect/>
          </a:stretch>
        </p:blipFill>
        <p:spPr>
          <a:xfrm>
            <a:off x="4618213" y="1155471"/>
            <a:ext cx="6876985" cy="4605881"/>
          </a:xfrm>
          <a:prstGeom prst="rect">
            <a:avLst/>
          </a:prstGeom>
        </p:spPr>
      </p:pic>
    </p:spTree>
    <p:extLst>
      <p:ext uri="{BB962C8B-B14F-4D97-AF65-F5344CB8AC3E}">
        <p14:creationId xmlns:p14="http://schemas.microsoft.com/office/powerpoint/2010/main" val="2645798199"/>
      </p:ext>
    </p:extLst>
  </p:cSld>
  <p:clrMapOvr>
    <a:masterClrMapping/>
  </p:clrMapOvr>
  <p:extLst>
    <p:ext uri="{DCECCB84-F9BA-43D5-87BE-67443E8EF086}">
      <p15:sldGuideLst xmlns:p15="http://schemas.microsoft.com/office/powerpoint/2012/main">
        <p15:guide id="1" pos="181" userDrawn="1">
          <p15:clr>
            <a:srgbClr val="FBAE40"/>
          </p15:clr>
        </p15:guide>
        <p15:guide id="2" orient="horz" pos="1171" userDrawn="1">
          <p15:clr>
            <a:srgbClr val="FBAE40"/>
          </p15:clr>
        </p15:guide>
        <p15:guide id="3" orient="horz" pos="2523" userDrawn="1">
          <p15:clr>
            <a:srgbClr val="FBAE40"/>
          </p15:clr>
        </p15:guide>
        <p15:guide id="4" orient="horz" pos="2334" userDrawn="1">
          <p15:clr>
            <a:srgbClr val="FBAE40"/>
          </p15:clr>
        </p15:guide>
        <p15:guide id="5" orient="horz" pos="3022" userDrawn="1">
          <p15:clr>
            <a:srgbClr val="FBAE40"/>
          </p15:clr>
        </p15:guide>
        <p15:guide id="7" orient="horz" pos="4144"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3" name="Agenda title"/>
          <p:cNvSpPr>
            <a:spLocks noGrp="1"/>
          </p:cNvSpPr>
          <p:nvPr>
            <p:ph type="title" hasCustomPrompt="1"/>
          </p:nvPr>
        </p:nvSpPr>
        <p:spPr>
          <a:xfrm>
            <a:off x="504000" y="505380"/>
            <a:ext cx="5211000" cy="409019"/>
          </a:xfrm>
        </p:spPr>
        <p:txBody>
          <a:bodyPr/>
          <a:lstStyle>
            <a:lvl1pPr>
              <a:defRPr b="0" i="0">
                <a:latin typeface="72 Brand Medium" panose="020B0504030603020204" pitchFamily="34" charset="0"/>
              </a:defRPr>
            </a:lvl1pPr>
          </a:lstStyle>
          <a:p>
            <a:r>
              <a:rPr lang="en-US"/>
              <a:t>Agenda</a:t>
            </a:r>
          </a:p>
        </p:txBody>
      </p:sp>
      <p:sp>
        <p:nvSpPr>
          <p:cNvPr id="5" name="Text placeholder">
            <a:extLst>
              <a:ext uri="{FF2B5EF4-FFF2-40B4-BE49-F238E27FC236}">
                <a16:creationId xmlns:a16="http://schemas.microsoft.com/office/drawing/2014/main" id="{8E82BE2B-69B2-5121-2AA4-8473C53F0CF1}"/>
              </a:ext>
            </a:extLst>
          </p:cNvPr>
          <p:cNvSpPr>
            <a:spLocks noGrp="1"/>
          </p:cNvSpPr>
          <p:nvPr>
            <p:ph type="body" sz="quarter" idx="11" hasCustomPrompt="1"/>
          </p:nvPr>
        </p:nvSpPr>
        <p:spPr>
          <a:xfrm>
            <a:off x="504000" y="1548000"/>
            <a:ext cx="6212683" cy="4787900"/>
          </a:xfrm>
        </p:spPr>
        <p:txBody>
          <a:bodyPr/>
          <a:lstStyle>
            <a:lvl1pPr>
              <a:defRPr/>
            </a:lvl1pPr>
          </a:lstStyle>
          <a:p>
            <a:pPr lvl="0"/>
            <a:r>
              <a:rPr lang="en-US"/>
              <a:t>Agenda Item/Divider Headline</a:t>
            </a:r>
          </a:p>
          <a:p>
            <a:pPr lvl="1"/>
            <a:r>
              <a:rPr lang="en-US"/>
              <a:t>Details</a:t>
            </a:r>
          </a:p>
        </p:txBody>
      </p:sp>
      <p:sp>
        <p:nvSpPr>
          <p:cNvPr id="11" name="Picture Placeholder 1/3 right">
            <a:extLst>
              <a:ext uri="{FF2B5EF4-FFF2-40B4-BE49-F238E27FC236}">
                <a16:creationId xmlns:a16="http://schemas.microsoft.com/office/drawing/2014/main" id="{DBDDA8C9-7B43-6F20-0BFB-64A2FA0DFDAC}"/>
              </a:ext>
            </a:extLst>
          </p:cNvPr>
          <p:cNvSpPr>
            <a:spLocks noGrp="1"/>
          </p:cNvSpPr>
          <p:nvPr>
            <p:ph type="pic" sz="quarter" idx="10" hasCustomPrompt="1"/>
          </p:nvPr>
        </p:nvSpPr>
        <p:spPr bwMode="gray">
          <a:xfrm>
            <a:off x="7364186" y="0"/>
            <a:ext cx="4830989" cy="6858000"/>
          </a:xfrm>
          <a:no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i="0" kern="1200" dirty="0">
                <a:solidFill>
                  <a:schemeClr val="tx1"/>
                </a:solidFill>
                <a:latin typeface="72 Brand" panose="020B0504030603020204" pitchFamily="34" charset="0"/>
                <a:ea typeface="+mn-ea"/>
                <a:cs typeface="+mn-cs"/>
              </a:defRPr>
            </a:lvl1pPr>
          </a:lstStyle>
          <a:p>
            <a:r>
              <a:rPr lang="en-US"/>
              <a:t>Click icon to add image</a:t>
            </a:r>
            <a:endParaRPr lang="de-DE"/>
          </a:p>
        </p:txBody>
      </p:sp>
    </p:spTree>
    <p:extLst>
      <p:ext uri="{BB962C8B-B14F-4D97-AF65-F5344CB8AC3E}">
        <p14:creationId xmlns:p14="http://schemas.microsoft.com/office/powerpoint/2010/main" val="1859360619"/>
      </p:ext>
    </p:extLst>
  </p:cSld>
  <p:clrMapOvr>
    <a:masterClrMapping/>
  </p:clrMapOvr>
  <p:extLst>
    <p:ext uri="{DCECCB84-F9BA-43D5-87BE-67443E8EF086}">
      <p15:sldGuideLst xmlns:p15="http://schemas.microsoft.com/office/powerpoint/2012/main">
        <p15:guide id="1" pos="311" userDrawn="1">
          <p15:clr>
            <a:srgbClr val="FBAE40"/>
          </p15:clr>
        </p15:guide>
        <p15:guide id="2" orient="horz" pos="970" userDrawn="1">
          <p15:clr>
            <a:srgbClr val="FBAE40"/>
          </p15:clr>
        </p15:guide>
        <p15:guide id="3" pos="7364" userDrawn="1">
          <p15:clr>
            <a:srgbClr val="FBAE40"/>
          </p15:clr>
        </p15:guide>
        <p15:guide id="4" orient="horz" pos="316" userDrawn="1">
          <p15:clr>
            <a:srgbClr val="FBAE40"/>
          </p15:clr>
        </p15:guide>
        <p15:guide id="5" orient="horz" pos="551" userDrawn="1">
          <p15:clr>
            <a:srgbClr val="FBAE40"/>
          </p15:clr>
        </p15:guide>
        <p15:guide id="6" orient="horz" pos="3997"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Divider Page Dark Blue">
    <p:bg>
      <p:bgPr>
        <a:solidFill>
          <a:srgbClr val="00144A"/>
        </a:solidFill>
        <a:effectLst/>
      </p:bgPr>
    </p:bg>
    <p:spTree>
      <p:nvGrpSpPr>
        <p:cNvPr id="1" name=""/>
        <p:cNvGrpSpPr/>
        <p:nvPr/>
      </p:nvGrpSpPr>
      <p:grpSpPr>
        <a:xfrm>
          <a:off x="0" y="0"/>
          <a:ext cx="0" cy="0"/>
          <a:chOff x="0" y="0"/>
          <a:chExt cx="0" cy="0"/>
        </a:xfrm>
      </p:grpSpPr>
      <p:sp>
        <p:nvSpPr>
          <p:cNvPr id="4" name="Divider text">
            <a:extLst>
              <a:ext uri="{FF2B5EF4-FFF2-40B4-BE49-F238E27FC236}">
                <a16:creationId xmlns:a16="http://schemas.microsoft.com/office/drawing/2014/main" id="{A412289E-F61C-C4C6-EF03-71EF2CFBC0E6}"/>
              </a:ext>
            </a:extLst>
          </p:cNvPr>
          <p:cNvSpPr>
            <a:spLocks noGrp="1"/>
          </p:cNvSpPr>
          <p:nvPr>
            <p:ph type="ctrTitle" hasCustomPrompt="1"/>
          </p:nvPr>
        </p:nvSpPr>
        <p:spPr bwMode="black">
          <a:xfrm>
            <a:off x="498475" y="1579893"/>
            <a:ext cx="4695317" cy="2538986"/>
          </a:xfrm>
        </p:spPr>
        <p:txBody>
          <a:bodyPr anchor="ctr" anchorCtr="0">
            <a:noAutofit/>
          </a:bodyPr>
          <a:lstStyle>
            <a:lvl1pPr>
              <a:defRPr sz="3600" b="0" i="0">
                <a:solidFill>
                  <a:schemeClr val="bg1"/>
                </a:solidFill>
                <a:latin typeface="72 Brand Medium" panose="020B0504030603020204" pitchFamily="34" charset="0"/>
              </a:defRPr>
            </a:lvl1pPr>
          </a:lstStyle>
          <a:p>
            <a:r>
              <a:rPr lang="en-US" dirty="0"/>
              <a:t>Divider page</a:t>
            </a:r>
            <a:endParaRPr lang="de-DE" dirty="0"/>
          </a:p>
        </p:txBody>
      </p:sp>
      <p:pic>
        <p:nvPicPr>
          <p:cNvPr id="3" name="Grafik 2" descr="Ein Bild, das Screenshot, Grafiken, Farbigkeit, Electric Blue (Farbe) enthält.&#10;&#10;KI-generierte Inhalte können fehlerhaft sein.">
            <a:extLst>
              <a:ext uri="{FF2B5EF4-FFF2-40B4-BE49-F238E27FC236}">
                <a16:creationId xmlns:a16="http://schemas.microsoft.com/office/drawing/2014/main" id="{74DEEBDB-220B-FC33-E9F5-E0355E26E011}"/>
              </a:ext>
            </a:extLst>
          </p:cNvPr>
          <p:cNvPicPr>
            <a:picLocks noChangeAspect="1"/>
          </p:cNvPicPr>
          <p:nvPr userDrawn="1"/>
        </p:nvPicPr>
        <p:blipFill>
          <a:blip r:embed="rId2"/>
          <a:stretch>
            <a:fillRect/>
          </a:stretch>
        </p:blipFill>
        <p:spPr>
          <a:xfrm>
            <a:off x="5969852" y="2202578"/>
            <a:ext cx="5388254" cy="2183716"/>
          </a:xfrm>
          <a:prstGeom prst="rect">
            <a:avLst/>
          </a:prstGeom>
        </p:spPr>
      </p:pic>
    </p:spTree>
    <p:extLst>
      <p:ext uri="{BB962C8B-B14F-4D97-AF65-F5344CB8AC3E}">
        <p14:creationId xmlns:p14="http://schemas.microsoft.com/office/powerpoint/2010/main" val="4109527874"/>
      </p:ext>
    </p:extLst>
  </p:cSld>
  <p:clrMapOvr>
    <a:masterClrMapping/>
  </p:clrMapOvr>
  <p:hf sldNum="0" hdr="0" ftr="0" dt="0"/>
  <p:extLst>
    <p:ext uri="{DCECCB84-F9BA-43D5-87BE-67443E8EF086}">
      <p15:sldGuideLst xmlns:p15="http://schemas.microsoft.com/office/powerpoint/2012/main">
        <p15:guide id="1" pos="314" userDrawn="1">
          <p15:clr>
            <a:srgbClr val="FBAE40"/>
          </p15:clr>
        </p15:guide>
        <p15:guide id="2" orient="horz" pos="2160" userDrawn="1">
          <p15:clr>
            <a:srgbClr val="FBAE40"/>
          </p15:clr>
        </p15:guide>
        <p15:guide id="3" pos="7364"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Divider Page Light Blue">
    <p:bg>
      <p:bgPr>
        <a:solidFill>
          <a:srgbClr val="EBF8FF"/>
        </a:solidFill>
        <a:effectLst/>
      </p:bgPr>
    </p:bg>
    <p:spTree>
      <p:nvGrpSpPr>
        <p:cNvPr id="1" name=""/>
        <p:cNvGrpSpPr/>
        <p:nvPr/>
      </p:nvGrpSpPr>
      <p:grpSpPr>
        <a:xfrm>
          <a:off x="0" y="0"/>
          <a:ext cx="0" cy="0"/>
          <a:chOff x="0" y="0"/>
          <a:chExt cx="0" cy="0"/>
        </a:xfrm>
      </p:grpSpPr>
      <p:sp>
        <p:nvSpPr>
          <p:cNvPr id="2" name="Divider text">
            <a:extLst>
              <a:ext uri="{FF2B5EF4-FFF2-40B4-BE49-F238E27FC236}">
                <a16:creationId xmlns:a16="http://schemas.microsoft.com/office/drawing/2014/main" id="{B8E19BB8-A9B6-70B1-A41B-ECC3C44A45EE}"/>
              </a:ext>
            </a:extLst>
          </p:cNvPr>
          <p:cNvSpPr>
            <a:spLocks noGrp="1"/>
          </p:cNvSpPr>
          <p:nvPr>
            <p:ph type="ctrTitle" hasCustomPrompt="1"/>
          </p:nvPr>
        </p:nvSpPr>
        <p:spPr bwMode="black">
          <a:xfrm>
            <a:off x="498475" y="1579893"/>
            <a:ext cx="4695317" cy="2538986"/>
          </a:xfrm>
        </p:spPr>
        <p:txBody>
          <a:bodyPr anchor="ctr" anchorCtr="0">
            <a:noAutofit/>
          </a:bodyPr>
          <a:lstStyle>
            <a:lvl1pPr>
              <a:defRPr sz="3600" b="0" i="0">
                <a:solidFill>
                  <a:srgbClr val="00144A"/>
                </a:solidFill>
                <a:latin typeface="72 Brand Medium" panose="020B0504030603020204" pitchFamily="34" charset="0"/>
              </a:defRPr>
            </a:lvl1pPr>
          </a:lstStyle>
          <a:p>
            <a:r>
              <a:rPr lang="en-US" dirty="0"/>
              <a:t>Divider page</a:t>
            </a:r>
            <a:endParaRPr lang="de-DE" dirty="0"/>
          </a:p>
        </p:txBody>
      </p:sp>
      <p:pic>
        <p:nvPicPr>
          <p:cNvPr id="3" name="Grafik 2" descr="Ein Bild, das Grafiken, Screenshot, Grafikdesign, Farbigkeit enthält.&#10;&#10;KI-generierte Inhalte können fehlerhaft sein.">
            <a:extLst>
              <a:ext uri="{FF2B5EF4-FFF2-40B4-BE49-F238E27FC236}">
                <a16:creationId xmlns:a16="http://schemas.microsoft.com/office/drawing/2014/main" id="{0F1D9163-0B5C-5000-AD1B-420F58612E61}"/>
              </a:ext>
            </a:extLst>
          </p:cNvPr>
          <p:cNvPicPr>
            <a:picLocks noChangeAspect="1"/>
          </p:cNvPicPr>
          <p:nvPr userDrawn="1"/>
        </p:nvPicPr>
        <p:blipFill>
          <a:blip r:embed="rId2"/>
          <a:stretch>
            <a:fillRect/>
          </a:stretch>
        </p:blipFill>
        <p:spPr>
          <a:xfrm>
            <a:off x="6450152" y="1564395"/>
            <a:ext cx="4307142" cy="3404212"/>
          </a:xfrm>
          <a:prstGeom prst="rect">
            <a:avLst/>
          </a:prstGeom>
        </p:spPr>
      </p:pic>
    </p:spTree>
    <p:extLst>
      <p:ext uri="{BB962C8B-B14F-4D97-AF65-F5344CB8AC3E}">
        <p14:creationId xmlns:p14="http://schemas.microsoft.com/office/powerpoint/2010/main" val="669827272"/>
      </p:ext>
    </p:extLst>
  </p:cSld>
  <p:clrMapOvr>
    <a:masterClrMapping/>
  </p:clrMapOvr>
  <p:hf sldNum="0" hdr="0" ftr="0" dt="0"/>
  <p:extLst>
    <p:ext uri="{DCECCB84-F9BA-43D5-87BE-67443E8EF086}">
      <p15:sldGuideLst xmlns:p15="http://schemas.microsoft.com/office/powerpoint/2012/main">
        <p15:guide id="1" pos="314" userDrawn="1">
          <p15:clr>
            <a:srgbClr val="FBAE40"/>
          </p15:clr>
        </p15:guide>
        <p15:guide id="2" orient="horz" pos="2160" userDrawn="1">
          <p15:clr>
            <a:srgbClr val="FBAE40"/>
          </p15:clr>
        </p15:guide>
        <p15:guide id="3" pos="7364"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Quote Dark Blue">
    <p:bg>
      <p:bgPr>
        <a:solidFill>
          <a:srgbClr val="00144A"/>
        </a:solidFill>
        <a:effectLst/>
      </p:bgPr>
    </p:bg>
    <p:spTree>
      <p:nvGrpSpPr>
        <p:cNvPr id="1" name=""/>
        <p:cNvGrpSpPr/>
        <p:nvPr/>
      </p:nvGrpSpPr>
      <p:grpSpPr>
        <a:xfrm>
          <a:off x="0" y="0"/>
          <a:ext cx="0" cy="0"/>
          <a:chOff x="0" y="0"/>
          <a:chExt cx="0" cy="0"/>
        </a:xfrm>
      </p:grpSpPr>
      <p:sp>
        <p:nvSpPr>
          <p:cNvPr id="6" name="Rechteck 5">
            <a:extLst>
              <a:ext uri="{FF2B5EF4-FFF2-40B4-BE49-F238E27FC236}">
                <a16:creationId xmlns:a16="http://schemas.microsoft.com/office/drawing/2014/main" id="{F81AC856-51FB-3EF1-C20A-A4CA2C0C35E4}"/>
              </a:ext>
            </a:extLst>
          </p:cNvPr>
          <p:cNvSpPr/>
          <p:nvPr userDrawn="1"/>
        </p:nvSpPr>
        <p:spPr bwMode="gray">
          <a:xfrm>
            <a:off x="10931236" y="0"/>
            <a:ext cx="1263940" cy="6858000"/>
          </a:xfrm>
          <a:prstGeom prst="rect">
            <a:avLst/>
          </a:prstGeom>
          <a:solidFill>
            <a:srgbClr val="00144A"/>
          </a:solidFill>
          <a:ln w="2540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de-DE" sz="1800" b="0" i="0" u="none" strike="noStrike" kern="0" cap="none" spc="0" normalizeH="0" baseline="0" noProof="0">
              <a:ln>
                <a:noFill/>
              </a:ln>
              <a:effectLst/>
              <a:uLnTx/>
              <a:uFillTx/>
              <a:latin typeface="+mn-lt"/>
              <a:ea typeface="72 Brand" pitchFamily="34" charset="-128"/>
              <a:cs typeface="72 Brand" pitchFamily="34" charset="-128"/>
            </a:endParaRPr>
          </a:p>
        </p:txBody>
      </p:sp>
      <p:sp>
        <p:nvSpPr>
          <p:cNvPr id="2" name="Quote placeholder">
            <a:extLst>
              <a:ext uri="{FF2B5EF4-FFF2-40B4-BE49-F238E27FC236}">
                <a16:creationId xmlns:a16="http://schemas.microsoft.com/office/drawing/2014/main" id="{69016EE0-15AC-8AC3-D463-DC5DC610569B}"/>
              </a:ext>
            </a:extLst>
          </p:cNvPr>
          <p:cNvSpPr>
            <a:spLocks noGrp="1"/>
          </p:cNvSpPr>
          <p:nvPr>
            <p:ph type="body" sz="quarter" idx="10" hasCustomPrompt="1"/>
          </p:nvPr>
        </p:nvSpPr>
        <p:spPr>
          <a:xfrm>
            <a:off x="2816035" y="2413223"/>
            <a:ext cx="8747171" cy="2226877"/>
          </a:xfrm>
        </p:spPr>
        <p:txBody>
          <a:bodyPr anchor="ctr" anchorCtr="0"/>
          <a:lstStyle>
            <a:lvl1pPr marL="0" indent="0">
              <a:lnSpc>
                <a:spcPct val="90000"/>
              </a:lnSpc>
              <a:spcBef>
                <a:spcPts val="600"/>
              </a:spcBef>
              <a:defRPr sz="5999" b="0" i="0">
                <a:solidFill>
                  <a:schemeClr val="bg1"/>
                </a:solidFill>
                <a:latin typeface="72 Brand Medium" panose="020B0504030603020204" pitchFamily="34" charset="0"/>
              </a:defRPr>
            </a:lvl1pPr>
            <a:lvl2pPr marL="0" indent="0">
              <a:buNone/>
              <a:defRPr sz="1600">
                <a:solidFill>
                  <a:schemeClr val="bg1"/>
                </a:solidFill>
              </a:defRPr>
            </a:lvl2pPr>
          </a:lstStyle>
          <a:p>
            <a:pPr lvl="0"/>
            <a:r>
              <a:rPr lang="en-US" noProof="0" dirty="0"/>
              <a:t>“Quote goes here </a:t>
            </a:r>
            <a:br>
              <a:rPr lang="en-US" noProof="0" dirty="0"/>
            </a:br>
            <a:r>
              <a:rPr lang="en-US" noProof="0" dirty="0"/>
              <a:t>and here.”</a:t>
            </a:r>
          </a:p>
          <a:p>
            <a:pPr lvl="1"/>
            <a:r>
              <a:rPr lang="en-US" noProof="0" dirty="0"/>
              <a:t>Source</a:t>
            </a:r>
          </a:p>
        </p:txBody>
      </p:sp>
      <p:pic>
        <p:nvPicPr>
          <p:cNvPr id="26" name="Grafik 25">
            <a:extLst>
              <a:ext uri="{FF2B5EF4-FFF2-40B4-BE49-F238E27FC236}">
                <a16:creationId xmlns:a16="http://schemas.microsoft.com/office/drawing/2014/main" id="{BF5A9396-A07D-6E06-45A1-4C3DA3FAF659}"/>
              </a:ext>
            </a:extLst>
          </p:cNvPr>
          <p:cNvPicPr>
            <a:picLocks noChangeAspect="1"/>
          </p:cNvPicPr>
          <p:nvPr userDrawn="1"/>
        </p:nvPicPr>
        <p:blipFill>
          <a:blip r:embed="rId3"/>
          <a:srcRect l="56665" r="-30972"/>
          <a:stretch>
            <a:fillRect/>
          </a:stretch>
        </p:blipFill>
        <p:spPr>
          <a:xfrm>
            <a:off x="0" y="-685863"/>
            <a:ext cx="4670474" cy="8007542"/>
          </a:xfrm>
          <a:prstGeom prst="rect">
            <a:avLst/>
          </a:prstGeom>
        </p:spPr>
      </p:pic>
    </p:spTree>
    <p:extLst>
      <p:ext uri="{BB962C8B-B14F-4D97-AF65-F5344CB8AC3E}">
        <p14:creationId xmlns:p14="http://schemas.microsoft.com/office/powerpoint/2010/main" val="932785900"/>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pos="314" userDrawn="1">
          <p15:clr>
            <a:srgbClr val="FBAE40"/>
          </p15:clr>
        </p15:guide>
        <p15:guide id="4" orient="horz" pos="1132" userDrawn="1">
          <p15:clr>
            <a:srgbClr val="FBAE40"/>
          </p15:clr>
        </p15:guide>
        <p15:guide id="5" orient="horz" pos="2682" userDrawn="1">
          <p15:clr>
            <a:srgbClr val="FBAE40"/>
          </p15:clr>
        </p15:guide>
        <p15:guide id="6" pos="7363" userDrawn="1">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Quote Light Blue">
    <p:bg>
      <p:bgPr>
        <a:solidFill>
          <a:srgbClr val="EBF8FF"/>
        </a:solidFill>
        <a:effectLst/>
      </p:bgPr>
    </p:bg>
    <p:spTree>
      <p:nvGrpSpPr>
        <p:cNvPr id="1" name=""/>
        <p:cNvGrpSpPr/>
        <p:nvPr/>
      </p:nvGrpSpPr>
      <p:grpSpPr>
        <a:xfrm>
          <a:off x="0" y="0"/>
          <a:ext cx="0" cy="0"/>
          <a:chOff x="0" y="0"/>
          <a:chExt cx="0" cy="0"/>
        </a:xfrm>
      </p:grpSpPr>
      <p:sp>
        <p:nvSpPr>
          <p:cNvPr id="5" name="Quote placeholder">
            <a:extLst>
              <a:ext uri="{FF2B5EF4-FFF2-40B4-BE49-F238E27FC236}">
                <a16:creationId xmlns:a16="http://schemas.microsoft.com/office/drawing/2014/main" id="{2F562D68-12E0-FC6D-5FA2-8F0F5950F22A}"/>
              </a:ext>
            </a:extLst>
          </p:cNvPr>
          <p:cNvSpPr>
            <a:spLocks noGrp="1"/>
          </p:cNvSpPr>
          <p:nvPr>
            <p:ph type="body" sz="quarter" idx="10" hasCustomPrompt="1"/>
          </p:nvPr>
        </p:nvSpPr>
        <p:spPr>
          <a:xfrm>
            <a:off x="2816035" y="2413223"/>
            <a:ext cx="8747171" cy="2226877"/>
          </a:xfrm>
        </p:spPr>
        <p:txBody>
          <a:bodyPr anchor="ctr" anchorCtr="0"/>
          <a:lstStyle>
            <a:lvl1pPr marL="0" indent="0">
              <a:lnSpc>
                <a:spcPct val="90000"/>
              </a:lnSpc>
              <a:spcBef>
                <a:spcPts val="600"/>
              </a:spcBef>
              <a:defRPr sz="5999" b="0" i="0">
                <a:solidFill>
                  <a:srgbClr val="00144A"/>
                </a:solidFill>
                <a:latin typeface="72 Brand Medium" panose="020B0504030603020204" pitchFamily="34" charset="0"/>
              </a:defRPr>
            </a:lvl1pPr>
            <a:lvl2pPr marL="0" indent="0">
              <a:buNone/>
              <a:defRPr sz="1600">
                <a:solidFill>
                  <a:srgbClr val="00144A"/>
                </a:solidFill>
              </a:defRPr>
            </a:lvl2pPr>
          </a:lstStyle>
          <a:p>
            <a:pPr lvl="0"/>
            <a:r>
              <a:rPr lang="en-US" noProof="0" dirty="0"/>
              <a:t>“Quote goes here </a:t>
            </a:r>
            <a:br>
              <a:rPr lang="en-US" noProof="0" dirty="0"/>
            </a:br>
            <a:r>
              <a:rPr lang="en-US" noProof="0" dirty="0"/>
              <a:t>and here.”</a:t>
            </a:r>
          </a:p>
          <a:p>
            <a:pPr lvl="1"/>
            <a:r>
              <a:rPr lang="en-US" noProof="0" dirty="0"/>
              <a:t>Source</a:t>
            </a:r>
          </a:p>
        </p:txBody>
      </p:sp>
      <p:pic>
        <p:nvPicPr>
          <p:cNvPr id="23" name="Grafik 22" descr="Ein Bild, das Screenshot, Farbigkeit, Grafiken, Design enthält.&#10;&#10;KI-generierte Inhalte können fehlerhaft sein.">
            <a:extLst>
              <a:ext uri="{FF2B5EF4-FFF2-40B4-BE49-F238E27FC236}">
                <a16:creationId xmlns:a16="http://schemas.microsoft.com/office/drawing/2014/main" id="{3F193346-BE53-D607-580F-690C2CC99A73}"/>
              </a:ext>
            </a:extLst>
          </p:cNvPr>
          <p:cNvPicPr>
            <a:picLocks noChangeAspect="1"/>
          </p:cNvPicPr>
          <p:nvPr userDrawn="1"/>
        </p:nvPicPr>
        <p:blipFill>
          <a:blip r:embed="rId3"/>
          <a:srcRect l="50232"/>
          <a:stretch>
            <a:fillRect/>
          </a:stretch>
        </p:blipFill>
        <p:spPr>
          <a:xfrm>
            <a:off x="0" y="-685863"/>
            <a:ext cx="3016719" cy="8007542"/>
          </a:xfrm>
          <a:prstGeom prst="rect">
            <a:avLst/>
          </a:prstGeom>
        </p:spPr>
      </p:pic>
    </p:spTree>
    <p:extLst>
      <p:ext uri="{BB962C8B-B14F-4D97-AF65-F5344CB8AC3E}">
        <p14:creationId xmlns:p14="http://schemas.microsoft.com/office/powerpoint/2010/main" val="326809353"/>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pos="314" userDrawn="1">
          <p15:clr>
            <a:srgbClr val="FBAE40"/>
          </p15:clr>
        </p15:guide>
        <p15:guide id="4" orient="horz" pos="1132" userDrawn="1">
          <p15:clr>
            <a:srgbClr val="FBAE40"/>
          </p15:clr>
        </p15:guide>
        <p15:guide id="5" orient="horz" pos="3204" userDrawn="1">
          <p15:clr>
            <a:srgbClr val="FBAE40"/>
          </p15:clr>
        </p15:guide>
        <p15:guide id="6" pos="7363"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Where ideas get real Dark Blue">
    <p:bg>
      <p:bgPr>
        <a:solidFill>
          <a:srgbClr val="00144A"/>
        </a:solidFill>
        <a:effectLst/>
      </p:bgPr>
    </p:bg>
    <p:spTree>
      <p:nvGrpSpPr>
        <p:cNvPr id="1" name=""/>
        <p:cNvGrpSpPr/>
        <p:nvPr/>
      </p:nvGrpSpPr>
      <p:grpSpPr>
        <a:xfrm>
          <a:off x="0" y="0"/>
          <a:ext cx="0" cy="0"/>
          <a:chOff x="0" y="0"/>
          <a:chExt cx="0" cy="0"/>
        </a:xfrm>
      </p:grpSpPr>
      <p:sp>
        <p:nvSpPr>
          <p:cNvPr id="6" name="Rechteck 5">
            <a:extLst>
              <a:ext uri="{FF2B5EF4-FFF2-40B4-BE49-F238E27FC236}">
                <a16:creationId xmlns:a16="http://schemas.microsoft.com/office/drawing/2014/main" id="{F81AC856-51FB-3EF1-C20A-A4CA2C0C35E4}"/>
              </a:ext>
            </a:extLst>
          </p:cNvPr>
          <p:cNvSpPr/>
          <p:nvPr userDrawn="1"/>
        </p:nvSpPr>
        <p:spPr bwMode="gray">
          <a:xfrm>
            <a:off x="10931236" y="0"/>
            <a:ext cx="1263940" cy="6858000"/>
          </a:xfrm>
          <a:prstGeom prst="rect">
            <a:avLst/>
          </a:prstGeom>
          <a:solidFill>
            <a:srgbClr val="00144A"/>
          </a:solidFill>
          <a:ln w="2540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de-DE" sz="1800" b="0" i="0" u="none" strike="noStrike" kern="0" cap="none" spc="0" normalizeH="0" baseline="0" noProof="0">
              <a:ln>
                <a:noFill/>
              </a:ln>
              <a:effectLst/>
              <a:uLnTx/>
              <a:uFillTx/>
              <a:latin typeface="+mn-lt"/>
              <a:ea typeface="72 Brand" pitchFamily="34" charset="-128"/>
              <a:cs typeface="72 Brand" pitchFamily="34" charset="-128"/>
            </a:endParaRPr>
          </a:p>
        </p:txBody>
      </p:sp>
      <p:pic>
        <p:nvPicPr>
          <p:cNvPr id="5" name="Grafik 4" descr="Ein Bild, das Screenshot, Grafiken, Schrift, Grafikdesign enthält.&#10;&#10;KI-generierte Inhalte können fehlerhaft sein.">
            <a:extLst>
              <a:ext uri="{FF2B5EF4-FFF2-40B4-BE49-F238E27FC236}">
                <a16:creationId xmlns:a16="http://schemas.microsoft.com/office/drawing/2014/main" id="{90EAC435-859A-AD05-9820-711E4C833EE9}"/>
              </a:ext>
            </a:extLst>
          </p:cNvPr>
          <p:cNvPicPr>
            <a:picLocks noChangeAspect="1"/>
          </p:cNvPicPr>
          <p:nvPr userDrawn="1"/>
        </p:nvPicPr>
        <p:blipFill>
          <a:blip r:embed="rId3"/>
          <a:stretch>
            <a:fillRect/>
          </a:stretch>
        </p:blipFill>
        <p:spPr>
          <a:xfrm>
            <a:off x="1011142" y="2106743"/>
            <a:ext cx="10172890" cy="2489239"/>
          </a:xfrm>
          <a:prstGeom prst="rect">
            <a:avLst/>
          </a:prstGeom>
        </p:spPr>
      </p:pic>
    </p:spTree>
    <p:extLst>
      <p:ext uri="{BB962C8B-B14F-4D97-AF65-F5344CB8AC3E}">
        <p14:creationId xmlns:p14="http://schemas.microsoft.com/office/powerpoint/2010/main" val="2778905346"/>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pos="314" userDrawn="1">
          <p15:clr>
            <a:srgbClr val="FBAE40"/>
          </p15:clr>
        </p15:guide>
        <p15:guide id="4" orient="horz" pos="1132" userDrawn="1">
          <p15:clr>
            <a:srgbClr val="FBAE40"/>
          </p15:clr>
        </p15:guide>
        <p15:guide id="5" orient="horz" pos="2682" userDrawn="1">
          <p15:clr>
            <a:srgbClr val="FBAE40"/>
          </p15:clr>
        </p15:guide>
        <p15:guide id="6" pos="7363"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Where ideas get real Light Blue">
    <p:bg>
      <p:bgPr>
        <a:solidFill>
          <a:srgbClr val="EBF8FF"/>
        </a:solidFill>
        <a:effectLst/>
      </p:bgPr>
    </p:bg>
    <p:spTree>
      <p:nvGrpSpPr>
        <p:cNvPr id="1" name=""/>
        <p:cNvGrpSpPr/>
        <p:nvPr/>
      </p:nvGrpSpPr>
      <p:grpSpPr>
        <a:xfrm>
          <a:off x="0" y="0"/>
          <a:ext cx="0" cy="0"/>
          <a:chOff x="0" y="0"/>
          <a:chExt cx="0" cy="0"/>
        </a:xfrm>
      </p:grpSpPr>
      <p:pic>
        <p:nvPicPr>
          <p:cNvPr id="3" name="Grafik 2" descr="Ein Bild, das Screenshot, Grafiken, Grafikdesign, Schrift enthält.&#10;&#10;KI-generierte Inhalte können fehlerhaft sein.">
            <a:extLst>
              <a:ext uri="{FF2B5EF4-FFF2-40B4-BE49-F238E27FC236}">
                <a16:creationId xmlns:a16="http://schemas.microsoft.com/office/drawing/2014/main" id="{304D449C-317C-5DAF-ABE2-58208202148F}"/>
              </a:ext>
            </a:extLst>
          </p:cNvPr>
          <p:cNvPicPr>
            <a:picLocks noChangeAspect="1"/>
          </p:cNvPicPr>
          <p:nvPr userDrawn="1"/>
        </p:nvPicPr>
        <p:blipFill>
          <a:blip r:embed="rId3"/>
          <a:stretch>
            <a:fillRect/>
          </a:stretch>
        </p:blipFill>
        <p:spPr>
          <a:xfrm>
            <a:off x="1516379" y="1324349"/>
            <a:ext cx="9162415" cy="3629152"/>
          </a:xfrm>
          <a:prstGeom prst="rect">
            <a:avLst/>
          </a:prstGeom>
        </p:spPr>
      </p:pic>
    </p:spTree>
    <p:extLst>
      <p:ext uri="{BB962C8B-B14F-4D97-AF65-F5344CB8AC3E}">
        <p14:creationId xmlns:p14="http://schemas.microsoft.com/office/powerpoint/2010/main" val="413867367"/>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pos="314">
          <p15:clr>
            <a:srgbClr val="FBAE40"/>
          </p15:clr>
        </p15:guide>
        <p15:guide id="4" orient="horz" pos="1132">
          <p15:clr>
            <a:srgbClr val="FBAE40"/>
          </p15:clr>
        </p15:guide>
        <p15:guide id="5" orient="horz" pos="3204">
          <p15:clr>
            <a:srgbClr val="FBAE40"/>
          </p15:clr>
        </p15:guide>
        <p15:guide id="6" pos="7363">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Nur Titel">
    <p:spTree>
      <p:nvGrpSpPr>
        <p:cNvPr id="1" name=""/>
        <p:cNvGrpSpPr/>
        <p:nvPr/>
      </p:nvGrpSpPr>
      <p:grpSpPr>
        <a:xfrm>
          <a:off x="0" y="0"/>
          <a:ext cx="0" cy="0"/>
          <a:chOff x="0" y="0"/>
          <a:chExt cx="0" cy="0"/>
        </a:xfrm>
      </p:grpSpPr>
      <p:sp>
        <p:nvSpPr>
          <p:cNvPr id="3" name="Title"/>
          <p:cNvSpPr>
            <a:spLocks noGrp="1"/>
          </p:cNvSpPr>
          <p:nvPr>
            <p:ph type="title" hasCustomPrompt="1"/>
          </p:nvPr>
        </p:nvSpPr>
        <p:spPr/>
        <p:txBody>
          <a:bodyPr/>
          <a:lstStyle>
            <a:lvl1pPr>
              <a:defRPr b="0" i="0">
                <a:latin typeface="72 Brand Medium" panose="020B0504030603020204" pitchFamily="34" charset="0"/>
              </a:defRPr>
            </a:lvl1pPr>
          </a:lstStyle>
          <a:p>
            <a:r>
              <a:rPr lang="en-US" noProof="0"/>
              <a:t>Insert page title (sentence case)</a:t>
            </a:r>
            <a:endParaRPr lang="en-US"/>
          </a:p>
        </p:txBody>
      </p:sp>
    </p:spTree>
    <p:extLst>
      <p:ext uri="{BB962C8B-B14F-4D97-AF65-F5344CB8AC3E}">
        <p14:creationId xmlns:p14="http://schemas.microsoft.com/office/powerpoint/2010/main" val="2466743634"/>
      </p:ext>
    </p:extLst>
  </p:cSld>
  <p:clrMapOvr>
    <a:masterClrMapping/>
  </p:clrMapOvr>
  <p:extLst>
    <p:ext uri="{DCECCB84-F9BA-43D5-87BE-67443E8EF086}">
      <p15:sldGuideLst xmlns:p15="http://schemas.microsoft.com/office/powerpoint/2012/main">
        <p15:guide id="1" pos="314" userDrawn="1">
          <p15:clr>
            <a:srgbClr val="FBAE40"/>
          </p15:clr>
        </p15:guide>
        <p15:guide id="2" orient="horz" pos="317" userDrawn="1">
          <p15:clr>
            <a:srgbClr val="FBAE40"/>
          </p15:clr>
        </p15:guide>
        <p15:guide id="3" pos="7364" userDrawn="1">
          <p15:clr>
            <a:srgbClr val="FBAE40"/>
          </p15:clr>
        </p15:guide>
        <p15:guide id="4" orient="horz" pos="551" userDrawn="1">
          <p15:clr>
            <a:srgbClr val="FBAE40"/>
          </p15:clr>
        </p15:guide>
        <p15:guide id="5" orient="horz" pos="3992" userDrawn="1">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und Text">
    <p:spTree>
      <p:nvGrpSpPr>
        <p:cNvPr id="1" name=""/>
        <p:cNvGrpSpPr/>
        <p:nvPr/>
      </p:nvGrpSpPr>
      <p:grpSpPr>
        <a:xfrm>
          <a:off x="0" y="0"/>
          <a:ext cx="0" cy="0"/>
          <a:chOff x="0" y="0"/>
          <a:chExt cx="0" cy="0"/>
        </a:xfrm>
      </p:grpSpPr>
      <p:sp>
        <p:nvSpPr>
          <p:cNvPr id="4" name="Text placeholder"/>
          <p:cNvSpPr>
            <a:spLocks noGrp="1"/>
          </p:cNvSpPr>
          <p:nvPr>
            <p:ph type="body" sz="quarter" idx="10" hasCustomPrompt="1"/>
          </p:nvPr>
        </p:nvSpPr>
        <p:spPr>
          <a:xfrm>
            <a:off x="504000" y="1548000"/>
            <a:ext cx="11186477" cy="4787900"/>
          </a:xfrm>
        </p:spPr>
        <p:txBody>
          <a:bodyPr/>
          <a:lstStyle>
            <a:lvl1pPr>
              <a:defRPr/>
            </a:lvl1pPr>
          </a:lstStyle>
          <a:p>
            <a:pPr lvl="0"/>
            <a:r>
              <a:rPr lang="en-GB"/>
              <a:t>Start typing to add text without a bullet point. To add a bullet point, place the cursor at the start of this line and press tab.</a:t>
            </a:r>
            <a:endParaRPr lang="en-US" noProof="0"/>
          </a:p>
          <a:p>
            <a:pPr lvl="1"/>
            <a:r>
              <a:rPr lang="en-US"/>
              <a:t>Second level</a:t>
            </a:r>
          </a:p>
          <a:p>
            <a:pPr lvl="2"/>
            <a:r>
              <a:rPr lang="en-US"/>
              <a:t>Third level</a:t>
            </a:r>
          </a:p>
          <a:p>
            <a:pPr lvl="3"/>
            <a:r>
              <a:rPr lang="en-US"/>
              <a:t>Fourth level</a:t>
            </a:r>
          </a:p>
          <a:p>
            <a:pPr lvl="4"/>
            <a:r>
              <a:rPr lang="en-US"/>
              <a:t>Fifth level</a:t>
            </a:r>
          </a:p>
        </p:txBody>
      </p:sp>
      <p:sp>
        <p:nvSpPr>
          <p:cNvPr id="3" name="Title"/>
          <p:cNvSpPr>
            <a:spLocks noGrp="1"/>
          </p:cNvSpPr>
          <p:nvPr>
            <p:ph type="title" hasCustomPrompt="1"/>
          </p:nvPr>
        </p:nvSpPr>
        <p:spPr>
          <a:xfrm>
            <a:off x="504000" y="504000"/>
            <a:ext cx="11186476" cy="369332"/>
          </a:xfrm>
        </p:spPr>
        <p:txBody>
          <a:bodyPr/>
          <a:lstStyle>
            <a:lvl1pPr>
              <a:defRPr b="0"/>
            </a:lvl1pPr>
          </a:lstStyle>
          <a:p>
            <a:r>
              <a:rPr lang="en-US" noProof="0"/>
              <a:t>Insert page title (sentence case)</a:t>
            </a:r>
            <a:endParaRPr lang="en-US"/>
          </a:p>
        </p:txBody>
      </p:sp>
    </p:spTree>
    <p:extLst>
      <p:ext uri="{BB962C8B-B14F-4D97-AF65-F5344CB8AC3E}">
        <p14:creationId xmlns:p14="http://schemas.microsoft.com/office/powerpoint/2010/main" val="2129332223"/>
      </p:ext>
    </p:extLst>
  </p:cSld>
  <p:clrMapOvr>
    <a:masterClrMapping/>
  </p:clrMapOvr>
  <p:extLst>
    <p:ext uri="{DCECCB84-F9BA-43D5-87BE-67443E8EF086}">
      <p15:sldGuideLst xmlns:p15="http://schemas.microsoft.com/office/powerpoint/2012/main">
        <p15:guide id="1" pos="312" userDrawn="1">
          <p15:clr>
            <a:srgbClr val="FBAE40"/>
          </p15:clr>
        </p15:guide>
        <p15:guide id="2" orient="horz" pos="3997" userDrawn="1">
          <p15:clr>
            <a:srgbClr val="FBAE40"/>
          </p15:clr>
        </p15:guide>
        <p15:guide id="3" pos="7364" userDrawn="1">
          <p15:clr>
            <a:srgbClr val="FBAE40"/>
          </p15:clr>
        </p15:guide>
        <p15:guide id="4" orient="horz" pos="318" userDrawn="1">
          <p15:clr>
            <a:srgbClr val="FBAE40"/>
          </p15:clr>
        </p15:guide>
        <p15:guide id="5" orient="horz" pos="552" userDrawn="1">
          <p15:clr>
            <a:srgbClr val="FBAE40"/>
          </p15:clr>
        </p15:guide>
        <p15:guide id="6" orient="horz" pos="972" userDrawn="1">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ext Only">
    <p:spTree>
      <p:nvGrpSpPr>
        <p:cNvPr id="1" name=""/>
        <p:cNvGrpSpPr/>
        <p:nvPr/>
      </p:nvGrpSpPr>
      <p:grpSpPr>
        <a:xfrm>
          <a:off x="0" y="0"/>
          <a:ext cx="0" cy="0"/>
          <a:chOff x="0" y="0"/>
          <a:chExt cx="0" cy="0"/>
        </a:xfrm>
      </p:grpSpPr>
      <p:sp>
        <p:nvSpPr>
          <p:cNvPr id="4" name="Text placeholder"/>
          <p:cNvSpPr>
            <a:spLocks noGrp="1"/>
          </p:cNvSpPr>
          <p:nvPr>
            <p:ph type="body" sz="quarter" idx="10" hasCustomPrompt="1"/>
          </p:nvPr>
        </p:nvSpPr>
        <p:spPr>
          <a:xfrm>
            <a:off x="504000" y="1548000"/>
            <a:ext cx="11186477" cy="4787900"/>
          </a:xfrm>
        </p:spPr>
        <p:txBody>
          <a:bodyPr/>
          <a:lstStyle>
            <a:lvl1pPr>
              <a:defRPr/>
            </a:lvl1pPr>
          </a:lstStyle>
          <a:p>
            <a:pPr lvl="0"/>
            <a:r>
              <a:rPr lang="en-GB"/>
              <a:t>Start typing to add text without a bullet point. To add a bullet point, place the cursor at the start of this line and press tab.</a:t>
            </a:r>
            <a:endParaRPr lang="en-US" noProof="0"/>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140653082"/>
      </p:ext>
    </p:extLst>
  </p:cSld>
  <p:clrMapOvr>
    <a:masterClrMapping/>
  </p:clrMapOvr>
  <p:extLst>
    <p:ext uri="{DCECCB84-F9BA-43D5-87BE-67443E8EF086}">
      <p15:sldGuideLst xmlns:p15="http://schemas.microsoft.com/office/powerpoint/2012/main">
        <p15:guide id="1" pos="312">
          <p15:clr>
            <a:srgbClr val="FBAE40"/>
          </p15:clr>
        </p15:guide>
        <p15:guide id="2" orient="horz" pos="3997">
          <p15:clr>
            <a:srgbClr val="FBAE40"/>
          </p15:clr>
        </p15:guide>
        <p15:guide id="3" pos="7364">
          <p15:clr>
            <a:srgbClr val="FBAE40"/>
          </p15:clr>
        </p15:guide>
        <p15:guide id="4" orient="horz" pos="318">
          <p15:clr>
            <a:srgbClr val="FBAE40"/>
          </p15:clr>
        </p15:guide>
        <p15:guide id="5" orient="horz" pos="552">
          <p15:clr>
            <a:srgbClr val="FBAE40"/>
          </p15:clr>
        </p15:guide>
        <p15:guide id="6" orient="horz" pos="972">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le and Text: 2 Columns">
    <p:spTree>
      <p:nvGrpSpPr>
        <p:cNvPr id="1" name=""/>
        <p:cNvGrpSpPr/>
        <p:nvPr/>
      </p:nvGrpSpPr>
      <p:grpSpPr>
        <a:xfrm>
          <a:off x="0" y="0"/>
          <a:ext cx="0" cy="0"/>
          <a:chOff x="0" y="0"/>
          <a:chExt cx="0" cy="0"/>
        </a:xfrm>
      </p:grpSpPr>
      <p:sp>
        <p:nvSpPr>
          <p:cNvPr id="5" name="Text placeholder - column 2"/>
          <p:cNvSpPr>
            <a:spLocks noGrp="1"/>
          </p:cNvSpPr>
          <p:nvPr>
            <p:ph type="body" sz="quarter" idx="11" hasCustomPrompt="1"/>
          </p:nvPr>
        </p:nvSpPr>
        <p:spPr>
          <a:xfrm>
            <a:off x="6362477" y="1548000"/>
            <a:ext cx="5328000" cy="4787900"/>
          </a:xfrm>
        </p:spPr>
        <p:txBody>
          <a:bodyPr/>
          <a:lstStyle>
            <a:lvl1pPr>
              <a:defRPr/>
            </a:lvl1pPr>
          </a:lstStyle>
          <a:p>
            <a:pPr lvl="0"/>
            <a:r>
              <a:rPr lang="en-US" noProof="0"/>
              <a:t>First level</a:t>
            </a:r>
          </a:p>
          <a:p>
            <a:pPr lvl="1"/>
            <a:r>
              <a:rPr lang="en-US"/>
              <a:t>Second level</a:t>
            </a:r>
          </a:p>
          <a:p>
            <a:pPr lvl="2"/>
            <a:r>
              <a:rPr lang="en-US"/>
              <a:t>Third level</a:t>
            </a:r>
          </a:p>
          <a:p>
            <a:pPr lvl="3"/>
            <a:r>
              <a:rPr lang="en-US"/>
              <a:t>Fourth level</a:t>
            </a:r>
          </a:p>
          <a:p>
            <a:pPr lvl="4"/>
            <a:r>
              <a:rPr lang="en-US"/>
              <a:t>Fifth level</a:t>
            </a:r>
          </a:p>
        </p:txBody>
      </p:sp>
      <p:sp>
        <p:nvSpPr>
          <p:cNvPr id="4" name="Text placeholder - column 1"/>
          <p:cNvSpPr>
            <a:spLocks noGrp="1"/>
          </p:cNvSpPr>
          <p:nvPr>
            <p:ph type="body" sz="quarter" idx="10" hasCustomPrompt="1"/>
          </p:nvPr>
        </p:nvSpPr>
        <p:spPr>
          <a:xfrm>
            <a:off x="504000" y="1548000"/>
            <a:ext cx="5328000" cy="4787900"/>
          </a:xfrm>
        </p:spPr>
        <p:txBody>
          <a:bodyPr/>
          <a:lstStyle>
            <a:lvl1pPr>
              <a:defRPr/>
            </a:lvl1pPr>
          </a:lstStyle>
          <a:p>
            <a:pPr lvl="0"/>
            <a:r>
              <a:rPr lang="en-US" noProof="0"/>
              <a:t>First level</a:t>
            </a:r>
          </a:p>
          <a:p>
            <a:pPr lvl="1"/>
            <a:r>
              <a:rPr lang="en-US"/>
              <a:t>Second level</a:t>
            </a:r>
          </a:p>
          <a:p>
            <a:pPr lvl="2"/>
            <a:r>
              <a:rPr lang="en-US"/>
              <a:t>Third level</a:t>
            </a:r>
          </a:p>
          <a:p>
            <a:pPr lvl="3"/>
            <a:r>
              <a:rPr lang="en-US"/>
              <a:t>Fourth level</a:t>
            </a:r>
          </a:p>
          <a:p>
            <a:pPr lvl="4"/>
            <a:r>
              <a:rPr lang="en-US"/>
              <a:t>Fifth level</a:t>
            </a:r>
          </a:p>
        </p:txBody>
      </p:sp>
      <p:sp>
        <p:nvSpPr>
          <p:cNvPr id="3" name="Title"/>
          <p:cNvSpPr>
            <a:spLocks noGrp="1"/>
          </p:cNvSpPr>
          <p:nvPr>
            <p:ph type="title" hasCustomPrompt="1"/>
          </p:nvPr>
        </p:nvSpPr>
        <p:spPr>
          <a:xfrm>
            <a:off x="504001" y="504000"/>
            <a:ext cx="11186476" cy="369332"/>
          </a:xfrm>
        </p:spPr>
        <p:txBody>
          <a:bodyPr/>
          <a:lstStyle/>
          <a:p>
            <a:r>
              <a:rPr lang="en-US" noProof="0"/>
              <a:t>Insert page title (sentence case)</a:t>
            </a:r>
            <a:endParaRPr lang="en-US"/>
          </a:p>
        </p:txBody>
      </p:sp>
    </p:spTree>
    <p:extLst>
      <p:ext uri="{BB962C8B-B14F-4D97-AF65-F5344CB8AC3E}">
        <p14:creationId xmlns:p14="http://schemas.microsoft.com/office/powerpoint/2010/main" val="2630481451"/>
      </p:ext>
    </p:extLst>
  </p:cSld>
  <p:clrMapOvr>
    <a:masterClrMapping/>
  </p:clrMapOvr>
  <p:extLst>
    <p:ext uri="{DCECCB84-F9BA-43D5-87BE-67443E8EF086}">
      <p15:sldGuideLst xmlns:p15="http://schemas.microsoft.com/office/powerpoint/2012/main">
        <p15:guide id="1" pos="314" userDrawn="1">
          <p15:clr>
            <a:srgbClr val="FBAE40"/>
          </p15:clr>
        </p15:guide>
        <p15:guide id="2" orient="horz" pos="3997" userDrawn="1">
          <p15:clr>
            <a:srgbClr val="FBAE40"/>
          </p15:clr>
        </p15:guide>
        <p15:guide id="4" pos="3674" userDrawn="1">
          <p15:clr>
            <a:srgbClr val="FBAE40"/>
          </p15:clr>
        </p15:guide>
        <p15:guide id="5" pos="4007" userDrawn="1">
          <p15:clr>
            <a:srgbClr val="FBAE40"/>
          </p15:clr>
        </p15:guide>
        <p15:guide id="6" orient="horz" pos="317" userDrawn="1">
          <p15:clr>
            <a:srgbClr val="FBAE40"/>
          </p15:clr>
        </p15:guide>
        <p15:guide id="7" orient="horz" pos="551" userDrawn="1">
          <p15:clr>
            <a:srgbClr val="FBAE40"/>
          </p15:clr>
        </p15:guide>
        <p15:guide id="8" orient="horz" pos="972"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le and Text: 3 Columns">
    <p:spTree>
      <p:nvGrpSpPr>
        <p:cNvPr id="1" name=""/>
        <p:cNvGrpSpPr/>
        <p:nvPr/>
      </p:nvGrpSpPr>
      <p:grpSpPr>
        <a:xfrm>
          <a:off x="0" y="0"/>
          <a:ext cx="0" cy="0"/>
          <a:chOff x="0" y="0"/>
          <a:chExt cx="0" cy="0"/>
        </a:xfrm>
      </p:grpSpPr>
      <p:sp>
        <p:nvSpPr>
          <p:cNvPr id="7" name="Text Placeholder - column 3"/>
          <p:cNvSpPr>
            <a:spLocks noGrp="1"/>
          </p:cNvSpPr>
          <p:nvPr>
            <p:ph type="body" sz="quarter" idx="13" hasCustomPrompt="1"/>
          </p:nvPr>
        </p:nvSpPr>
        <p:spPr>
          <a:xfrm>
            <a:off x="8126477" y="1548000"/>
            <a:ext cx="3564000" cy="4787900"/>
          </a:xfrm>
        </p:spPr>
        <p:txBody>
          <a:bodyPr/>
          <a:lstStyle>
            <a:lvl1pPr>
              <a:defRPr/>
            </a:lvl1pPr>
          </a:lstStyle>
          <a:p>
            <a:pPr lvl="0"/>
            <a:r>
              <a:rPr lang="en-US" noProof="0"/>
              <a:t>First level</a:t>
            </a:r>
          </a:p>
          <a:p>
            <a:pPr lvl="1"/>
            <a:r>
              <a:rPr lang="en-US"/>
              <a:t>Second level</a:t>
            </a:r>
          </a:p>
          <a:p>
            <a:pPr lvl="2"/>
            <a:r>
              <a:rPr lang="en-US"/>
              <a:t>Third level</a:t>
            </a:r>
          </a:p>
          <a:p>
            <a:pPr lvl="3"/>
            <a:r>
              <a:rPr lang="en-US"/>
              <a:t>Fourth level</a:t>
            </a:r>
          </a:p>
          <a:p>
            <a:pPr lvl="4"/>
            <a:r>
              <a:rPr lang="en-US"/>
              <a:t>Fifth level</a:t>
            </a:r>
          </a:p>
        </p:txBody>
      </p:sp>
      <p:sp>
        <p:nvSpPr>
          <p:cNvPr id="6" name="Text Placeholder - column 2"/>
          <p:cNvSpPr>
            <a:spLocks noGrp="1"/>
          </p:cNvSpPr>
          <p:nvPr>
            <p:ph type="body" sz="quarter" idx="12" hasCustomPrompt="1"/>
          </p:nvPr>
        </p:nvSpPr>
        <p:spPr>
          <a:xfrm>
            <a:off x="4315238" y="1548000"/>
            <a:ext cx="3564000" cy="4787900"/>
          </a:xfrm>
        </p:spPr>
        <p:txBody>
          <a:bodyPr/>
          <a:lstStyle>
            <a:lvl1pPr>
              <a:defRPr/>
            </a:lvl1pPr>
          </a:lstStyle>
          <a:p>
            <a:pPr lvl="0"/>
            <a:r>
              <a:rPr lang="en-US" noProof="0"/>
              <a:t>First level</a:t>
            </a:r>
          </a:p>
          <a:p>
            <a:pPr lvl="1"/>
            <a:r>
              <a:rPr lang="en-US"/>
              <a:t>Second level</a:t>
            </a:r>
          </a:p>
          <a:p>
            <a:pPr lvl="2"/>
            <a:r>
              <a:rPr lang="en-US"/>
              <a:t>Third level</a:t>
            </a:r>
          </a:p>
          <a:p>
            <a:pPr lvl="3"/>
            <a:r>
              <a:rPr lang="en-US"/>
              <a:t>Fourth level</a:t>
            </a:r>
          </a:p>
          <a:p>
            <a:pPr lvl="4"/>
            <a:r>
              <a:rPr lang="en-US"/>
              <a:t>Fifth level</a:t>
            </a:r>
          </a:p>
        </p:txBody>
      </p:sp>
      <p:sp>
        <p:nvSpPr>
          <p:cNvPr id="4" name="Text Placeholder - column 1"/>
          <p:cNvSpPr>
            <a:spLocks noGrp="1"/>
          </p:cNvSpPr>
          <p:nvPr>
            <p:ph type="body" sz="quarter" idx="10" hasCustomPrompt="1"/>
          </p:nvPr>
        </p:nvSpPr>
        <p:spPr>
          <a:xfrm>
            <a:off x="504000" y="1548000"/>
            <a:ext cx="3564000" cy="4787900"/>
          </a:xfrm>
        </p:spPr>
        <p:txBody>
          <a:bodyPr/>
          <a:lstStyle>
            <a:lvl1pPr>
              <a:defRPr/>
            </a:lvl1pPr>
          </a:lstStyle>
          <a:p>
            <a:pPr lvl="0"/>
            <a:r>
              <a:rPr lang="en-US" noProof="0"/>
              <a:t>First level</a:t>
            </a:r>
          </a:p>
          <a:p>
            <a:pPr lvl="1"/>
            <a:r>
              <a:rPr lang="en-US"/>
              <a:t>Second level</a:t>
            </a:r>
          </a:p>
          <a:p>
            <a:pPr lvl="2"/>
            <a:r>
              <a:rPr lang="en-US"/>
              <a:t>Third level</a:t>
            </a:r>
          </a:p>
          <a:p>
            <a:pPr lvl="3"/>
            <a:r>
              <a:rPr lang="en-US"/>
              <a:t>Fourth level</a:t>
            </a:r>
          </a:p>
          <a:p>
            <a:pPr lvl="4"/>
            <a:r>
              <a:rPr lang="en-US"/>
              <a:t>Fifth level</a:t>
            </a:r>
          </a:p>
        </p:txBody>
      </p:sp>
      <p:sp>
        <p:nvSpPr>
          <p:cNvPr id="2" name="Title"/>
          <p:cNvSpPr>
            <a:spLocks noGrp="1"/>
          </p:cNvSpPr>
          <p:nvPr>
            <p:ph type="title" hasCustomPrompt="1"/>
          </p:nvPr>
        </p:nvSpPr>
        <p:spPr>
          <a:xfrm>
            <a:off x="504001" y="504000"/>
            <a:ext cx="11186476" cy="369332"/>
          </a:xfrm>
        </p:spPr>
        <p:txBody>
          <a:bodyPr/>
          <a:lstStyle/>
          <a:p>
            <a:r>
              <a:rPr lang="en-US" noProof="0"/>
              <a:t>Insert page title (sentence case)</a:t>
            </a:r>
            <a:endParaRPr lang="en-US"/>
          </a:p>
        </p:txBody>
      </p:sp>
    </p:spTree>
    <p:extLst>
      <p:ext uri="{BB962C8B-B14F-4D97-AF65-F5344CB8AC3E}">
        <p14:creationId xmlns:p14="http://schemas.microsoft.com/office/powerpoint/2010/main" val="866416376"/>
      </p:ext>
    </p:extLst>
  </p:cSld>
  <p:clrMapOvr>
    <a:masterClrMapping/>
  </p:clrMapOvr>
  <p:extLst>
    <p:ext uri="{DCECCB84-F9BA-43D5-87BE-67443E8EF086}">
      <p15:sldGuideLst xmlns:p15="http://schemas.microsoft.com/office/powerpoint/2012/main">
        <p15:guide id="1" pos="314" userDrawn="1">
          <p15:clr>
            <a:srgbClr val="FBAE40"/>
          </p15:clr>
        </p15:guide>
        <p15:guide id="2" orient="horz" pos="317" userDrawn="1">
          <p15:clr>
            <a:srgbClr val="FBAE40"/>
          </p15:clr>
        </p15:guide>
        <p15:guide id="3" pos="2563" userDrawn="1">
          <p15:clr>
            <a:srgbClr val="FBAE40"/>
          </p15:clr>
        </p15:guide>
        <p15:guide id="4" pos="2717" userDrawn="1">
          <p15:clr>
            <a:srgbClr val="FBAE40"/>
          </p15:clr>
        </p15:guide>
        <p15:guide id="5" pos="4964" userDrawn="1">
          <p15:clr>
            <a:srgbClr val="FBAE40"/>
          </p15:clr>
        </p15:guide>
        <p15:guide id="6" pos="5119" userDrawn="1">
          <p15:clr>
            <a:srgbClr val="FBAE40"/>
          </p15:clr>
        </p15:guide>
        <p15:guide id="7" pos="7364" userDrawn="1">
          <p15:clr>
            <a:srgbClr val="FBAE40"/>
          </p15:clr>
        </p15:guide>
        <p15:guide id="8" orient="horz" pos="551" userDrawn="1">
          <p15:clr>
            <a:srgbClr val="FBAE40"/>
          </p15:clr>
        </p15:guide>
        <p15:guide id="9" orient="horz" pos="974" userDrawn="1">
          <p15:clr>
            <a:srgbClr val="FBAE40"/>
          </p15:clr>
        </p15:guide>
        <p15:guide id="10" orient="horz" pos="3997" userDrawn="1">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2 Columns - Text and Images">
    <p:spTree>
      <p:nvGrpSpPr>
        <p:cNvPr id="1" name=""/>
        <p:cNvGrpSpPr/>
        <p:nvPr/>
      </p:nvGrpSpPr>
      <p:grpSpPr>
        <a:xfrm>
          <a:off x="0" y="0"/>
          <a:ext cx="0" cy="0"/>
          <a:chOff x="0" y="0"/>
          <a:chExt cx="0" cy="0"/>
        </a:xfrm>
      </p:grpSpPr>
      <p:sp>
        <p:nvSpPr>
          <p:cNvPr id="17" name="Text placeholder 2"/>
          <p:cNvSpPr>
            <a:spLocks noGrp="1"/>
          </p:cNvSpPr>
          <p:nvPr>
            <p:ph type="body" sz="quarter" idx="13" hasCustomPrompt="1"/>
          </p:nvPr>
        </p:nvSpPr>
        <p:spPr>
          <a:xfrm>
            <a:off x="6362477" y="4770000"/>
            <a:ext cx="5328000" cy="1575238"/>
          </a:xfrm>
        </p:spPr>
        <p:txBody>
          <a:bodyPr/>
          <a:lstStyle>
            <a:lvl1pPr>
              <a:spcBef>
                <a:spcPts val="600"/>
              </a:spcBef>
              <a:defRPr sz="1800"/>
            </a:lvl1pPr>
            <a:lvl2pPr>
              <a:defRPr sz="1600"/>
            </a:lvl2pPr>
            <a:lvl3pPr>
              <a:defRPr sz="1400"/>
            </a:lvl3pPr>
          </a:lstStyle>
          <a:p>
            <a:pPr lvl="0"/>
            <a:r>
              <a:rPr lang="en-US" noProof="0"/>
              <a:t>First level</a:t>
            </a:r>
          </a:p>
          <a:p>
            <a:pPr lvl="1"/>
            <a:r>
              <a:rPr lang="en-US"/>
              <a:t>Second level</a:t>
            </a:r>
          </a:p>
          <a:p>
            <a:pPr lvl="2"/>
            <a:r>
              <a:rPr lang="en-US"/>
              <a:t>Third level</a:t>
            </a:r>
          </a:p>
        </p:txBody>
      </p:sp>
      <p:sp>
        <p:nvSpPr>
          <p:cNvPr id="18" name="Picture Placeholder 2"/>
          <p:cNvSpPr>
            <a:spLocks noGrp="1"/>
          </p:cNvSpPr>
          <p:nvPr>
            <p:ph type="pic" sz="quarter" idx="14" hasCustomPrompt="1"/>
          </p:nvPr>
        </p:nvSpPr>
        <p:spPr bwMode="gray">
          <a:xfrm>
            <a:off x="6362477" y="1548000"/>
            <a:ext cx="5328000" cy="2792593"/>
          </a:xfrm>
          <a:no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i="0" kern="1200" dirty="0">
                <a:solidFill>
                  <a:schemeClr val="tx1"/>
                </a:solidFill>
                <a:latin typeface="72 Brand" panose="020B0504030603020204" pitchFamily="34" charset="0"/>
                <a:ea typeface="+mn-ea"/>
                <a:cs typeface="+mn-cs"/>
              </a:defRPr>
            </a:lvl1pPr>
          </a:lstStyle>
          <a:p>
            <a:r>
              <a:rPr lang="en-US"/>
              <a:t>Click icon to add image or pictogram</a:t>
            </a:r>
            <a:endParaRPr lang="de-DE"/>
          </a:p>
        </p:txBody>
      </p:sp>
      <p:sp>
        <p:nvSpPr>
          <p:cNvPr id="3" name="Text placeholder 1"/>
          <p:cNvSpPr>
            <a:spLocks noGrp="1"/>
          </p:cNvSpPr>
          <p:nvPr>
            <p:ph type="body" sz="quarter" idx="10" hasCustomPrompt="1"/>
          </p:nvPr>
        </p:nvSpPr>
        <p:spPr>
          <a:xfrm>
            <a:off x="504000" y="4770000"/>
            <a:ext cx="5328000" cy="1575238"/>
          </a:xfrm>
        </p:spPr>
        <p:txBody>
          <a:bodyPr/>
          <a:lstStyle>
            <a:lvl1pPr>
              <a:spcBef>
                <a:spcPts val="600"/>
              </a:spcBef>
              <a:defRPr sz="1800"/>
            </a:lvl1pPr>
            <a:lvl2pPr>
              <a:defRPr sz="1600"/>
            </a:lvl2pPr>
            <a:lvl3pPr>
              <a:defRPr sz="1400"/>
            </a:lvl3pPr>
          </a:lstStyle>
          <a:p>
            <a:pPr lvl="0"/>
            <a:r>
              <a:rPr lang="en-US" noProof="0"/>
              <a:t>First level</a:t>
            </a:r>
          </a:p>
          <a:p>
            <a:pPr lvl="1"/>
            <a:r>
              <a:rPr lang="en-US"/>
              <a:t>Second level</a:t>
            </a:r>
          </a:p>
          <a:p>
            <a:pPr lvl="2"/>
            <a:r>
              <a:rPr lang="en-US"/>
              <a:t>Third level</a:t>
            </a:r>
          </a:p>
        </p:txBody>
      </p:sp>
      <p:sp>
        <p:nvSpPr>
          <p:cNvPr id="5" name="Picture Placeholder 1"/>
          <p:cNvSpPr>
            <a:spLocks noGrp="1"/>
          </p:cNvSpPr>
          <p:nvPr>
            <p:ph type="pic" sz="quarter" idx="12" hasCustomPrompt="1"/>
          </p:nvPr>
        </p:nvSpPr>
        <p:spPr bwMode="gray">
          <a:xfrm>
            <a:off x="504000" y="1548000"/>
            <a:ext cx="5328000" cy="2792593"/>
          </a:xfrm>
          <a:no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i="0" kern="1200" dirty="0">
                <a:solidFill>
                  <a:schemeClr val="tx1"/>
                </a:solidFill>
                <a:latin typeface="72 Brand" panose="020B0504030603020204" pitchFamily="34" charset="0"/>
                <a:ea typeface="+mn-ea"/>
                <a:cs typeface="+mn-cs"/>
              </a:defRPr>
            </a:lvl1pPr>
          </a:lstStyle>
          <a:p>
            <a:r>
              <a:rPr lang="en-US"/>
              <a:t>Click icon to add image or pictogram</a:t>
            </a:r>
            <a:endParaRPr lang="de-DE"/>
          </a:p>
        </p:txBody>
      </p:sp>
      <p:sp>
        <p:nvSpPr>
          <p:cNvPr id="2" name="Title"/>
          <p:cNvSpPr>
            <a:spLocks noGrp="1"/>
          </p:cNvSpPr>
          <p:nvPr>
            <p:ph type="title" hasCustomPrompt="1"/>
          </p:nvPr>
        </p:nvSpPr>
        <p:spPr>
          <a:xfrm>
            <a:off x="504001" y="504000"/>
            <a:ext cx="11186476" cy="369332"/>
          </a:xfrm>
        </p:spPr>
        <p:txBody>
          <a:bodyPr/>
          <a:lstStyle/>
          <a:p>
            <a:r>
              <a:rPr lang="en-US" noProof="0"/>
              <a:t>Insert page title (sentence case)</a:t>
            </a:r>
            <a:endParaRPr lang="en-US"/>
          </a:p>
        </p:txBody>
      </p:sp>
    </p:spTree>
    <p:extLst>
      <p:ext uri="{BB962C8B-B14F-4D97-AF65-F5344CB8AC3E}">
        <p14:creationId xmlns:p14="http://schemas.microsoft.com/office/powerpoint/2010/main" val="2504941297"/>
      </p:ext>
    </p:extLst>
  </p:cSld>
  <p:clrMapOvr>
    <a:masterClrMapping/>
  </p:clrMapOvr>
  <p:extLst>
    <p:ext uri="{DCECCB84-F9BA-43D5-87BE-67443E8EF086}">
      <p15:sldGuideLst xmlns:p15="http://schemas.microsoft.com/office/powerpoint/2012/main">
        <p15:guide id="1" pos="314" userDrawn="1">
          <p15:clr>
            <a:srgbClr val="FBAE40"/>
          </p15:clr>
        </p15:guide>
        <p15:guide id="2" orient="horz" pos="317" userDrawn="1">
          <p15:clr>
            <a:srgbClr val="FBAE40"/>
          </p15:clr>
        </p15:guide>
        <p15:guide id="3" orient="horz" pos="551" userDrawn="1">
          <p15:clr>
            <a:srgbClr val="FBAE40"/>
          </p15:clr>
        </p15:guide>
        <p15:guide id="4" orient="horz" pos="974" userDrawn="1">
          <p15:clr>
            <a:srgbClr val="FBAE40"/>
          </p15:clr>
        </p15:guide>
        <p15:guide id="5" orient="horz" pos="2750" userDrawn="1">
          <p15:clr>
            <a:srgbClr val="FBAE40"/>
          </p15:clr>
        </p15:guide>
        <p15:guide id="6" orient="horz" pos="3004" userDrawn="1">
          <p15:clr>
            <a:srgbClr val="FBAE40"/>
          </p15:clr>
        </p15:guide>
        <p15:guide id="7" orient="horz" pos="3997" userDrawn="1">
          <p15:clr>
            <a:srgbClr val="FBAE40"/>
          </p15:clr>
        </p15:guide>
        <p15:guide id="8" pos="3682" userDrawn="1">
          <p15:clr>
            <a:srgbClr val="FBAE40"/>
          </p15:clr>
        </p15:guide>
        <p15:guide id="9" pos="4000" userDrawn="1">
          <p15:clr>
            <a:srgbClr val="FBAE40"/>
          </p15:clr>
        </p15:guide>
        <p15:guide id="10" pos="7364" userDrawn="1">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3 Columns - Text and Images">
    <p:spTree>
      <p:nvGrpSpPr>
        <p:cNvPr id="1" name=""/>
        <p:cNvGrpSpPr/>
        <p:nvPr/>
      </p:nvGrpSpPr>
      <p:grpSpPr>
        <a:xfrm>
          <a:off x="0" y="0"/>
          <a:ext cx="0" cy="0"/>
          <a:chOff x="0" y="0"/>
          <a:chExt cx="0" cy="0"/>
        </a:xfrm>
      </p:grpSpPr>
      <p:sp>
        <p:nvSpPr>
          <p:cNvPr id="17" name="Text placeholder 3"/>
          <p:cNvSpPr>
            <a:spLocks noGrp="1"/>
          </p:cNvSpPr>
          <p:nvPr>
            <p:ph type="body" sz="quarter" idx="13" hasCustomPrompt="1"/>
          </p:nvPr>
        </p:nvSpPr>
        <p:spPr>
          <a:xfrm>
            <a:off x="8299277" y="4354921"/>
            <a:ext cx="3391200" cy="1981079"/>
          </a:xfrm>
        </p:spPr>
        <p:txBody>
          <a:bodyPr/>
          <a:lstStyle>
            <a:lvl1pPr>
              <a:spcBef>
                <a:spcPts val="600"/>
              </a:spcBef>
              <a:defRPr sz="1800"/>
            </a:lvl1pPr>
            <a:lvl2pPr>
              <a:defRPr sz="1600"/>
            </a:lvl2pPr>
            <a:lvl3pPr>
              <a:defRPr sz="1400"/>
            </a:lvl3pPr>
          </a:lstStyle>
          <a:p>
            <a:pPr lvl="0"/>
            <a:r>
              <a:rPr lang="en-US" noProof="0"/>
              <a:t>First level</a:t>
            </a:r>
          </a:p>
          <a:p>
            <a:pPr lvl="1"/>
            <a:r>
              <a:rPr lang="en-US"/>
              <a:t>Second level</a:t>
            </a:r>
          </a:p>
          <a:p>
            <a:pPr lvl="2"/>
            <a:r>
              <a:rPr lang="en-US"/>
              <a:t>Third level</a:t>
            </a:r>
          </a:p>
        </p:txBody>
      </p:sp>
      <p:sp>
        <p:nvSpPr>
          <p:cNvPr id="18" name="Picture placeholder 3"/>
          <p:cNvSpPr>
            <a:spLocks noGrp="1"/>
          </p:cNvSpPr>
          <p:nvPr>
            <p:ph type="pic" sz="quarter" idx="14" hasCustomPrompt="1"/>
          </p:nvPr>
        </p:nvSpPr>
        <p:spPr bwMode="gray">
          <a:xfrm>
            <a:off x="8299277" y="1548000"/>
            <a:ext cx="3391200" cy="2294662"/>
          </a:xfrm>
          <a:no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i="0" kern="1200" dirty="0">
                <a:solidFill>
                  <a:schemeClr val="tx1"/>
                </a:solidFill>
                <a:latin typeface="72 Brand" panose="020B0504030603020204" pitchFamily="34" charset="0"/>
                <a:ea typeface="+mn-ea"/>
                <a:cs typeface="+mn-cs"/>
              </a:defRPr>
            </a:lvl1pPr>
          </a:lstStyle>
          <a:p>
            <a:r>
              <a:rPr lang="en-US"/>
              <a:t>Click icon to add image or pictogram</a:t>
            </a:r>
            <a:endParaRPr lang="de-DE"/>
          </a:p>
        </p:txBody>
      </p:sp>
      <p:sp>
        <p:nvSpPr>
          <p:cNvPr id="9" name="Text placeholder 2"/>
          <p:cNvSpPr>
            <a:spLocks noGrp="1"/>
          </p:cNvSpPr>
          <p:nvPr>
            <p:ph type="body" sz="quarter" idx="15" hasCustomPrompt="1"/>
          </p:nvPr>
        </p:nvSpPr>
        <p:spPr>
          <a:xfrm>
            <a:off x="4401639" y="4354921"/>
            <a:ext cx="3391200" cy="1981079"/>
          </a:xfrm>
        </p:spPr>
        <p:txBody>
          <a:bodyPr/>
          <a:lstStyle>
            <a:lvl1pPr>
              <a:spcBef>
                <a:spcPts val="600"/>
              </a:spcBef>
              <a:defRPr sz="1800"/>
            </a:lvl1pPr>
            <a:lvl2pPr>
              <a:defRPr sz="1600"/>
            </a:lvl2pPr>
            <a:lvl3pPr>
              <a:defRPr sz="1400"/>
            </a:lvl3pPr>
          </a:lstStyle>
          <a:p>
            <a:pPr lvl="0"/>
            <a:r>
              <a:rPr lang="en-US" noProof="0"/>
              <a:t>First level</a:t>
            </a:r>
          </a:p>
          <a:p>
            <a:pPr lvl="1"/>
            <a:r>
              <a:rPr lang="en-US"/>
              <a:t>Second level</a:t>
            </a:r>
          </a:p>
          <a:p>
            <a:pPr lvl="2"/>
            <a:r>
              <a:rPr lang="en-US"/>
              <a:t>Third level</a:t>
            </a:r>
          </a:p>
        </p:txBody>
      </p:sp>
      <p:sp>
        <p:nvSpPr>
          <p:cNvPr id="10" name="Picture placeholder 2"/>
          <p:cNvSpPr>
            <a:spLocks noGrp="1"/>
          </p:cNvSpPr>
          <p:nvPr>
            <p:ph type="pic" sz="quarter" idx="16" hasCustomPrompt="1"/>
          </p:nvPr>
        </p:nvSpPr>
        <p:spPr bwMode="gray">
          <a:xfrm>
            <a:off x="4401639" y="1548000"/>
            <a:ext cx="3391200" cy="2294662"/>
          </a:xfrm>
          <a:no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i="0" kern="1200" dirty="0">
                <a:solidFill>
                  <a:schemeClr val="tx1"/>
                </a:solidFill>
                <a:latin typeface="72 Brand" panose="020B0504030603020204" pitchFamily="34" charset="0"/>
                <a:ea typeface="+mn-ea"/>
                <a:cs typeface="+mn-cs"/>
              </a:defRPr>
            </a:lvl1pPr>
          </a:lstStyle>
          <a:p>
            <a:r>
              <a:rPr lang="en-US"/>
              <a:t>Click icon to add image or pictogram</a:t>
            </a:r>
            <a:endParaRPr lang="de-DE"/>
          </a:p>
        </p:txBody>
      </p:sp>
      <p:sp>
        <p:nvSpPr>
          <p:cNvPr id="3" name="Text placeholder 1"/>
          <p:cNvSpPr>
            <a:spLocks noGrp="1"/>
          </p:cNvSpPr>
          <p:nvPr>
            <p:ph type="body" sz="quarter" idx="10" hasCustomPrompt="1"/>
          </p:nvPr>
        </p:nvSpPr>
        <p:spPr>
          <a:xfrm>
            <a:off x="504000" y="4354921"/>
            <a:ext cx="3391200" cy="1981079"/>
          </a:xfrm>
        </p:spPr>
        <p:txBody>
          <a:bodyPr/>
          <a:lstStyle>
            <a:lvl1pPr>
              <a:spcBef>
                <a:spcPts val="600"/>
              </a:spcBef>
              <a:defRPr sz="1800"/>
            </a:lvl1pPr>
            <a:lvl2pPr>
              <a:defRPr sz="1600"/>
            </a:lvl2pPr>
            <a:lvl3pPr>
              <a:defRPr sz="1400"/>
            </a:lvl3pPr>
          </a:lstStyle>
          <a:p>
            <a:pPr lvl="0"/>
            <a:r>
              <a:rPr lang="en-US" noProof="0"/>
              <a:t>First level</a:t>
            </a:r>
          </a:p>
          <a:p>
            <a:pPr lvl="1"/>
            <a:r>
              <a:rPr lang="en-US"/>
              <a:t>Second level</a:t>
            </a:r>
          </a:p>
          <a:p>
            <a:pPr lvl="2"/>
            <a:r>
              <a:rPr lang="en-US"/>
              <a:t>Third level</a:t>
            </a:r>
          </a:p>
        </p:txBody>
      </p:sp>
      <p:sp>
        <p:nvSpPr>
          <p:cNvPr id="5" name="Picture placeholder 1"/>
          <p:cNvSpPr>
            <a:spLocks noGrp="1"/>
          </p:cNvSpPr>
          <p:nvPr>
            <p:ph type="pic" sz="quarter" idx="12" hasCustomPrompt="1"/>
          </p:nvPr>
        </p:nvSpPr>
        <p:spPr bwMode="gray">
          <a:xfrm>
            <a:off x="504000" y="1548000"/>
            <a:ext cx="3391200" cy="2294662"/>
          </a:xfrm>
          <a:no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i="0" kern="1200" dirty="0">
                <a:solidFill>
                  <a:schemeClr val="tx1"/>
                </a:solidFill>
                <a:latin typeface="72 Brand" panose="020B0504030603020204" pitchFamily="34" charset="0"/>
                <a:ea typeface="+mn-ea"/>
                <a:cs typeface="+mn-cs"/>
              </a:defRPr>
            </a:lvl1pPr>
          </a:lstStyle>
          <a:p>
            <a:r>
              <a:rPr lang="en-US"/>
              <a:t>Click icon to add image or pictogram</a:t>
            </a:r>
            <a:endParaRPr lang="de-DE"/>
          </a:p>
        </p:txBody>
      </p:sp>
      <p:sp>
        <p:nvSpPr>
          <p:cNvPr id="2" name="Title"/>
          <p:cNvSpPr>
            <a:spLocks noGrp="1"/>
          </p:cNvSpPr>
          <p:nvPr>
            <p:ph type="title" hasCustomPrompt="1"/>
          </p:nvPr>
        </p:nvSpPr>
        <p:spPr>
          <a:xfrm>
            <a:off x="504001" y="504000"/>
            <a:ext cx="11186476" cy="369332"/>
          </a:xfrm>
        </p:spPr>
        <p:txBody>
          <a:bodyPr/>
          <a:lstStyle/>
          <a:p>
            <a:r>
              <a:rPr lang="en-US" noProof="0"/>
              <a:t>Insert page title (sentence case)</a:t>
            </a:r>
            <a:endParaRPr lang="en-US"/>
          </a:p>
        </p:txBody>
      </p:sp>
    </p:spTree>
    <p:extLst>
      <p:ext uri="{BB962C8B-B14F-4D97-AF65-F5344CB8AC3E}">
        <p14:creationId xmlns:p14="http://schemas.microsoft.com/office/powerpoint/2010/main" val="727667599"/>
      </p:ext>
    </p:extLst>
  </p:cSld>
  <p:clrMapOvr>
    <a:masterClrMapping/>
  </p:clrMapOvr>
  <p:extLst>
    <p:ext uri="{DCECCB84-F9BA-43D5-87BE-67443E8EF086}">
      <p15:sldGuideLst xmlns:p15="http://schemas.microsoft.com/office/powerpoint/2012/main">
        <p15:guide id="1" pos="314" userDrawn="1">
          <p15:clr>
            <a:srgbClr val="FBAE40"/>
          </p15:clr>
        </p15:guide>
        <p15:guide id="2" orient="horz" pos="317" userDrawn="1">
          <p15:clr>
            <a:srgbClr val="FBAE40"/>
          </p15:clr>
        </p15:guide>
        <p15:guide id="3" pos="2455" userDrawn="1">
          <p15:clr>
            <a:srgbClr val="FBAE40"/>
          </p15:clr>
        </p15:guide>
        <p15:guide id="4" pos="2773" userDrawn="1">
          <p15:clr>
            <a:srgbClr val="FBAE40"/>
          </p15:clr>
        </p15:guide>
        <p15:guide id="5" pos="4910" userDrawn="1">
          <p15:clr>
            <a:srgbClr val="FBAE40"/>
          </p15:clr>
        </p15:guide>
        <p15:guide id="6" pos="5227" userDrawn="1">
          <p15:clr>
            <a:srgbClr val="FBAE40"/>
          </p15:clr>
        </p15:guide>
        <p15:guide id="7" pos="7364" userDrawn="1">
          <p15:clr>
            <a:srgbClr val="FBAE40"/>
          </p15:clr>
        </p15:guide>
        <p15:guide id="8" orient="horz" pos="551" userDrawn="1">
          <p15:clr>
            <a:srgbClr val="FBAE40"/>
          </p15:clr>
        </p15:guide>
        <p15:guide id="9" orient="horz" pos="970" userDrawn="1">
          <p15:clr>
            <a:srgbClr val="FBAE40"/>
          </p15:clr>
        </p15:guide>
        <p15:guide id="10" orient="horz" pos="2428" userDrawn="1">
          <p15:clr>
            <a:srgbClr val="FBAE40"/>
          </p15:clr>
        </p15:guide>
        <p15:guide id="11" orient="horz" pos="2743" userDrawn="1">
          <p15:clr>
            <a:srgbClr val="FBAE40"/>
          </p15:clr>
        </p15:guide>
        <p15:guide id="12" orient="horz" pos="3997" userDrawn="1">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4 Columns - Text and Images">
    <p:spTree>
      <p:nvGrpSpPr>
        <p:cNvPr id="1" name=""/>
        <p:cNvGrpSpPr/>
        <p:nvPr/>
      </p:nvGrpSpPr>
      <p:grpSpPr>
        <a:xfrm>
          <a:off x="0" y="0"/>
          <a:ext cx="0" cy="0"/>
          <a:chOff x="0" y="0"/>
          <a:chExt cx="0" cy="0"/>
        </a:xfrm>
      </p:grpSpPr>
      <p:sp>
        <p:nvSpPr>
          <p:cNvPr id="17" name="Text placeholder - column 2"/>
          <p:cNvSpPr>
            <a:spLocks noGrp="1"/>
          </p:cNvSpPr>
          <p:nvPr>
            <p:ph type="body" sz="quarter" idx="13" hasCustomPrompt="1"/>
          </p:nvPr>
        </p:nvSpPr>
        <p:spPr>
          <a:xfrm>
            <a:off x="9274877" y="3877200"/>
            <a:ext cx="2415600" cy="2457780"/>
          </a:xfrm>
        </p:spPr>
        <p:txBody>
          <a:bodyPr/>
          <a:lstStyle>
            <a:lvl1pPr>
              <a:spcBef>
                <a:spcPts val="600"/>
              </a:spcBef>
              <a:defRPr sz="1800"/>
            </a:lvl1pPr>
            <a:lvl2pPr>
              <a:defRPr sz="1600"/>
            </a:lvl2pPr>
            <a:lvl3pPr>
              <a:defRPr sz="1400"/>
            </a:lvl3pPr>
          </a:lstStyle>
          <a:p>
            <a:pPr lvl="0"/>
            <a:r>
              <a:rPr lang="en-US" noProof="0"/>
              <a:t>First level</a:t>
            </a:r>
          </a:p>
          <a:p>
            <a:pPr lvl="1"/>
            <a:r>
              <a:rPr lang="en-US"/>
              <a:t>Second level</a:t>
            </a:r>
          </a:p>
          <a:p>
            <a:pPr lvl="2"/>
            <a:r>
              <a:rPr lang="en-US"/>
              <a:t>Third level</a:t>
            </a:r>
          </a:p>
        </p:txBody>
      </p:sp>
      <p:sp>
        <p:nvSpPr>
          <p:cNvPr id="18" name="Picture Placeholder 4"/>
          <p:cNvSpPr>
            <a:spLocks noGrp="1"/>
          </p:cNvSpPr>
          <p:nvPr>
            <p:ph type="pic" sz="quarter" idx="14" hasCustomPrompt="1"/>
          </p:nvPr>
        </p:nvSpPr>
        <p:spPr bwMode="gray">
          <a:xfrm>
            <a:off x="9274877" y="1548000"/>
            <a:ext cx="2415600" cy="1871663"/>
          </a:xfrm>
          <a:no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i="0" kern="1200" dirty="0">
                <a:solidFill>
                  <a:schemeClr val="tx1"/>
                </a:solidFill>
                <a:latin typeface="72 Brand" panose="020B0504030603020204" pitchFamily="34" charset="0"/>
                <a:ea typeface="+mn-ea"/>
                <a:cs typeface="+mn-cs"/>
              </a:defRPr>
            </a:lvl1pPr>
          </a:lstStyle>
          <a:p>
            <a:r>
              <a:rPr lang="en-US"/>
              <a:t>Click icon to add image or pictogram</a:t>
            </a:r>
            <a:endParaRPr lang="de-DE"/>
          </a:p>
        </p:txBody>
      </p:sp>
      <p:sp>
        <p:nvSpPr>
          <p:cNvPr id="13" name="Text placeholder - column 2"/>
          <p:cNvSpPr>
            <a:spLocks noGrp="1"/>
          </p:cNvSpPr>
          <p:nvPr>
            <p:ph type="body" sz="quarter" idx="17" hasCustomPrompt="1"/>
          </p:nvPr>
        </p:nvSpPr>
        <p:spPr>
          <a:xfrm>
            <a:off x="6351252" y="3877200"/>
            <a:ext cx="2415600" cy="2457780"/>
          </a:xfrm>
        </p:spPr>
        <p:txBody>
          <a:bodyPr/>
          <a:lstStyle>
            <a:lvl1pPr>
              <a:spcBef>
                <a:spcPts val="600"/>
              </a:spcBef>
              <a:defRPr sz="1800"/>
            </a:lvl1pPr>
            <a:lvl2pPr>
              <a:defRPr sz="1600"/>
            </a:lvl2pPr>
            <a:lvl3pPr>
              <a:defRPr sz="1400"/>
            </a:lvl3pPr>
          </a:lstStyle>
          <a:p>
            <a:pPr lvl="0"/>
            <a:r>
              <a:rPr lang="en-US" noProof="0"/>
              <a:t>First level</a:t>
            </a:r>
          </a:p>
          <a:p>
            <a:pPr lvl="1"/>
            <a:r>
              <a:rPr lang="en-US"/>
              <a:t>Second level</a:t>
            </a:r>
          </a:p>
          <a:p>
            <a:pPr lvl="2"/>
            <a:r>
              <a:rPr lang="en-US"/>
              <a:t>Third level</a:t>
            </a:r>
          </a:p>
        </p:txBody>
      </p:sp>
      <p:sp>
        <p:nvSpPr>
          <p:cNvPr id="14" name="Picture Placeholder 4"/>
          <p:cNvSpPr>
            <a:spLocks noGrp="1"/>
          </p:cNvSpPr>
          <p:nvPr>
            <p:ph type="pic" sz="quarter" idx="18" hasCustomPrompt="1"/>
          </p:nvPr>
        </p:nvSpPr>
        <p:spPr bwMode="gray">
          <a:xfrm>
            <a:off x="6351252" y="1548000"/>
            <a:ext cx="2415600" cy="1871663"/>
          </a:xfrm>
          <a:no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i="0" kern="1200" dirty="0">
                <a:solidFill>
                  <a:schemeClr val="tx1"/>
                </a:solidFill>
                <a:latin typeface="72 Brand" panose="020B0504030603020204" pitchFamily="34" charset="0"/>
                <a:ea typeface="+mn-ea"/>
                <a:cs typeface="+mn-cs"/>
              </a:defRPr>
            </a:lvl1pPr>
          </a:lstStyle>
          <a:p>
            <a:r>
              <a:rPr lang="en-US"/>
              <a:t>Click icon to add image or pictogram</a:t>
            </a:r>
            <a:endParaRPr lang="de-DE"/>
          </a:p>
        </p:txBody>
      </p:sp>
      <p:sp>
        <p:nvSpPr>
          <p:cNvPr id="9" name="Text placeholder - column 2"/>
          <p:cNvSpPr>
            <a:spLocks noGrp="1"/>
          </p:cNvSpPr>
          <p:nvPr>
            <p:ph type="body" sz="quarter" idx="15" hasCustomPrompt="1"/>
          </p:nvPr>
        </p:nvSpPr>
        <p:spPr>
          <a:xfrm>
            <a:off x="3427626" y="3877200"/>
            <a:ext cx="2415600" cy="2457780"/>
          </a:xfrm>
        </p:spPr>
        <p:txBody>
          <a:bodyPr/>
          <a:lstStyle>
            <a:lvl1pPr>
              <a:spcBef>
                <a:spcPts val="600"/>
              </a:spcBef>
              <a:defRPr sz="1800"/>
            </a:lvl1pPr>
            <a:lvl2pPr>
              <a:defRPr sz="1600"/>
            </a:lvl2pPr>
            <a:lvl3pPr>
              <a:defRPr sz="1400"/>
            </a:lvl3pPr>
          </a:lstStyle>
          <a:p>
            <a:pPr lvl="0"/>
            <a:r>
              <a:rPr lang="en-US" noProof="0"/>
              <a:t>First level</a:t>
            </a:r>
          </a:p>
          <a:p>
            <a:pPr lvl="1"/>
            <a:r>
              <a:rPr lang="en-US"/>
              <a:t>Second level</a:t>
            </a:r>
          </a:p>
          <a:p>
            <a:pPr lvl="2"/>
            <a:r>
              <a:rPr lang="en-US"/>
              <a:t>Third level</a:t>
            </a:r>
          </a:p>
        </p:txBody>
      </p:sp>
      <p:sp>
        <p:nvSpPr>
          <p:cNvPr id="10" name="Picture Placeholder 4"/>
          <p:cNvSpPr>
            <a:spLocks noGrp="1"/>
          </p:cNvSpPr>
          <p:nvPr>
            <p:ph type="pic" sz="quarter" idx="16" hasCustomPrompt="1"/>
          </p:nvPr>
        </p:nvSpPr>
        <p:spPr bwMode="gray">
          <a:xfrm>
            <a:off x="3427626" y="1548000"/>
            <a:ext cx="2415600" cy="1871663"/>
          </a:xfrm>
          <a:no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i="0" kern="1200" dirty="0">
                <a:solidFill>
                  <a:schemeClr val="tx1"/>
                </a:solidFill>
                <a:latin typeface="72 Brand" panose="020B0504030603020204" pitchFamily="34" charset="0"/>
                <a:ea typeface="+mn-ea"/>
                <a:cs typeface="+mn-cs"/>
              </a:defRPr>
            </a:lvl1pPr>
          </a:lstStyle>
          <a:p>
            <a:r>
              <a:rPr lang="en-US"/>
              <a:t>Click icon to add image or pictogram</a:t>
            </a:r>
            <a:endParaRPr lang="de-DE"/>
          </a:p>
        </p:txBody>
      </p:sp>
      <p:sp>
        <p:nvSpPr>
          <p:cNvPr id="3" name="Text placeholder - column 2"/>
          <p:cNvSpPr>
            <a:spLocks noGrp="1"/>
          </p:cNvSpPr>
          <p:nvPr>
            <p:ph type="body" sz="quarter" idx="10" hasCustomPrompt="1"/>
          </p:nvPr>
        </p:nvSpPr>
        <p:spPr>
          <a:xfrm>
            <a:off x="504000" y="3877200"/>
            <a:ext cx="2415600" cy="2457780"/>
          </a:xfrm>
        </p:spPr>
        <p:txBody>
          <a:bodyPr/>
          <a:lstStyle>
            <a:lvl1pPr>
              <a:spcBef>
                <a:spcPts val="600"/>
              </a:spcBef>
              <a:defRPr sz="1800"/>
            </a:lvl1pPr>
            <a:lvl2pPr>
              <a:defRPr sz="1600"/>
            </a:lvl2pPr>
            <a:lvl3pPr>
              <a:defRPr sz="1400"/>
            </a:lvl3pPr>
          </a:lstStyle>
          <a:p>
            <a:pPr lvl="0"/>
            <a:r>
              <a:rPr lang="en-US" noProof="0"/>
              <a:t>First level</a:t>
            </a:r>
          </a:p>
          <a:p>
            <a:pPr lvl="1"/>
            <a:r>
              <a:rPr lang="en-US"/>
              <a:t>Second level</a:t>
            </a:r>
          </a:p>
          <a:p>
            <a:pPr lvl="2"/>
            <a:r>
              <a:rPr lang="en-US"/>
              <a:t>Third level</a:t>
            </a:r>
          </a:p>
        </p:txBody>
      </p:sp>
      <p:sp>
        <p:nvSpPr>
          <p:cNvPr id="5" name="Picture Placeholder 4"/>
          <p:cNvSpPr>
            <a:spLocks noGrp="1"/>
          </p:cNvSpPr>
          <p:nvPr>
            <p:ph type="pic" sz="quarter" idx="12" hasCustomPrompt="1"/>
          </p:nvPr>
        </p:nvSpPr>
        <p:spPr bwMode="gray">
          <a:xfrm>
            <a:off x="504000" y="1548000"/>
            <a:ext cx="2415600" cy="1871663"/>
          </a:xfrm>
          <a:no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i="0" kern="1200" dirty="0">
                <a:solidFill>
                  <a:schemeClr val="tx1"/>
                </a:solidFill>
                <a:latin typeface="72 Brand" panose="020B0504030603020204" pitchFamily="34" charset="0"/>
                <a:ea typeface="+mn-ea"/>
                <a:cs typeface="+mn-cs"/>
              </a:defRPr>
            </a:lvl1pPr>
          </a:lstStyle>
          <a:p>
            <a:r>
              <a:rPr lang="en-US"/>
              <a:t>Click icon to add image or pictogram</a:t>
            </a:r>
            <a:endParaRPr lang="de-DE"/>
          </a:p>
        </p:txBody>
      </p:sp>
      <p:sp>
        <p:nvSpPr>
          <p:cNvPr id="2" name="Title"/>
          <p:cNvSpPr>
            <a:spLocks noGrp="1"/>
          </p:cNvSpPr>
          <p:nvPr>
            <p:ph type="title" hasCustomPrompt="1"/>
          </p:nvPr>
        </p:nvSpPr>
        <p:spPr>
          <a:xfrm>
            <a:off x="504001" y="504000"/>
            <a:ext cx="11186476" cy="369332"/>
          </a:xfrm>
        </p:spPr>
        <p:txBody>
          <a:bodyPr/>
          <a:lstStyle/>
          <a:p>
            <a:r>
              <a:rPr lang="en-US" noProof="0"/>
              <a:t>Insert page title (sentence case)</a:t>
            </a:r>
            <a:endParaRPr lang="en-US"/>
          </a:p>
        </p:txBody>
      </p:sp>
    </p:spTree>
    <p:extLst>
      <p:ext uri="{BB962C8B-B14F-4D97-AF65-F5344CB8AC3E}">
        <p14:creationId xmlns:p14="http://schemas.microsoft.com/office/powerpoint/2010/main" val="2680594478"/>
      </p:ext>
    </p:extLst>
  </p:cSld>
  <p:clrMapOvr>
    <a:masterClrMapping/>
  </p:clrMapOvr>
  <p:extLst>
    <p:ext uri="{DCECCB84-F9BA-43D5-87BE-67443E8EF086}">
      <p15:sldGuideLst xmlns:p15="http://schemas.microsoft.com/office/powerpoint/2012/main">
        <p15:guide id="1" pos="314" userDrawn="1">
          <p15:clr>
            <a:srgbClr val="FBAE40"/>
          </p15:clr>
        </p15:guide>
        <p15:guide id="2" orient="horz" pos="317" userDrawn="1">
          <p15:clr>
            <a:srgbClr val="FBAE40"/>
          </p15:clr>
        </p15:guide>
        <p15:guide id="3" orient="horz" pos="551" userDrawn="1">
          <p15:clr>
            <a:srgbClr val="FBAE40"/>
          </p15:clr>
        </p15:guide>
        <p15:guide id="4" orient="horz" pos="974" userDrawn="1">
          <p15:clr>
            <a:srgbClr val="FBAE40"/>
          </p15:clr>
        </p15:guide>
        <p15:guide id="5" orient="horz" pos="2160" userDrawn="1">
          <p15:clr>
            <a:srgbClr val="FBAE40"/>
          </p15:clr>
        </p15:guide>
        <p15:guide id="6" orient="horz" pos="2442" userDrawn="1">
          <p15:clr>
            <a:srgbClr val="FBAE40"/>
          </p15:clr>
        </p15:guide>
        <p15:guide id="7" orient="horz" pos="3990" userDrawn="1">
          <p15:clr>
            <a:srgbClr val="FBAE40"/>
          </p15:clr>
        </p15:guide>
        <p15:guide id="8" pos="1840" userDrawn="1">
          <p15:clr>
            <a:srgbClr val="FBAE40"/>
          </p15:clr>
        </p15:guide>
        <p15:guide id="9" pos="2159" userDrawn="1">
          <p15:clr>
            <a:srgbClr val="FBAE40"/>
          </p15:clr>
        </p15:guide>
        <p15:guide id="10" pos="3683" userDrawn="1">
          <p15:clr>
            <a:srgbClr val="FBAE40"/>
          </p15:clr>
        </p15:guide>
        <p15:guide id="11" pos="4000" userDrawn="1">
          <p15:clr>
            <a:srgbClr val="FBAE40"/>
          </p15:clr>
        </p15:guide>
        <p15:guide id="12" pos="5525" userDrawn="1">
          <p15:clr>
            <a:srgbClr val="FBAE40"/>
          </p15:clr>
        </p15:guide>
        <p15:guide id="13" pos="5842" userDrawn="1">
          <p15:clr>
            <a:srgbClr val="FBAE40"/>
          </p15:clr>
        </p15:guide>
        <p15:guide id="14" pos="7364" userDrawn="1">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le and Text with Image 1/3">
    <p:spTree>
      <p:nvGrpSpPr>
        <p:cNvPr id="1" name=""/>
        <p:cNvGrpSpPr/>
        <p:nvPr/>
      </p:nvGrpSpPr>
      <p:grpSpPr>
        <a:xfrm>
          <a:off x="0" y="0"/>
          <a:ext cx="0" cy="0"/>
          <a:chOff x="0" y="0"/>
          <a:chExt cx="0" cy="0"/>
        </a:xfrm>
      </p:grpSpPr>
      <p:sp>
        <p:nvSpPr>
          <p:cNvPr id="5" name="Picture Placeholder 1/3 right"/>
          <p:cNvSpPr>
            <a:spLocks noGrp="1"/>
          </p:cNvSpPr>
          <p:nvPr>
            <p:ph type="pic" sz="quarter" idx="10" hasCustomPrompt="1"/>
          </p:nvPr>
        </p:nvSpPr>
        <p:spPr bwMode="gray">
          <a:xfrm>
            <a:off x="8127175" y="0"/>
            <a:ext cx="4068000" cy="6858000"/>
          </a:xfrm>
          <a:no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i="0" kern="1200" dirty="0">
                <a:solidFill>
                  <a:schemeClr val="tx1"/>
                </a:solidFill>
                <a:latin typeface="72 Brand" panose="020B0504030603020204" pitchFamily="34" charset="0"/>
                <a:ea typeface="+mn-ea"/>
                <a:cs typeface="+mn-cs"/>
              </a:defRPr>
            </a:lvl1pPr>
          </a:lstStyle>
          <a:p>
            <a:r>
              <a:rPr lang="en-US"/>
              <a:t>Click icon to add image</a:t>
            </a:r>
            <a:endParaRPr lang="de-DE"/>
          </a:p>
        </p:txBody>
      </p:sp>
      <p:sp>
        <p:nvSpPr>
          <p:cNvPr id="7" name="Text Placeholder"/>
          <p:cNvSpPr>
            <a:spLocks noGrp="1"/>
          </p:cNvSpPr>
          <p:nvPr>
            <p:ph type="body" sz="quarter" idx="11" hasCustomPrompt="1"/>
          </p:nvPr>
        </p:nvSpPr>
        <p:spPr bwMode="black">
          <a:xfrm>
            <a:off x="503999" y="1548000"/>
            <a:ext cx="7092000" cy="4788000"/>
          </a:xfrm>
        </p:spPr>
        <p:txBody>
          <a:bodyPr/>
          <a:lstStyle>
            <a:lvl1pPr>
              <a:defRPr/>
            </a:lvl1pPr>
          </a:lstStyle>
          <a:p>
            <a:pPr lvl="0"/>
            <a:r>
              <a:rPr lang="en-US" noProof="0"/>
              <a:t>First level</a:t>
            </a:r>
          </a:p>
          <a:p>
            <a:pPr lvl="1"/>
            <a:r>
              <a:rPr lang="en-US"/>
              <a:t>Second level</a:t>
            </a:r>
          </a:p>
          <a:p>
            <a:pPr lvl="2"/>
            <a:r>
              <a:rPr lang="en-US"/>
              <a:t>Third level</a:t>
            </a:r>
          </a:p>
          <a:p>
            <a:pPr lvl="3"/>
            <a:r>
              <a:rPr lang="en-US"/>
              <a:t>Fourth level</a:t>
            </a:r>
          </a:p>
          <a:p>
            <a:pPr lvl="4"/>
            <a:r>
              <a:rPr lang="en-US"/>
              <a:t>Fifth level</a:t>
            </a:r>
            <a:endParaRPr lang="de-DE"/>
          </a:p>
        </p:txBody>
      </p:sp>
      <p:sp>
        <p:nvSpPr>
          <p:cNvPr id="3" name="Title"/>
          <p:cNvSpPr>
            <a:spLocks noGrp="1"/>
          </p:cNvSpPr>
          <p:nvPr>
            <p:ph type="title" hasCustomPrompt="1"/>
          </p:nvPr>
        </p:nvSpPr>
        <p:spPr>
          <a:xfrm>
            <a:off x="504001" y="504000"/>
            <a:ext cx="7092000" cy="369332"/>
          </a:xfrm>
        </p:spPr>
        <p:txBody>
          <a:bodyPr/>
          <a:lstStyle/>
          <a:p>
            <a:r>
              <a:rPr lang="en-US" noProof="0"/>
              <a:t>Insert page title (sentence case)</a:t>
            </a:r>
            <a:endParaRPr lang="en-US"/>
          </a:p>
        </p:txBody>
      </p:sp>
    </p:spTree>
    <p:extLst>
      <p:ext uri="{BB962C8B-B14F-4D97-AF65-F5344CB8AC3E}">
        <p14:creationId xmlns:p14="http://schemas.microsoft.com/office/powerpoint/2010/main" val="3425020262"/>
      </p:ext>
    </p:extLst>
  </p:cSld>
  <p:clrMapOvr>
    <a:masterClrMapping/>
  </p:clrMapOvr>
  <p:extLst>
    <p:ext uri="{DCECCB84-F9BA-43D5-87BE-67443E8EF086}">
      <p15:sldGuideLst xmlns:p15="http://schemas.microsoft.com/office/powerpoint/2012/main">
        <p15:guide id="1" pos="314" userDrawn="1">
          <p15:clr>
            <a:srgbClr val="FBAE40"/>
          </p15:clr>
        </p15:guide>
        <p15:guide id="2" orient="horz" pos="3991" userDrawn="1">
          <p15:clr>
            <a:srgbClr val="FBAE40"/>
          </p15:clr>
        </p15:guide>
        <p15:guide id="3" pos="4786" userDrawn="1">
          <p15:clr>
            <a:srgbClr val="FBAE40"/>
          </p15:clr>
        </p15:guide>
        <p15:guide id="4" pos="5111" userDrawn="1">
          <p15:clr>
            <a:srgbClr val="FBAE40"/>
          </p15:clr>
        </p15:guide>
        <p15:guide id="5" orient="horz" pos="317" userDrawn="1">
          <p15:clr>
            <a:srgbClr val="FBAE40"/>
          </p15:clr>
        </p15:guide>
        <p15:guide id="6" orient="horz" pos="551" userDrawn="1">
          <p15:clr>
            <a:srgbClr val="FBAE40"/>
          </p15:clr>
        </p15:guide>
        <p15:guide id="7" orient="horz" pos="972" userDrawn="1">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Full Bleed Image ">
    <p:spTree>
      <p:nvGrpSpPr>
        <p:cNvPr id="1" name=""/>
        <p:cNvGrpSpPr/>
        <p:nvPr/>
      </p:nvGrpSpPr>
      <p:grpSpPr>
        <a:xfrm>
          <a:off x="0" y="0"/>
          <a:ext cx="0" cy="0"/>
          <a:chOff x="0" y="0"/>
          <a:chExt cx="0" cy="0"/>
        </a:xfrm>
      </p:grpSpPr>
      <p:sp>
        <p:nvSpPr>
          <p:cNvPr id="5" name="Picture Placeholder"/>
          <p:cNvSpPr>
            <a:spLocks noGrp="1"/>
          </p:cNvSpPr>
          <p:nvPr>
            <p:ph type="pic" sz="quarter" idx="10" hasCustomPrompt="1"/>
          </p:nvPr>
        </p:nvSpPr>
        <p:spPr bwMode="gray">
          <a:xfrm>
            <a:off x="1" y="0"/>
            <a:ext cx="12195175" cy="6858000"/>
          </a:xfrm>
          <a:no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i="0" kern="1200" dirty="0">
                <a:solidFill>
                  <a:schemeClr val="tx1"/>
                </a:solidFill>
                <a:latin typeface="72 Brand" panose="020B0504030603020204" pitchFamily="34" charset="0"/>
                <a:ea typeface="+mn-ea"/>
                <a:cs typeface="+mn-cs"/>
              </a:defRPr>
            </a:lvl1pPr>
          </a:lstStyle>
          <a:p>
            <a:r>
              <a:rPr lang="en-US"/>
              <a:t>Click icon to add image</a:t>
            </a:r>
            <a:endParaRPr lang="de-DE"/>
          </a:p>
        </p:txBody>
      </p:sp>
    </p:spTree>
    <p:extLst>
      <p:ext uri="{BB962C8B-B14F-4D97-AF65-F5344CB8AC3E}">
        <p14:creationId xmlns:p14="http://schemas.microsoft.com/office/powerpoint/2010/main" val="413979114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ext and Screenshot">
    <p:spTree>
      <p:nvGrpSpPr>
        <p:cNvPr id="1" name=""/>
        <p:cNvGrpSpPr/>
        <p:nvPr/>
      </p:nvGrpSpPr>
      <p:grpSpPr>
        <a:xfrm>
          <a:off x="0" y="0"/>
          <a:ext cx="0" cy="0"/>
          <a:chOff x="0" y="0"/>
          <a:chExt cx="0" cy="0"/>
        </a:xfrm>
      </p:grpSpPr>
      <p:sp>
        <p:nvSpPr>
          <p:cNvPr id="5" name="Picture Placeholder"/>
          <p:cNvSpPr>
            <a:spLocks noGrp="1"/>
          </p:cNvSpPr>
          <p:nvPr>
            <p:ph type="pic" sz="quarter" idx="13" hasCustomPrompt="1"/>
          </p:nvPr>
        </p:nvSpPr>
        <p:spPr bwMode="gray">
          <a:xfrm>
            <a:off x="6362477" y="1557338"/>
            <a:ext cx="5328000" cy="4788000"/>
          </a:xfrm>
          <a:noFill/>
        </p:spPr>
        <p:txBody>
          <a:bodyPr vert="horz" lIns="0" tIns="1512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i="0" kern="1200" dirty="0">
                <a:solidFill>
                  <a:schemeClr val="tx1"/>
                </a:solidFill>
                <a:latin typeface="72 Brand" panose="020B0504030603020204" pitchFamily="34" charset="0"/>
                <a:ea typeface="+mn-ea"/>
                <a:cs typeface="+mn-cs"/>
              </a:defRPr>
            </a:lvl1pPr>
          </a:lstStyle>
          <a:p>
            <a:r>
              <a:rPr lang="en-US"/>
              <a:t>Click icon to add screenshot</a:t>
            </a:r>
            <a:endParaRPr lang="de-DE"/>
          </a:p>
        </p:txBody>
      </p:sp>
      <p:sp>
        <p:nvSpPr>
          <p:cNvPr id="4" name="Text Placeholder"/>
          <p:cNvSpPr>
            <a:spLocks noGrp="1"/>
          </p:cNvSpPr>
          <p:nvPr>
            <p:ph type="body" sz="quarter" idx="10" hasCustomPrompt="1"/>
          </p:nvPr>
        </p:nvSpPr>
        <p:spPr>
          <a:xfrm>
            <a:off x="504000" y="1548000"/>
            <a:ext cx="5328000" cy="4788000"/>
          </a:xfrm>
        </p:spPr>
        <p:txBody>
          <a:bodyPr/>
          <a:lstStyle>
            <a:lvl1pPr>
              <a:defRPr/>
            </a:lvl1pPr>
          </a:lstStyle>
          <a:p>
            <a:pPr lvl="0"/>
            <a:r>
              <a:rPr lang="en-US" noProof="0"/>
              <a:t>First level</a:t>
            </a:r>
          </a:p>
          <a:p>
            <a:pPr lvl="1"/>
            <a:r>
              <a:rPr lang="en-US"/>
              <a:t>Second level</a:t>
            </a:r>
          </a:p>
          <a:p>
            <a:pPr lvl="2"/>
            <a:r>
              <a:rPr lang="en-US"/>
              <a:t>Third level</a:t>
            </a:r>
          </a:p>
          <a:p>
            <a:pPr lvl="3"/>
            <a:r>
              <a:rPr lang="en-US"/>
              <a:t>Fourth level</a:t>
            </a:r>
          </a:p>
          <a:p>
            <a:pPr lvl="4"/>
            <a:r>
              <a:rPr lang="en-US"/>
              <a:t>Fifth level</a:t>
            </a:r>
          </a:p>
        </p:txBody>
      </p:sp>
      <p:sp>
        <p:nvSpPr>
          <p:cNvPr id="3" name="Title"/>
          <p:cNvSpPr>
            <a:spLocks noGrp="1"/>
          </p:cNvSpPr>
          <p:nvPr>
            <p:ph type="title" hasCustomPrompt="1"/>
          </p:nvPr>
        </p:nvSpPr>
        <p:spPr>
          <a:xfrm>
            <a:off x="504001" y="504000"/>
            <a:ext cx="11186476" cy="369332"/>
          </a:xfrm>
        </p:spPr>
        <p:txBody>
          <a:bodyPr/>
          <a:lstStyle/>
          <a:p>
            <a:r>
              <a:rPr lang="en-US" noProof="0"/>
              <a:t>Insert page title (sentence case)</a:t>
            </a:r>
            <a:endParaRPr lang="en-US"/>
          </a:p>
        </p:txBody>
      </p:sp>
    </p:spTree>
    <p:extLst>
      <p:ext uri="{BB962C8B-B14F-4D97-AF65-F5344CB8AC3E}">
        <p14:creationId xmlns:p14="http://schemas.microsoft.com/office/powerpoint/2010/main" val="1287227243"/>
      </p:ext>
    </p:extLst>
  </p:cSld>
  <p:clrMapOvr>
    <a:masterClrMapping/>
  </p:clrMapOvr>
  <p:extLst>
    <p:ext uri="{DCECCB84-F9BA-43D5-87BE-67443E8EF086}">
      <p15:sldGuideLst xmlns:p15="http://schemas.microsoft.com/office/powerpoint/2012/main">
        <p15:guide id="1" pos="314" userDrawn="1">
          <p15:clr>
            <a:srgbClr val="FBAE40"/>
          </p15:clr>
        </p15:guide>
        <p15:guide id="2" orient="horz" pos="972" userDrawn="1">
          <p15:clr>
            <a:srgbClr val="FBAE40"/>
          </p15:clr>
        </p15:guide>
        <p15:guide id="3" pos="3674" userDrawn="1">
          <p15:clr>
            <a:srgbClr val="FBAE40"/>
          </p15:clr>
        </p15:guide>
        <p15:guide id="4" pos="4008" userDrawn="1">
          <p15:clr>
            <a:srgbClr val="FBAE40"/>
          </p15:clr>
        </p15:guide>
        <p15:guide id="5" pos="7364" userDrawn="1">
          <p15:clr>
            <a:srgbClr val="FBAE40"/>
          </p15:clr>
        </p15:guide>
        <p15:guide id="6" orient="horz" pos="317" userDrawn="1">
          <p15:clr>
            <a:srgbClr val="FBAE40"/>
          </p15:clr>
        </p15:guide>
        <p15:guide id="7" orient="horz" pos="551" userDrawn="1">
          <p15:clr>
            <a:srgbClr val="FBAE40"/>
          </p15:clr>
        </p15:guide>
        <p15:guide id="8" orient="horz" pos="3991" userDrawn="1">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el und Inhalt">
    <p:spTree>
      <p:nvGrpSpPr>
        <p:cNvPr id="1" name=""/>
        <p:cNvGrpSpPr/>
        <p:nvPr/>
      </p:nvGrpSpPr>
      <p:grpSpPr>
        <a:xfrm>
          <a:off x="0" y="0"/>
          <a:ext cx="0" cy="0"/>
          <a:chOff x="0" y="0"/>
          <a:chExt cx="0" cy="0"/>
        </a:xfrm>
      </p:grpSpPr>
      <p:sp>
        <p:nvSpPr>
          <p:cNvPr id="7" name="Content Placeholder"/>
          <p:cNvSpPr>
            <a:spLocks noGrp="1"/>
          </p:cNvSpPr>
          <p:nvPr>
            <p:ph idx="1" hasCustomPrompt="1"/>
          </p:nvPr>
        </p:nvSpPr>
        <p:spPr bwMode="gray">
          <a:xfrm>
            <a:off x="504000" y="1548000"/>
            <a:ext cx="11185200" cy="4788000"/>
          </a:xfrm>
          <a:noFill/>
        </p:spPr>
        <p:txBody>
          <a:bodyPr tIns="1368000"/>
          <a:lstStyle>
            <a:lvl1pPr algn="ctr">
              <a:defRPr sz="1400" b="0"/>
            </a:lvl1pPr>
          </a:lstStyle>
          <a:p>
            <a:pPr lvl="0"/>
            <a:r>
              <a:rPr lang="en-US"/>
              <a:t>Click to add content</a:t>
            </a:r>
          </a:p>
        </p:txBody>
      </p:sp>
      <p:sp>
        <p:nvSpPr>
          <p:cNvPr id="2" name="Title"/>
          <p:cNvSpPr>
            <a:spLocks noGrp="1"/>
          </p:cNvSpPr>
          <p:nvPr>
            <p:ph type="title" hasCustomPrompt="1"/>
          </p:nvPr>
        </p:nvSpPr>
        <p:spPr/>
        <p:txBody>
          <a:bodyPr/>
          <a:lstStyle/>
          <a:p>
            <a:r>
              <a:rPr lang="en-US" noProof="0"/>
              <a:t>Insert page title (sentence case)</a:t>
            </a:r>
            <a:endParaRPr lang="en-US"/>
          </a:p>
        </p:txBody>
      </p:sp>
    </p:spTree>
    <p:extLst>
      <p:ext uri="{BB962C8B-B14F-4D97-AF65-F5344CB8AC3E}">
        <p14:creationId xmlns:p14="http://schemas.microsoft.com/office/powerpoint/2010/main" val="4186098743"/>
      </p:ext>
    </p:extLst>
  </p:cSld>
  <p:clrMapOvr>
    <a:masterClrMapping/>
  </p:clrMapOvr>
  <p:extLst>
    <p:ext uri="{DCECCB84-F9BA-43D5-87BE-67443E8EF086}">
      <p15:sldGuideLst xmlns:p15="http://schemas.microsoft.com/office/powerpoint/2012/main">
        <p15:guide id="1" pos="314" userDrawn="1">
          <p15:clr>
            <a:srgbClr val="FBAE40"/>
          </p15:clr>
        </p15:guide>
        <p15:guide id="2" orient="horz" pos="317" userDrawn="1">
          <p15:clr>
            <a:srgbClr val="FBAE40"/>
          </p15:clr>
        </p15:guide>
        <p15:guide id="3" orient="horz" pos="551" userDrawn="1">
          <p15:clr>
            <a:srgbClr val="FBAE40"/>
          </p15:clr>
        </p15:guide>
        <p15:guide id="4" orient="horz" pos="972" userDrawn="1">
          <p15:clr>
            <a:srgbClr val="FBAE40"/>
          </p15:clr>
        </p15:guide>
        <p15:guide id="5" orient="horz" pos="3991" userDrawn="1">
          <p15:clr>
            <a:srgbClr val="FBAE40"/>
          </p15:clr>
        </p15:guide>
        <p15:guide id="6" pos="7364" userDrawn="1">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Thank You Dark Blue">
    <p:bg>
      <p:bgPr>
        <a:solidFill>
          <a:srgbClr val="00144A"/>
        </a:solidFill>
        <a:effectLst/>
      </p:bgPr>
    </p:bg>
    <p:spTree>
      <p:nvGrpSpPr>
        <p:cNvPr id="1" name=""/>
        <p:cNvGrpSpPr/>
        <p:nvPr/>
      </p:nvGrpSpPr>
      <p:grpSpPr>
        <a:xfrm>
          <a:off x="0" y="0"/>
          <a:ext cx="0" cy="0"/>
          <a:chOff x="0" y="0"/>
          <a:chExt cx="0" cy="0"/>
        </a:xfrm>
      </p:grpSpPr>
      <p:pic>
        <p:nvPicPr>
          <p:cNvPr id="8" name="Grafik 7" descr="Ein Bild, das Screenshot, Grafiken, Farbigkeit enthält.&#10;&#10;KI-generierte Inhalte können fehlerhaft sein.">
            <a:extLst>
              <a:ext uri="{FF2B5EF4-FFF2-40B4-BE49-F238E27FC236}">
                <a16:creationId xmlns:a16="http://schemas.microsoft.com/office/drawing/2014/main" id="{6C149C7D-EDEA-E2CF-76ED-75CC189BF207}"/>
              </a:ext>
            </a:extLst>
          </p:cNvPr>
          <p:cNvPicPr>
            <a:picLocks noChangeAspect="1"/>
          </p:cNvPicPr>
          <p:nvPr userDrawn="1"/>
        </p:nvPicPr>
        <p:blipFill>
          <a:blip r:embed="rId2"/>
          <a:stretch>
            <a:fillRect/>
          </a:stretch>
        </p:blipFill>
        <p:spPr>
          <a:xfrm>
            <a:off x="2850611" y="196947"/>
            <a:ext cx="9903657" cy="5570807"/>
          </a:xfrm>
          <a:prstGeom prst="rect">
            <a:avLst/>
          </a:prstGeom>
        </p:spPr>
      </p:pic>
      <p:sp>
        <p:nvSpPr>
          <p:cNvPr id="9" name="Copyright - Dynamic" descr="{&quot;templafy&quot;:{&quot;id&quot;:&quot;27f15a2f-efbf-4b45-a883-cb50c003bc42&quot;}}">
            <a:extLst>
              <a:ext uri="{FF2B5EF4-FFF2-40B4-BE49-F238E27FC236}">
                <a16:creationId xmlns:a16="http://schemas.microsoft.com/office/drawing/2014/main" id="{EDAF1AF5-D568-20CC-6052-F655D86F5486}"/>
              </a:ext>
            </a:extLst>
          </p:cNvPr>
          <p:cNvSpPr txBox="1">
            <a:spLocks/>
          </p:cNvSpPr>
          <p:nvPr userDrawn="1"/>
        </p:nvSpPr>
        <p:spPr>
          <a:xfrm>
            <a:off x="504001" y="6536751"/>
            <a:ext cx="10155600" cy="138498"/>
          </a:xfrm>
          <a:prstGeom prst="rect">
            <a:avLst/>
          </a:prstGeom>
        </p:spPr>
        <p:txBody>
          <a:bodyPr lIns="0" tIns="0" rIns="0" bIns="0" anchor="ctr" anchorCtr="0">
            <a:noAutofit/>
          </a:bodyPr>
          <a:lstStyle>
            <a:lvl1pPr marL="0" indent="0" algn="l" defTabSz="1088558" rtl="0" eaLnBrk="1" latinLnBrk="0" hangingPunct="1">
              <a:spcBef>
                <a:spcPts val="1800"/>
              </a:spcBef>
              <a:buClr>
                <a:schemeClr val="accent1"/>
              </a:buClr>
              <a:buSzPct val="80000"/>
              <a:buFontTx/>
              <a:buNone/>
              <a:defRPr sz="600" b="0" kern="1200">
                <a:solidFill>
                  <a:schemeClr val="tx1"/>
                </a:solidFill>
                <a:latin typeface="+mn-lt"/>
                <a:ea typeface="+mn-ea"/>
                <a:cs typeface="+mn-cs"/>
              </a:defRPr>
            </a:lvl1pPr>
            <a:lvl2pPr marL="179964" indent="-179964" algn="l" defTabSz="1088558" rtl="0" eaLnBrk="1" latinLnBrk="0" hangingPunct="1">
              <a:spcBef>
                <a:spcPts val="600"/>
              </a:spcBef>
              <a:buClr>
                <a:schemeClr val="accent1"/>
              </a:buClr>
              <a:buSzPct val="100000"/>
              <a:buFont typeface="Wingdings" pitchFamily="2" charset="2"/>
              <a:buChar char="§"/>
              <a:defRPr sz="1800" kern="1200">
                <a:solidFill>
                  <a:schemeClr val="tx1"/>
                </a:solidFill>
                <a:latin typeface="+mn-lt"/>
                <a:ea typeface="+mn-ea"/>
                <a:cs typeface="+mn-cs"/>
              </a:defRPr>
            </a:lvl2pPr>
            <a:lvl3pPr marL="358775" indent="-179388" algn="l" defTabSz="1088558" rtl="0" eaLnBrk="1" latinLnBrk="0" hangingPunct="1">
              <a:spcBef>
                <a:spcPts val="300"/>
              </a:spcBef>
              <a:buClr>
                <a:schemeClr val="tx1"/>
              </a:buClr>
              <a:buSzPct val="100000"/>
              <a:buFont typeface="Arial" panose="020B0604020202020204" pitchFamily="34" charset="0"/>
              <a:buChar char="–"/>
              <a:defRPr lang="en-US" sz="1800" kern="1200" noProof="0" dirty="0" smtClean="0">
                <a:solidFill>
                  <a:schemeClr val="tx1"/>
                </a:solidFill>
                <a:latin typeface="+mn-lt"/>
                <a:ea typeface="+mn-ea"/>
                <a:cs typeface="+mn-cs"/>
              </a:defRPr>
            </a:lvl3pPr>
            <a:lvl4pPr marL="539892" indent="-179964" algn="l" defTabSz="1088558" rtl="0" eaLnBrk="1" latinLnBrk="0" hangingPunct="1">
              <a:spcBef>
                <a:spcPts val="300"/>
              </a:spcBef>
              <a:buClr>
                <a:schemeClr val="tx1"/>
              </a:buClr>
              <a:buSzPct val="120000"/>
              <a:buFont typeface="Arial" pitchFamily="34" charset="0"/>
              <a:buChar char="▫"/>
              <a:defRPr sz="1600" kern="1200">
                <a:solidFill>
                  <a:schemeClr val="tx1"/>
                </a:solidFill>
                <a:latin typeface="+mn-lt"/>
                <a:ea typeface="+mn-ea"/>
                <a:cs typeface="+mn-cs"/>
              </a:defRPr>
            </a:lvl4pPr>
            <a:lvl5pPr marL="539892" indent="0" algn="l" defTabSz="1088558" rtl="0" eaLnBrk="1" latinLnBrk="0" hangingPunct="1">
              <a:spcBef>
                <a:spcPts val="100"/>
              </a:spcBef>
              <a:buClr>
                <a:schemeClr val="tx1"/>
              </a:buClr>
              <a:buSzPct val="100000"/>
              <a:buFont typeface="Symbol" panose="05050102010706020507" pitchFamily="18" charset="2"/>
              <a:buNone/>
              <a:defRPr sz="1400" kern="1200" baseline="0">
                <a:solidFill>
                  <a:schemeClr val="tx1"/>
                </a:solidFill>
                <a:latin typeface="+mn-lt"/>
                <a:ea typeface="+mn-ea"/>
                <a:cs typeface="+mn-cs"/>
              </a:defRPr>
            </a:lvl5pPr>
            <a:lvl6pPr marL="2993535"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6pPr>
            <a:lvl7pPr marL="3537814"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7pPr>
            <a:lvl8pPr marL="408209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8pPr>
            <a:lvl9pPr marL="462637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9pPr>
          </a:lstStyle>
          <a:p>
            <a:pPr>
              <a:buFont typeface="Arial" panose="020B0604020202020204" pitchFamily="34" charset="0"/>
              <a:buNone/>
            </a:pPr>
            <a:r>
              <a:rPr lang="en-US" sz="600" b="0" i="0">
                <a:solidFill>
                  <a:schemeClr val="bg1"/>
                </a:solidFill>
                <a:latin typeface="+mn-lt"/>
              </a:rPr>
              <a:t>© 2025 SAP SE or an SAP affiliate company. All rights reserved. See Legal Notice on </a:t>
            </a:r>
            <a:r>
              <a:rPr lang="en-US" sz="600" b="0" i="0" err="1">
                <a:solidFill>
                  <a:schemeClr val="bg1"/>
                </a:solidFill>
                <a:latin typeface="+mn-lt"/>
              </a:rPr>
              <a:t>www.sap.com</a:t>
            </a:r>
            <a:r>
              <a:rPr lang="en-US" sz="600" b="0" i="0">
                <a:solidFill>
                  <a:schemeClr val="bg1"/>
                </a:solidFill>
                <a:latin typeface="+mn-lt"/>
              </a:rPr>
              <a:t>/legal-notice for use terms, disclaimers, disclosures, or restrictions related to this material.</a:t>
            </a:r>
          </a:p>
        </p:txBody>
      </p:sp>
      <p:sp>
        <p:nvSpPr>
          <p:cNvPr id="3" name="Textplatzhalter 6">
            <a:extLst>
              <a:ext uri="{FF2B5EF4-FFF2-40B4-BE49-F238E27FC236}">
                <a16:creationId xmlns:a16="http://schemas.microsoft.com/office/drawing/2014/main" id="{B01F4787-EAB6-6758-FC14-3B358D0B4350}"/>
              </a:ext>
            </a:extLst>
          </p:cNvPr>
          <p:cNvSpPr>
            <a:spLocks noGrp="1"/>
          </p:cNvSpPr>
          <p:nvPr>
            <p:ph type="body" sz="quarter" idx="10" hasCustomPrompt="1"/>
          </p:nvPr>
        </p:nvSpPr>
        <p:spPr>
          <a:xfrm>
            <a:off x="498475" y="3197065"/>
            <a:ext cx="3305429" cy="1265079"/>
          </a:xfrm>
        </p:spPr>
        <p:txBody>
          <a:bodyPr/>
          <a:lstStyle>
            <a:lvl1pPr marL="0" marR="0" indent="0" algn="l" defTabSz="1088558" rtl="0" eaLnBrk="1" fontAlgn="auto" latinLnBrk="0" hangingPunct="1">
              <a:lnSpc>
                <a:spcPct val="100000"/>
              </a:lnSpc>
              <a:spcBef>
                <a:spcPts val="0"/>
              </a:spcBef>
              <a:spcAft>
                <a:spcPts val="0"/>
              </a:spcAft>
              <a:buClrTx/>
              <a:buSzPct val="80000"/>
              <a:buFont typeface="72 Brand" panose="02000000000000000000" pitchFamily="2" charset="0"/>
              <a:buNone/>
              <a:tabLst/>
              <a:defRPr sz="1600">
                <a:solidFill>
                  <a:schemeClr val="bg1"/>
                </a:solidFill>
              </a:defRPr>
            </a:lvl1pPr>
          </a:lstStyle>
          <a:p>
            <a:pPr lvl="0"/>
            <a:r>
              <a:rPr lang="de-DE"/>
              <a:t>Name</a:t>
            </a:r>
          </a:p>
        </p:txBody>
      </p:sp>
      <p:sp>
        <p:nvSpPr>
          <p:cNvPr id="5" name="Textplatzhalter 2">
            <a:extLst>
              <a:ext uri="{FF2B5EF4-FFF2-40B4-BE49-F238E27FC236}">
                <a16:creationId xmlns:a16="http://schemas.microsoft.com/office/drawing/2014/main" id="{552E7F0D-A8CC-D351-94E0-B93E3F3DEAC4}"/>
              </a:ext>
            </a:extLst>
          </p:cNvPr>
          <p:cNvSpPr>
            <a:spLocks noGrp="1"/>
          </p:cNvSpPr>
          <p:nvPr>
            <p:ph type="body" sz="quarter" idx="11" hasCustomPrompt="1"/>
          </p:nvPr>
        </p:nvSpPr>
        <p:spPr>
          <a:xfrm>
            <a:off x="498475" y="2907348"/>
            <a:ext cx="1971730" cy="319532"/>
          </a:xfrm>
        </p:spPr>
        <p:txBody>
          <a:bodyPr/>
          <a:lstStyle>
            <a:lvl1pPr>
              <a:defRPr lang="de-DE" sz="1600" b="0" i="0" kern="1200" dirty="0">
                <a:solidFill>
                  <a:schemeClr val="bg1"/>
                </a:solidFill>
                <a:latin typeface="+mn-lt"/>
                <a:ea typeface="+mn-ea"/>
                <a:cs typeface="+mn-cs"/>
              </a:defRPr>
            </a:lvl1pPr>
          </a:lstStyle>
          <a:p>
            <a:pPr marL="0" marR="0" lvl="0" indent="0" algn="l" defTabSz="1088776" rtl="0" eaLnBrk="1" fontAlgn="base" latinLnBrk="0" hangingPunct="1">
              <a:lnSpc>
                <a:spcPct val="100000"/>
              </a:lnSpc>
              <a:spcBef>
                <a:spcPct val="50000"/>
              </a:spcBef>
              <a:spcAft>
                <a:spcPct val="0"/>
              </a:spcAft>
              <a:buClr>
                <a:srgbClr val="F0AB00"/>
              </a:buClr>
              <a:buSzPct val="80000"/>
              <a:buFontTx/>
              <a:buNone/>
              <a:tabLst/>
              <a:defRPr/>
            </a:pPr>
            <a:r>
              <a:rPr lang="de-DE"/>
              <a:t>Contact </a:t>
            </a:r>
            <a:r>
              <a:rPr lang="de-DE" err="1"/>
              <a:t>information</a:t>
            </a:r>
            <a:r>
              <a:rPr lang="de-DE"/>
              <a:t>:</a:t>
            </a:r>
          </a:p>
        </p:txBody>
      </p:sp>
      <p:pic>
        <p:nvPicPr>
          <p:cNvPr id="6" name="Picture 4">
            <a:extLst>
              <a:ext uri="{FF2B5EF4-FFF2-40B4-BE49-F238E27FC236}">
                <a16:creationId xmlns:a16="http://schemas.microsoft.com/office/drawing/2014/main" id="{F8797235-2602-508E-6B35-20DED9161D4A}"/>
              </a:ext>
            </a:extLst>
          </p:cNvPr>
          <p:cNvPicPr>
            <a:picLocks noChangeAspect="1"/>
          </p:cNvPicPr>
          <p:nvPr userDrawn="1"/>
        </p:nvPicPr>
        <p:blipFill>
          <a:blip r:embed="rId3" cstate="print">
            <a:extLst>
              <a:ext uri="{28A0092B-C50C-407E-A947-70E740481C1C}">
                <a14:useLocalDpi xmlns:a14="http://schemas.microsoft.com/office/drawing/2010/main"/>
              </a:ext>
            </a:extLst>
          </a:blip>
          <a:srcRect/>
          <a:stretch/>
        </p:blipFill>
        <p:spPr>
          <a:xfrm>
            <a:off x="8165660" y="5990000"/>
            <a:ext cx="3506400" cy="360000"/>
          </a:xfrm>
          <a:prstGeom prst="rect">
            <a:avLst/>
          </a:prstGeom>
        </p:spPr>
      </p:pic>
      <p:pic>
        <p:nvPicPr>
          <p:cNvPr id="7" name="object 10">
            <a:extLst>
              <a:ext uri="{FF2B5EF4-FFF2-40B4-BE49-F238E27FC236}">
                <a16:creationId xmlns:a16="http://schemas.microsoft.com/office/drawing/2014/main" id="{13CDB3F7-00C7-0239-F25F-0E99260F48B2}"/>
              </a:ext>
            </a:extLst>
          </p:cNvPr>
          <p:cNvPicPr/>
          <p:nvPr userDrawn="1"/>
        </p:nvPicPr>
        <p:blipFill>
          <a:blip r:embed="rId4"/>
          <a:srcRect/>
          <a:stretch/>
        </p:blipFill>
        <p:spPr>
          <a:xfrm>
            <a:off x="498478" y="270676"/>
            <a:ext cx="1516531" cy="214362"/>
          </a:xfrm>
          <a:prstGeom prst="rect">
            <a:avLst/>
          </a:prstGeom>
        </p:spPr>
      </p:pic>
      <p:sp>
        <p:nvSpPr>
          <p:cNvPr id="13" name="TextBox 12">
            <a:extLst>
              <a:ext uri="{FF2B5EF4-FFF2-40B4-BE49-F238E27FC236}">
                <a16:creationId xmlns:a16="http://schemas.microsoft.com/office/drawing/2014/main" id="{32F86EEA-468A-E8C1-9988-BEAB929C1879}"/>
              </a:ext>
            </a:extLst>
          </p:cNvPr>
          <p:cNvSpPr txBox="1"/>
          <p:nvPr userDrawn="1"/>
        </p:nvSpPr>
        <p:spPr>
          <a:xfrm>
            <a:off x="5335150" y="3311951"/>
            <a:ext cx="3185991" cy="615553"/>
          </a:xfrm>
          <a:prstGeom prst="rect">
            <a:avLst/>
          </a:prstGeom>
          <a:noFill/>
        </p:spPr>
        <p:txBody>
          <a:bodyPr wrap="square" lIns="0" tIns="0" rIns="0" bIns="0" rtlCol="0">
            <a:spAutoFit/>
          </a:bodyPr>
          <a:lstStyle/>
          <a:p>
            <a:pPr algn="l" fontAlgn="base">
              <a:spcBef>
                <a:spcPct val="50000"/>
              </a:spcBef>
              <a:spcAft>
                <a:spcPct val="0"/>
              </a:spcAft>
              <a:buClr>
                <a:schemeClr val="tx1"/>
              </a:buClr>
              <a:buSzPct val="100000"/>
            </a:pPr>
            <a:r>
              <a:rPr lang="en-US" sz="4000" b="1" i="0" kern="0">
                <a:solidFill>
                  <a:schemeClr val="bg1"/>
                </a:solidFill>
                <a:latin typeface="72 Brand" panose="020B0504030603020204" pitchFamily="34" charset="0"/>
                <a:ea typeface="72 Brand" pitchFamily="34" charset="-128"/>
                <a:cs typeface="72 Brand" pitchFamily="34" charset="-128"/>
              </a:rPr>
              <a:t>Thank you!</a:t>
            </a:r>
          </a:p>
        </p:txBody>
      </p:sp>
    </p:spTree>
    <p:extLst>
      <p:ext uri="{BB962C8B-B14F-4D97-AF65-F5344CB8AC3E}">
        <p14:creationId xmlns:p14="http://schemas.microsoft.com/office/powerpoint/2010/main" val="1172306197"/>
      </p:ext>
    </p:extLst>
  </p:cSld>
  <p:clrMapOvr>
    <a:masterClrMapping/>
  </p:clrMapOvr>
  <p:hf sldNum="0" hdr="0" ftr="0" dt="0"/>
  <p:extLst>
    <p:ext uri="{DCECCB84-F9BA-43D5-87BE-67443E8EF086}">
      <p15:sldGuideLst xmlns:p15="http://schemas.microsoft.com/office/powerpoint/2012/main">
        <p15:guide id="1" pos="7364">
          <p15:clr>
            <a:srgbClr val="FBAE40"/>
          </p15:clr>
        </p15:guide>
        <p15:guide id="2" orient="horz" pos="970">
          <p15:clr>
            <a:srgbClr val="FBAE40"/>
          </p15:clr>
        </p15:guide>
        <p15:guide id="4" orient="horz" pos="1830">
          <p15:clr>
            <a:srgbClr val="FBAE40"/>
          </p15:clr>
        </p15:guide>
        <p15:guide id="5" orient="horz" pos="4000">
          <p15:clr>
            <a:srgbClr val="FBAE40"/>
          </p15:clr>
        </p15:guide>
        <p15:guide id="6" pos="314">
          <p15:clr>
            <a:srgbClr val="FBAE40"/>
          </p15:clr>
        </p15:guide>
        <p15:guide id="8" pos="3841">
          <p15:clr>
            <a:srgbClr val="FBAE40"/>
          </p15:clr>
        </p15:guide>
        <p15:guide id="9" orient="horz" pos="318">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Thank You Light Blue">
    <p:bg>
      <p:bgPr>
        <a:solidFill>
          <a:srgbClr val="EBF8FF"/>
        </a:solidFill>
        <a:effectLst/>
      </p:bgPr>
    </p:bg>
    <p:spTree>
      <p:nvGrpSpPr>
        <p:cNvPr id="1" name=""/>
        <p:cNvGrpSpPr/>
        <p:nvPr/>
      </p:nvGrpSpPr>
      <p:grpSpPr>
        <a:xfrm>
          <a:off x="0" y="0"/>
          <a:ext cx="0" cy="0"/>
          <a:chOff x="0" y="0"/>
          <a:chExt cx="0" cy="0"/>
        </a:xfrm>
      </p:grpSpPr>
      <p:sp>
        <p:nvSpPr>
          <p:cNvPr id="9" name="Copyright - Dynamic" descr="{&quot;templafy&quot;:{&quot;id&quot;:&quot;27f15a2f-efbf-4b45-a883-cb50c003bc42&quot;}}">
            <a:extLst>
              <a:ext uri="{FF2B5EF4-FFF2-40B4-BE49-F238E27FC236}">
                <a16:creationId xmlns:a16="http://schemas.microsoft.com/office/drawing/2014/main" id="{EDAF1AF5-D568-20CC-6052-F655D86F5486}"/>
              </a:ext>
            </a:extLst>
          </p:cNvPr>
          <p:cNvSpPr txBox="1">
            <a:spLocks/>
          </p:cNvSpPr>
          <p:nvPr userDrawn="1"/>
        </p:nvSpPr>
        <p:spPr>
          <a:xfrm>
            <a:off x="504001" y="6536751"/>
            <a:ext cx="10155600" cy="138498"/>
          </a:xfrm>
          <a:prstGeom prst="rect">
            <a:avLst/>
          </a:prstGeom>
        </p:spPr>
        <p:txBody>
          <a:bodyPr lIns="0" tIns="0" rIns="0" bIns="0" anchor="ctr" anchorCtr="0">
            <a:noAutofit/>
          </a:bodyPr>
          <a:lstStyle>
            <a:lvl1pPr marL="0" indent="0" algn="l" defTabSz="1088558" rtl="0" eaLnBrk="1" latinLnBrk="0" hangingPunct="1">
              <a:spcBef>
                <a:spcPts val="1800"/>
              </a:spcBef>
              <a:buClr>
                <a:schemeClr val="accent1"/>
              </a:buClr>
              <a:buSzPct val="80000"/>
              <a:buFontTx/>
              <a:buNone/>
              <a:defRPr sz="600" b="0" kern="1200">
                <a:solidFill>
                  <a:schemeClr val="tx1"/>
                </a:solidFill>
                <a:latin typeface="+mn-lt"/>
                <a:ea typeface="+mn-ea"/>
                <a:cs typeface="+mn-cs"/>
              </a:defRPr>
            </a:lvl1pPr>
            <a:lvl2pPr marL="179964" indent="-179964" algn="l" defTabSz="1088558" rtl="0" eaLnBrk="1" latinLnBrk="0" hangingPunct="1">
              <a:spcBef>
                <a:spcPts val="600"/>
              </a:spcBef>
              <a:buClr>
                <a:schemeClr val="accent1"/>
              </a:buClr>
              <a:buSzPct val="100000"/>
              <a:buFont typeface="Wingdings" pitchFamily="2" charset="2"/>
              <a:buChar char="§"/>
              <a:defRPr sz="1800" kern="1200">
                <a:solidFill>
                  <a:schemeClr val="tx1"/>
                </a:solidFill>
                <a:latin typeface="+mn-lt"/>
                <a:ea typeface="+mn-ea"/>
                <a:cs typeface="+mn-cs"/>
              </a:defRPr>
            </a:lvl2pPr>
            <a:lvl3pPr marL="358775" indent="-179388" algn="l" defTabSz="1088558" rtl="0" eaLnBrk="1" latinLnBrk="0" hangingPunct="1">
              <a:spcBef>
                <a:spcPts val="300"/>
              </a:spcBef>
              <a:buClr>
                <a:schemeClr val="tx1"/>
              </a:buClr>
              <a:buSzPct val="100000"/>
              <a:buFont typeface="Arial" panose="020B0604020202020204" pitchFamily="34" charset="0"/>
              <a:buChar char="–"/>
              <a:defRPr lang="en-US" sz="1800" kern="1200" noProof="0" dirty="0" smtClean="0">
                <a:solidFill>
                  <a:schemeClr val="tx1"/>
                </a:solidFill>
                <a:latin typeface="+mn-lt"/>
                <a:ea typeface="+mn-ea"/>
                <a:cs typeface="+mn-cs"/>
              </a:defRPr>
            </a:lvl3pPr>
            <a:lvl4pPr marL="539892" indent="-179964" algn="l" defTabSz="1088558" rtl="0" eaLnBrk="1" latinLnBrk="0" hangingPunct="1">
              <a:spcBef>
                <a:spcPts val="300"/>
              </a:spcBef>
              <a:buClr>
                <a:schemeClr val="tx1"/>
              </a:buClr>
              <a:buSzPct val="120000"/>
              <a:buFont typeface="Arial" pitchFamily="34" charset="0"/>
              <a:buChar char="▫"/>
              <a:defRPr sz="1600" kern="1200">
                <a:solidFill>
                  <a:schemeClr val="tx1"/>
                </a:solidFill>
                <a:latin typeface="+mn-lt"/>
                <a:ea typeface="+mn-ea"/>
                <a:cs typeface="+mn-cs"/>
              </a:defRPr>
            </a:lvl4pPr>
            <a:lvl5pPr marL="539892" indent="0" algn="l" defTabSz="1088558" rtl="0" eaLnBrk="1" latinLnBrk="0" hangingPunct="1">
              <a:spcBef>
                <a:spcPts val="100"/>
              </a:spcBef>
              <a:buClr>
                <a:schemeClr val="tx1"/>
              </a:buClr>
              <a:buSzPct val="100000"/>
              <a:buFont typeface="Symbol" panose="05050102010706020507" pitchFamily="18" charset="2"/>
              <a:buNone/>
              <a:defRPr sz="1400" kern="1200" baseline="0">
                <a:solidFill>
                  <a:schemeClr val="tx1"/>
                </a:solidFill>
                <a:latin typeface="+mn-lt"/>
                <a:ea typeface="+mn-ea"/>
                <a:cs typeface="+mn-cs"/>
              </a:defRPr>
            </a:lvl5pPr>
            <a:lvl6pPr marL="2993535"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6pPr>
            <a:lvl7pPr marL="3537814"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7pPr>
            <a:lvl8pPr marL="408209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8pPr>
            <a:lvl9pPr marL="462637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9pPr>
          </a:lstStyle>
          <a:p>
            <a:pPr>
              <a:buFont typeface="Arial" panose="020B0604020202020204" pitchFamily="34" charset="0"/>
              <a:buNone/>
            </a:pPr>
            <a:r>
              <a:rPr lang="en-US" sz="600" b="0" i="0">
                <a:solidFill>
                  <a:srgbClr val="00144A"/>
                </a:solidFill>
                <a:latin typeface="+mn-lt"/>
              </a:rPr>
              <a:t>© 2025 SAP SE or an SAP affiliate company. All rights reserved. See Legal Notice on </a:t>
            </a:r>
            <a:r>
              <a:rPr lang="en-US" sz="600" b="0" i="0" err="1">
                <a:solidFill>
                  <a:srgbClr val="00144A"/>
                </a:solidFill>
                <a:latin typeface="+mn-lt"/>
              </a:rPr>
              <a:t>www.sap.com</a:t>
            </a:r>
            <a:r>
              <a:rPr lang="en-US" sz="600" b="0" i="0">
                <a:solidFill>
                  <a:srgbClr val="00144A"/>
                </a:solidFill>
                <a:latin typeface="+mn-lt"/>
              </a:rPr>
              <a:t>/legal-notice for use terms, disclaimers, disclosures, or restrictions related to this material.</a:t>
            </a:r>
          </a:p>
        </p:txBody>
      </p:sp>
      <p:sp>
        <p:nvSpPr>
          <p:cNvPr id="7" name="Textplatzhalter 6">
            <a:extLst>
              <a:ext uri="{FF2B5EF4-FFF2-40B4-BE49-F238E27FC236}">
                <a16:creationId xmlns:a16="http://schemas.microsoft.com/office/drawing/2014/main" id="{092FCA68-7DA8-8A95-904C-BC4FE658586C}"/>
              </a:ext>
            </a:extLst>
          </p:cNvPr>
          <p:cNvSpPr>
            <a:spLocks noGrp="1"/>
          </p:cNvSpPr>
          <p:nvPr>
            <p:ph type="body" sz="quarter" idx="10" hasCustomPrompt="1"/>
          </p:nvPr>
        </p:nvSpPr>
        <p:spPr>
          <a:xfrm>
            <a:off x="498475" y="3197065"/>
            <a:ext cx="3305429" cy="1265079"/>
          </a:xfrm>
        </p:spPr>
        <p:txBody>
          <a:bodyPr/>
          <a:lstStyle>
            <a:lvl1pPr marL="0" marR="0" indent="0" algn="l" defTabSz="1088558" rtl="0" eaLnBrk="1" fontAlgn="auto" latinLnBrk="0" hangingPunct="1">
              <a:lnSpc>
                <a:spcPct val="100000"/>
              </a:lnSpc>
              <a:spcBef>
                <a:spcPts val="0"/>
              </a:spcBef>
              <a:spcAft>
                <a:spcPts val="0"/>
              </a:spcAft>
              <a:buClrTx/>
              <a:buSzPct val="80000"/>
              <a:buFont typeface="72 Brand" panose="02000000000000000000" pitchFamily="2" charset="0"/>
              <a:buNone/>
              <a:tabLst/>
              <a:defRPr sz="1600">
                <a:solidFill>
                  <a:srgbClr val="002A86"/>
                </a:solidFill>
              </a:defRPr>
            </a:lvl1pPr>
          </a:lstStyle>
          <a:p>
            <a:pPr lvl="0"/>
            <a:r>
              <a:rPr lang="de-DE"/>
              <a:t>Name</a:t>
            </a:r>
          </a:p>
        </p:txBody>
      </p:sp>
      <p:sp>
        <p:nvSpPr>
          <p:cNvPr id="3" name="Textplatzhalter 2">
            <a:extLst>
              <a:ext uri="{FF2B5EF4-FFF2-40B4-BE49-F238E27FC236}">
                <a16:creationId xmlns:a16="http://schemas.microsoft.com/office/drawing/2014/main" id="{585640DA-8699-0ACF-0E7E-02C3C53F5CFA}"/>
              </a:ext>
            </a:extLst>
          </p:cNvPr>
          <p:cNvSpPr>
            <a:spLocks noGrp="1"/>
          </p:cNvSpPr>
          <p:nvPr>
            <p:ph type="body" sz="quarter" idx="11" hasCustomPrompt="1"/>
          </p:nvPr>
        </p:nvSpPr>
        <p:spPr>
          <a:xfrm>
            <a:off x="498475" y="2907348"/>
            <a:ext cx="1971730" cy="319532"/>
          </a:xfrm>
        </p:spPr>
        <p:txBody>
          <a:bodyPr/>
          <a:lstStyle>
            <a:lvl1pPr>
              <a:defRPr lang="de-DE" sz="1600" b="0" i="0" kern="1200" dirty="0">
                <a:solidFill>
                  <a:srgbClr val="002A86"/>
                </a:solidFill>
                <a:latin typeface="+mn-lt"/>
                <a:ea typeface="+mn-ea"/>
                <a:cs typeface="+mn-cs"/>
              </a:defRPr>
            </a:lvl1pPr>
          </a:lstStyle>
          <a:p>
            <a:pPr marL="0" marR="0" lvl="0" indent="0" algn="l" defTabSz="1088776" rtl="0" eaLnBrk="1" fontAlgn="base" latinLnBrk="0" hangingPunct="1">
              <a:lnSpc>
                <a:spcPct val="100000"/>
              </a:lnSpc>
              <a:spcBef>
                <a:spcPct val="50000"/>
              </a:spcBef>
              <a:spcAft>
                <a:spcPct val="0"/>
              </a:spcAft>
              <a:buClr>
                <a:srgbClr val="F0AB00"/>
              </a:buClr>
              <a:buSzPct val="80000"/>
              <a:buFontTx/>
              <a:buNone/>
              <a:tabLst/>
              <a:defRPr/>
            </a:pPr>
            <a:r>
              <a:rPr lang="de-DE"/>
              <a:t>Contact </a:t>
            </a:r>
            <a:r>
              <a:rPr lang="de-DE" err="1"/>
              <a:t>information</a:t>
            </a:r>
            <a:r>
              <a:rPr lang="de-DE"/>
              <a:t>:</a:t>
            </a:r>
          </a:p>
        </p:txBody>
      </p:sp>
      <p:pic>
        <p:nvPicPr>
          <p:cNvPr id="5" name="Picture 4">
            <a:extLst>
              <a:ext uri="{FF2B5EF4-FFF2-40B4-BE49-F238E27FC236}">
                <a16:creationId xmlns:a16="http://schemas.microsoft.com/office/drawing/2014/main" id="{0E325E92-A092-A296-1447-24BF65F53C08}"/>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8165659" y="5990000"/>
            <a:ext cx="3506403" cy="360000"/>
          </a:xfrm>
          <a:prstGeom prst="rect">
            <a:avLst/>
          </a:prstGeom>
        </p:spPr>
      </p:pic>
      <p:pic>
        <p:nvPicPr>
          <p:cNvPr id="2" name="object 10">
            <a:extLst>
              <a:ext uri="{FF2B5EF4-FFF2-40B4-BE49-F238E27FC236}">
                <a16:creationId xmlns:a16="http://schemas.microsoft.com/office/drawing/2014/main" id="{ED80F4D0-39E0-3001-D857-22E184EE8430}"/>
              </a:ext>
            </a:extLst>
          </p:cNvPr>
          <p:cNvPicPr/>
          <p:nvPr userDrawn="1"/>
        </p:nvPicPr>
        <p:blipFill>
          <a:blip r:embed="rId3"/>
          <a:srcRect/>
          <a:stretch/>
        </p:blipFill>
        <p:spPr>
          <a:xfrm>
            <a:off x="498475" y="270676"/>
            <a:ext cx="1516538" cy="214362"/>
          </a:xfrm>
          <a:prstGeom prst="rect">
            <a:avLst/>
          </a:prstGeom>
        </p:spPr>
      </p:pic>
      <p:sp>
        <p:nvSpPr>
          <p:cNvPr id="6" name="TextBox 5">
            <a:extLst>
              <a:ext uri="{FF2B5EF4-FFF2-40B4-BE49-F238E27FC236}">
                <a16:creationId xmlns:a16="http://schemas.microsoft.com/office/drawing/2014/main" id="{A08B9B42-EDE1-7CEF-B9DE-167E9A24E95C}"/>
              </a:ext>
            </a:extLst>
          </p:cNvPr>
          <p:cNvSpPr txBox="1"/>
          <p:nvPr userDrawn="1"/>
        </p:nvSpPr>
        <p:spPr>
          <a:xfrm>
            <a:off x="5335150" y="3311951"/>
            <a:ext cx="3185991" cy="615553"/>
          </a:xfrm>
          <a:prstGeom prst="rect">
            <a:avLst/>
          </a:prstGeom>
          <a:noFill/>
        </p:spPr>
        <p:txBody>
          <a:bodyPr wrap="square" lIns="0" tIns="0" rIns="0" bIns="0" rtlCol="0">
            <a:spAutoFit/>
          </a:bodyPr>
          <a:lstStyle/>
          <a:p>
            <a:pPr algn="l" fontAlgn="base">
              <a:spcBef>
                <a:spcPct val="50000"/>
              </a:spcBef>
              <a:spcAft>
                <a:spcPct val="0"/>
              </a:spcAft>
              <a:buClr>
                <a:schemeClr val="tx1"/>
              </a:buClr>
              <a:buSzPct val="100000"/>
            </a:pPr>
            <a:r>
              <a:rPr lang="en-US" sz="4000" b="1" i="0" kern="0">
                <a:solidFill>
                  <a:srgbClr val="00144A"/>
                </a:solidFill>
                <a:latin typeface="72 Brand" panose="020B0504030603020204" pitchFamily="34" charset="0"/>
                <a:ea typeface="72 Brand" pitchFamily="34" charset="-128"/>
                <a:cs typeface="72 Brand" pitchFamily="34" charset="-128"/>
              </a:rPr>
              <a:t>Thank you!</a:t>
            </a:r>
          </a:p>
        </p:txBody>
      </p:sp>
      <p:pic>
        <p:nvPicPr>
          <p:cNvPr id="4" name="Grafik 3" descr="Ein Bild, das Screenshot, Grafiken, Farbigkeit enthält.&#10;&#10;KI-generierte Inhalte können fehlerhaft sein.">
            <a:extLst>
              <a:ext uri="{FF2B5EF4-FFF2-40B4-BE49-F238E27FC236}">
                <a16:creationId xmlns:a16="http://schemas.microsoft.com/office/drawing/2014/main" id="{4FB77C3D-C803-A0A6-A0C2-0A302AF0A3F1}"/>
              </a:ext>
            </a:extLst>
          </p:cNvPr>
          <p:cNvPicPr>
            <a:picLocks noChangeAspect="1"/>
          </p:cNvPicPr>
          <p:nvPr userDrawn="1"/>
        </p:nvPicPr>
        <p:blipFill>
          <a:blip r:embed="rId4"/>
          <a:stretch>
            <a:fillRect/>
          </a:stretch>
        </p:blipFill>
        <p:spPr>
          <a:xfrm>
            <a:off x="2850611" y="196947"/>
            <a:ext cx="9903657" cy="5570807"/>
          </a:xfrm>
          <a:prstGeom prst="rect">
            <a:avLst/>
          </a:prstGeom>
        </p:spPr>
      </p:pic>
    </p:spTree>
    <p:extLst>
      <p:ext uri="{BB962C8B-B14F-4D97-AF65-F5344CB8AC3E}">
        <p14:creationId xmlns:p14="http://schemas.microsoft.com/office/powerpoint/2010/main" val="1861617977"/>
      </p:ext>
    </p:extLst>
  </p:cSld>
  <p:clrMapOvr>
    <a:masterClrMapping/>
  </p:clrMapOvr>
  <p:hf sldNum="0" hdr="0" ftr="0" dt="0"/>
  <p:extLst>
    <p:ext uri="{DCECCB84-F9BA-43D5-87BE-67443E8EF086}">
      <p15:sldGuideLst xmlns:p15="http://schemas.microsoft.com/office/powerpoint/2012/main">
        <p15:guide id="1" pos="7364">
          <p15:clr>
            <a:srgbClr val="FBAE40"/>
          </p15:clr>
        </p15:guide>
        <p15:guide id="2" orient="horz" pos="970">
          <p15:clr>
            <a:srgbClr val="FBAE40"/>
          </p15:clr>
        </p15:guide>
        <p15:guide id="4" orient="horz" pos="1830">
          <p15:clr>
            <a:srgbClr val="FBAE40"/>
          </p15:clr>
        </p15:guide>
        <p15:guide id="5" orient="horz" pos="4000">
          <p15:clr>
            <a:srgbClr val="FBAE40"/>
          </p15:clr>
        </p15:guide>
        <p15:guide id="6" pos="314">
          <p15:clr>
            <a:srgbClr val="FBAE40"/>
          </p15:clr>
        </p15:guide>
        <p15:guide id="8" pos="3841">
          <p15:clr>
            <a:srgbClr val="FBAE40"/>
          </p15:clr>
        </p15:guide>
        <p15:guide id="9" orient="horz" pos="318">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userDrawn="1">
  <p:cSld name="Title Only">
    <p:spTree>
      <p:nvGrpSpPr>
        <p:cNvPr id="1" name=""/>
        <p:cNvGrpSpPr/>
        <p:nvPr/>
      </p:nvGrpSpPr>
      <p:grpSpPr>
        <a:xfrm>
          <a:off x="0" y="0"/>
          <a:ext cx="0" cy="0"/>
          <a:chOff x="0" y="0"/>
          <a:chExt cx="0" cy="0"/>
        </a:xfrm>
      </p:grpSpPr>
      <p:sp>
        <p:nvSpPr>
          <p:cNvPr id="3" name="Title"/>
          <p:cNvSpPr>
            <a:spLocks noGrp="1"/>
          </p:cNvSpPr>
          <p:nvPr>
            <p:ph type="title" hasCustomPrompt="1"/>
          </p:nvPr>
        </p:nvSpPr>
        <p:spPr/>
        <p:txBody>
          <a:bodyPr/>
          <a:lstStyle>
            <a:lvl1pPr>
              <a:defRPr b="0" i="0">
                <a:latin typeface="72 Brand Medium" panose="020B0504030603020204" pitchFamily="34" charset="0"/>
              </a:defRPr>
            </a:lvl1pPr>
          </a:lstStyle>
          <a:p>
            <a:r>
              <a:rPr lang="en-US" noProof="0"/>
              <a:t>Insert page title (sentence case)</a:t>
            </a:r>
            <a:endParaRPr lang="en-US"/>
          </a:p>
        </p:txBody>
      </p:sp>
    </p:spTree>
    <p:extLst>
      <p:ext uri="{BB962C8B-B14F-4D97-AF65-F5344CB8AC3E}">
        <p14:creationId xmlns:p14="http://schemas.microsoft.com/office/powerpoint/2010/main" val="3949579103"/>
      </p:ext>
    </p:extLst>
  </p:cSld>
  <p:clrMapOvr>
    <a:masterClrMapping/>
  </p:clrMapOvr>
  <p:extLst>
    <p:ext uri="{DCECCB84-F9BA-43D5-87BE-67443E8EF086}">
      <p15:sldGuideLst xmlns:p15="http://schemas.microsoft.com/office/powerpoint/2012/main">
        <p15:guide id="1" pos="303">
          <p15:clr>
            <a:srgbClr val="FBAE40"/>
          </p15:clr>
        </p15:guide>
        <p15:guide id="2" orient="horz" pos="317">
          <p15:clr>
            <a:srgbClr val="FBAE40"/>
          </p15:clr>
        </p15:guide>
        <p15:guide id="3" pos="7364">
          <p15:clr>
            <a:srgbClr val="FBAE40"/>
          </p15:clr>
        </p15:guide>
        <p15:guide id="4" orient="horz" pos="551">
          <p15:clr>
            <a:srgbClr val="FBAE40"/>
          </p15:clr>
        </p15:guide>
        <p15:guide id="5" orient="horz" pos="3992">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userDrawn="1">
  <p:cSld name="Title and Text">
    <p:spTree>
      <p:nvGrpSpPr>
        <p:cNvPr id="1" name=""/>
        <p:cNvGrpSpPr/>
        <p:nvPr/>
      </p:nvGrpSpPr>
      <p:grpSpPr>
        <a:xfrm>
          <a:off x="0" y="0"/>
          <a:ext cx="0" cy="0"/>
          <a:chOff x="0" y="0"/>
          <a:chExt cx="0" cy="0"/>
        </a:xfrm>
      </p:grpSpPr>
      <p:sp>
        <p:nvSpPr>
          <p:cNvPr id="4" name="Text placeholder"/>
          <p:cNvSpPr>
            <a:spLocks noGrp="1"/>
          </p:cNvSpPr>
          <p:nvPr>
            <p:ph type="body" sz="quarter" idx="10" hasCustomPrompt="1"/>
          </p:nvPr>
        </p:nvSpPr>
        <p:spPr>
          <a:xfrm>
            <a:off x="501650" y="1557338"/>
            <a:ext cx="11186477" cy="4787900"/>
          </a:xfrm>
        </p:spPr>
        <p:txBody>
          <a:bodyPr/>
          <a:lstStyle>
            <a:lvl1pPr>
              <a:defRPr/>
            </a:lvl1pPr>
          </a:lstStyle>
          <a:p>
            <a:pPr lvl="0"/>
            <a:r>
              <a:rPr lang="en-US" noProof="0"/>
              <a:t>First level</a:t>
            </a:r>
          </a:p>
          <a:p>
            <a:pPr lvl="1"/>
            <a:r>
              <a:rPr lang="en-US"/>
              <a:t>Second level</a:t>
            </a:r>
          </a:p>
          <a:p>
            <a:pPr lvl="2"/>
            <a:r>
              <a:rPr lang="en-US"/>
              <a:t>Third level</a:t>
            </a:r>
          </a:p>
          <a:p>
            <a:pPr lvl="3"/>
            <a:r>
              <a:rPr lang="en-US"/>
              <a:t>Fourth level</a:t>
            </a:r>
          </a:p>
          <a:p>
            <a:pPr lvl="4"/>
            <a:r>
              <a:rPr lang="en-US"/>
              <a:t>Fifth level</a:t>
            </a:r>
          </a:p>
        </p:txBody>
      </p:sp>
      <p:sp>
        <p:nvSpPr>
          <p:cNvPr id="3" name="Title"/>
          <p:cNvSpPr>
            <a:spLocks noGrp="1"/>
          </p:cNvSpPr>
          <p:nvPr>
            <p:ph type="title" hasCustomPrompt="1"/>
          </p:nvPr>
        </p:nvSpPr>
        <p:spPr>
          <a:xfrm>
            <a:off x="504001" y="504000"/>
            <a:ext cx="11186476" cy="369332"/>
          </a:xfrm>
        </p:spPr>
        <p:txBody>
          <a:bodyPr/>
          <a:lstStyle>
            <a:lvl1pPr>
              <a:defRPr b="0"/>
            </a:lvl1pPr>
          </a:lstStyle>
          <a:p>
            <a:r>
              <a:rPr lang="en-US" noProof="0"/>
              <a:t>Insert page title (sentence case)</a:t>
            </a:r>
            <a:endParaRPr lang="en-US"/>
          </a:p>
        </p:txBody>
      </p:sp>
    </p:spTree>
    <p:extLst>
      <p:ext uri="{BB962C8B-B14F-4D97-AF65-F5344CB8AC3E}">
        <p14:creationId xmlns:p14="http://schemas.microsoft.com/office/powerpoint/2010/main" val="1459251248"/>
      </p:ext>
    </p:extLst>
  </p:cSld>
  <p:clrMapOvr>
    <a:masterClrMapping/>
  </p:clrMapOvr>
  <p:extLst>
    <p:ext uri="{DCECCB84-F9BA-43D5-87BE-67443E8EF086}">
      <p15:sldGuideLst xmlns:p15="http://schemas.microsoft.com/office/powerpoint/2012/main">
        <p15:guide id="1" pos="316">
          <p15:clr>
            <a:srgbClr val="FBAE40"/>
          </p15:clr>
        </p15:guide>
        <p15:guide id="2" orient="horz" pos="3997">
          <p15:clr>
            <a:srgbClr val="FBAE40"/>
          </p15:clr>
        </p15:guide>
        <p15:guide id="3" pos="7364">
          <p15:clr>
            <a:srgbClr val="FBAE40"/>
          </p15:clr>
        </p15:guide>
        <p15:guide id="4" orient="horz" pos="318">
          <p15:clr>
            <a:srgbClr val="FBAE40"/>
          </p15:clr>
        </p15:guide>
        <p15:guide id="5" orient="horz" pos="552">
          <p15:clr>
            <a:srgbClr val="FBAE40"/>
          </p15:clr>
        </p15:guide>
        <p15:guide id="6" orient="horz" pos="981">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userDrawn="1">
  <p:cSld name="1_Title Only">
    <p:spTree>
      <p:nvGrpSpPr>
        <p:cNvPr id="1" name=""/>
        <p:cNvGrpSpPr/>
        <p:nvPr/>
      </p:nvGrpSpPr>
      <p:grpSpPr>
        <a:xfrm>
          <a:off x="0" y="0"/>
          <a:ext cx="0" cy="0"/>
          <a:chOff x="0" y="0"/>
          <a:chExt cx="0" cy="0"/>
        </a:xfrm>
      </p:grpSpPr>
    </p:spTree>
    <p:extLst>
      <p:ext uri="{BB962C8B-B14F-4D97-AF65-F5344CB8AC3E}">
        <p14:creationId xmlns:p14="http://schemas.microsoft.com/office/powerpoint/2010/main" val="4196925107"/>
      </p:ext>
    </p:extLst>
  </p:cSld>
  <p:clrMapOvr>
    <a:masterClrMapping/>
  </p:clrMapOvr>
  <p:extLst>
    <p:ext uri="{DCECCB84-F9BA-43D5-87BE-67443E8EF086}">
      <p15:sldGuideLst xmlns:p15="http://schemas.microsoft.com/office/powerpoint/2012/main">
        <p15:guide id="1" pos="303">
          <p15:clr>
            <a:srgbClr val="FBAE40"/>
          </p15:clr>
        </p15:guide>
        <p15:guide id="2" orient="horz" pos="317">
          <p15:clr>
            <a:srgbClr val="FBAE40"/>
          </p15:clr>
        </p15:guide>
        <p15:guide id="3" pos="7364">
          <p15:clr>
            <a:srgbClr val="FBAE40"/>
          </p15:clr>
        </p15:guide>
        <p15:guide id="4" orient="horz" pos="551">
          <p15:clr>
            <a:srgbClr val="FBAE40"/>
          </p15:clr>
        </p15:guide>
        <p15:guide id="5" orient="horz" pos="3992">
          <p15:clr>
            <a:srgbClr val="FBAE40"/>
          </p15:clr>
        </p15:guide>
      </p15:sldGuideLst>
    </p:ext>
  </p:extLst>
</p:sldLayout>
</file>

<file path=ppt/slideMasters/_rels/slideMaster1.xml.rels><?xml version="1.0" encoding="UTF-8" standalone="yes"?>
<Relationships xmlns="http://schemas.openxmlformats.org/package/2006/relationships"><Relationship Id="rId117" Type="http://schemas.openxmlformats.org/officeDocument/2006/relationships/tags" Target="../tags/tag89.xml"/><Relationship Id="rId21" Type="http://schemas.openxmlformats.org/officeDocument/2006/relationships/slideLayout" Target="../slideLayouts/slideLayout21.xml"/><Relationship Id="rId42" Type="http://schemas.openxmlformats.org/officeDocument/2006/relationships/tags" Target="../tags/tag14.xml"/><Relationship Id="rId63" Type="http://schemas.openxmlformats.org/officeDocument/2006/relationships/tags" Target="../tags/tag35.xml"/><Relationship Id="rId84" Type="http://schemas.openxmlformats.org/officeDocument/2006/relationships/tags" Target="../tags/tag56.xml"/><Relationship Id="rId138" Type="http://schemas.openxmlformats.org/officeDocument/2006/relationships/tags" Target="../tags/tag110.xml"/><Relationship Id="rId107" Type="http://schemas.openxmlformats.org/officeDocument/2006/relationships/tags" Target="../tags/tag79.xml"/><Relationship Id="rId11" Type="http://schemas.openxmlformats.org/officeDocument/2006/relationships/slideLayout" Target="../slideLayouts/slideLayout11.xml"/><Relationship Id="rId32" Type="http://schemas.openxmlformats.org/officeDocument/2006/relationships/tags" Target="../tags/tag4.xml"/><Relationship Id="rId53" Type="http://schemas.openxmlformats.org/officeDocument/2006/relationships/tags" Target="../tags/tag25.xml"/><Relationship Id="rId74" Type="http://schemas.openxmlformats.org/officeDocument/2006/relationships/tags" Target="../tags/tag46.xml"/><Relationship Id="rId128" Type="http://schemas.openxmlformats.org/officeDocument/2006/relationships/tags" Target="../tags/tag100.xml"/><Relationship Id="rId149" Type="http://schemas.openxmlformats.org/officeDocument/2006/relationships/tags" Target="../tags/tag121.xml"/><Relationship Id="rId5" Type="http://schemas.openxmlformats.org/officeDocument/2006/relationships/slideLayout" Target="../slideLayouts/slideLayout5.xml"/><Relationship Id="rId95" Type="http://schemas.openxmlformats.org/officeDocument/2006/relationships/tags" Target="../tags/tag67.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43" Type="http://schemas.openxmlformats.org/officeDocument/2006/relationships/tags" Target="../tags/tag15.xml"/><Relationship Id="rId48" Type="http://schemas.openxmlformats.org/officeDocument/2006/relationships/tags" Target="../tags/tag20.xml"/><Relationship Id="rId64" Type="http://schemas.openxmlformats.org/officeDocument/2006/relationships/tags" Target="../tags/tag36.xml"/><Relationship Id="rId69" Type="http://schemas.openxmlformats.org/officeDocument/2006/relationships/tags" Target="../tags/tag41.xml"/><Relationship Id="rId113" Type="http://schemas.openxmlformats.org/officeDocument/2006/relationships/tags" Target="../tags/tag85.xml"/><Relationship Id="rId118" Type="http://schemas.openxmlformats.org/officeDocument/2006/relationships/tags" Target="../tags/tag90.xml"/><Relationship Id="rId134" Type="http://schemas.openxmlformats.org/officeDocument/2006/relationships/tags" Target="../tags/tag106.xml"/><Relationship Id="rId139" Type="http://schemas.openxmlformats.org/officeDocument/2006/relationships/tags" Target="../tags/tag111.xml"/><Relationship Id="rId80" Type="http://schemas.openxmlformats.org/officeDocument/2006/relationships/tags" Target="../tags/tag52.xml"/><Relationship Id="rId85" Type="http://schemas.openxmlformats.org/officeDocument/2006/relationships/tags" Target="../tags/tag57.xml"/><Relationship Id="rId150" Type="http://schemas.openxmlformats.org/officeDocument/2006/relationships/tags" Target="../tags/tag122.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33" Type="http://schemas.openxmlformats.org/officeDocument/2006/relationships/tags" Target="../tags/tag5.xml"/><Relationship Id="rId38" Type="http://schemas.openxmlformats.org/officeDocument/2006/relationships/tags" Target="../tags/tag10.xml"/><Relationship Id="rId59" Type="http://schemas.openxmlformats.org/officeDocument/2006/relationships/tags" Target="../tags/tag31.xml"/><Relationship Id="rId103" Type="http://schemas.openxmlformats.org/officeDocument/2006/relationships/tags" Target="../tags/tag75.xml"/><Relationship Id="rId108" Type="http://schemas.openxmlformats.org/officeDocument/2006/relationships/tags" Target="../tags/tag80.xml"/><Relationship Id="rId124" Type="http://schemas.openxmlformats.org/officeDocument/2006/relationships/tags" Target="../tags/tag96.xml"/><Relationship Id="rId129" Type="http://schemas.openxmlformats.org/officeDocument/2006/relationships/tags" Target="../tags/tag101.xml"/><Relationship Id="rId54" Type="http://schemas.openxmlformats.org/officeDocument/2006/relationships/tags" Target="../tags/tag26.xml"/><Relationship Id="rId70" Type="http://schemas.openxmlformats.org/officeDocument/2006/relationships/tags" Target="../tags/tag42.xml"/><Relationship Id="rId75" Type="http://schemas.openxmlformats.org/officeDocument/2006/relationships/tags" Target="../tags/tag47.xml"/><Relationship Id="rId91" Type="http://schemas.openxmlformats.org/officeDocument/2006/relationships/tags" Target="../tags/tag63.xml"/><Relationship Id="rId96" Type="http://schemas.openxmlformats.org/officeDocument/2006/relationships/tags" Target="../tags/tag68.xml"/><Relationship Id="rId140" Type="http://schemas.openxmlformats.org/officeDocument/2006/relationships/tags" Target="../tags/tag112.xml"/><Relationship Id="rId145" Type="http://schemas.openxmlformats.org/officeDocument/2006/relationships/tags" Target="../tags/tag117.xml"/><Relationship Id="rId1" Type="http://schemas.openxmlformats.org/officeDocument/2006/relationships/slideLayout" Target="../slideLayouts/slideLayout1.xml"/><Relationship Id="rId6" Type="http://schemas.openxmlformats.org/officeDocument/2006/relationships/slideLayout" Target="../slideLayouts/slideLayout6.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49" Type="http://schemas.openxmlformats.org/officeDocument/2006/relationships/tags" Target="../tags/tag21.xml"/><Relationship Id="rId114" Type="http://schemas.openxmlformats.org/officeDocument/2006/relationships/tags" Target="../tags/tag86.xml"/><Relationship Id="rId119" Type="http://schemas.openxmlformats.org/officeDocument/2006/relationships/tags" Target="../tags/tag91.xml"/><Relationship Id="rId44" Type="http://schemas.openxmlformats.org/officeDocument/2006/relationships/tags" Target="../tags/tag16.xml"/><Relationship Id="rId60" Type="http://schemas.openxmlformats.org/officeDocument/2006/relationships/tags" Target="../tags/tag32.xml"/><Relationship Id="rId65" Type="http://schemas.openxmlformats.org/officeDocument/2006/relationships/tags" Target="../tags/tag37.xml"/><Relationship Id="rId81" Type="http://schemas.openxmlformats.org/officeDocument/2006/relationships/tags" Target="../tags/tag53.xml"/><Relationship Id="rId86" Type="http://schemas.openxmlformats.org/officeDocument/2006/relationships/tags" Target="../tags/tag58.xml"/><Relationship Id="rId130" Type="http://schemas.openxmlformats.org/officeDocument/2006/relationships/tags" Target="../tags/tag102.xml"/><Relationship Id="rId135" Type="http://schemas.openxmlformats.org/officeDocument/2006/relationships/tags" Target="../tags/tag107.xml"/><Relationship Id="rId151" Type="http://schemas.openxmlformats.org/officeDocument/2006/relationships/tags" Target="../tags/tag123.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9" Type="http://schemas.openxmlformats.org/officeDocument/2006/relationships/tags" Target="../tags/tag11.xml"/><Relationship Id="rId109" Type="http://schemas.openxmlformats.org/officeDocument/2006/relationships/tags" Target="../tags/tag81.xml"/><Relationship Id="rId34" Type="http://schemas.openxmlformats.org/officeDocument/2006/relationships/tags" Target="../tags/tag6.xml"/><Relationship Id="rId50" Type="http://schemas.openxmlformats.org/officeDocument/2006/relationships/tags" Target="../tags/tag22.xml"/><Relationship Id="rId55" Type="http://schemas.openxmlformats.org/officeDocument/2006/relationships/tags" Target="../tags/tag27.xml"/><Relationship Id="rId76" Type="http://schemas.openxmlformats.org/officeDocument/2006/relationships/tags" Target="../tags/tag48.xml"/><Relationship Id="rId97" Type="http://schemas.openxmlformats.org/officeDocument/2006/relationships/tags" Target="../tags/tag69.xml"/><Relationship Id="rId104" Type="http://schemas.openxmlformats.org/officeDocument/2006/relationships/tags" Target="../tags/tag76.xml"/><Relationship Id="rId120" Type="http://schemas.openxmlformats.org/officeDocument/2006/relationships/tags" Target="../tags/tag92.xml"/><Relationship Id="rId125" Type="http://schemas.openxmlformats.org/officeDocument/2006/relationships/tags" Target="../tags/tag97.xml"/><Relationship Id="rId141" Type="http://schemas.openxmlformats.org/officeDocument/2006/relationships/tags" Target="../tags/tag113.xml"/><Relationship Id="rId146" Type="http://schemas.openxmlformats.org/officeDocument/2006/relationships/tags" Target="../tags/tag118.xml"/><Relationship Id="rId7" Type="http://schemas.openxmlformats.org/officeDocument/2006/relationships/slideLayout" Target="../slideLayouts/slideLayout7.xml"/><Relationship Id="rId71" Type="http://schemas.openxmlformats.org/officeDocument/2006/relationships/tags" Target="../tags/tag43.xml"/><Relationship Id="rId92" Type="http://schemas.openxmlformats.org/officeDocument/2006/relationships/tags" Target="../tags/tag64.xml"/><Relationship Id="rId2" Type="http://schemas.openxmlformats.org/officeDocument/2006/relationships/slideLayout" Target="../slideLayouts/slideLayout2.xml"/><Relationship Id="rId29" Type="http://schemas.openxmlformats.org/officeDocument/2006/relationships/theme" Target="../theme/theme1.xml"/><Relationship Id="rId24" Type="http://schemas.openxmlformats.org/officeDocument/2006/relationships/slideLayout" Target="../slideLayouts/slideLayout24.xml"/><Relationship Id="rId40" Type="http://schemas.openxmlformats.org/officeDocument/2006/relationships/tags" Target="../tags/tag12.xml"/><Relationship Id="rId45" Type="http://schemas.openxmlformats.org/officeDocument/2006/relationships/tags" Target="../tags/tag17.xml"/><Relationship Id="rId66" Type="http://schemas.openxmlformats.org/officeDocument/2006/relationships/tags" Target="../tags/tag38.xml"/><Relationship Id="rId87" Type="http://schemas.openxmlformats.org/officeDocument/2006/relationships/tags" Target="../tags/tag59.xml"/><Relationship Id="rId110" Type="http://schemas.openxmlformats.org/officeDocument/2006/relationships/tags" Target="../tags/tag82.xml"/><Relationship Id="rId115" Type="http://schemas.openxmlformats.org/officeDocument/2006/relationships/tags" Target="../tags/tag87.xml"/><Relationship Id="rId131" Type="http://schemas.openxmlformats.org/officeDocument/2006/relationships/tags" Target="../tags/tag103.xml"/><Relationship Id="rId136" Type="http://schemas.openxmlformats.org/officeDocument/2006/relationships/tags" Target="../tags/tag108.xml"/><Relationship Id="rId61" Type="http://schemas.openxmlformats.org/officeDocument/2006/relationships/tags" Target="../tags/tag33.xml"/><Relationship Id="rId82" Type="http://schemas.openxmlformats.org/officeDocument/2006/relationships/tags" Target="../tags/tag54.xml"/><Relationship Id="rId152" Type="http://schemas.openxmlformats.org/officeDocument/2006/relationships/tags" Target="../tags/tag124.xml"/><Relationship Id="rId19" Type="http://schemas.openxmlformats.org/officeDocument/2006/relationships/slideLayout" Target="../slideLayouts/slideLayout19.xml"/><Relationship Id="rId14" Type="http://schemas.openxmlformats.org/officeDocument/2006/relationships/slideLayout" Target="../slideLayouts/slideLayout14.xml"/><Relationship Id="rId30" Type="http://schemas.openxmlformats.org/officeDocument/2006/relationships/tags" Target="../tags/tag2.xml"/><Relationship Id="rId35" Type="http://schemas.openxmlformats.org/officeDocument/2006/relationships/tags" Target="../tags/tag7.xml"/><Relationship Id="rId56" Type="http://schemas.openxmlformats.org/officeDocument/2006/relationships/tags" Target="../tags/tag28.xml"/><Relationship Id="rId77" Type="http://schemas.openxmlformats.org/officeDocument/2006/relationships/tags" Target="../tags/tag49.xml"/><Relationship Id="rId100" Type="http://schemas.openxmlformats.org/officeDocument/2006/relationships/tags" Target="../tags/tag72.xml"/><Relationship Id="rId105" Type="http://schemas.openxmlformats.org/officeDocument/2006/relationships/tags" Target="../tags/tag77.xml"/><Relationship Id="rId126" Type="http://schemas.openxmlformats.org/officeDocument/2006/relationships/tags" Target="../tags/tag98.xml"/><Relationship Id="rId147" Type="http://schemas.openxmlformats.org/officeDocument/2006/relationships/tags" Target="../tags/tag119.xml"/><Relationship Id="rId8" Type="http://schemas.openxmlformats.org/officeDocument/2006/relationships/slideLayout" Target="../slideLayouts/slideLayout8.xml"/><Relationship Id="rId51" Type="http://schemas.openxmlformats.org/officeDocument/2006/relationships/tags" Target="../tags/tag23.xml"/><Relationship Id="rId72" Type="http://schemas.openxmlformats.org/officeDocument/2006/relationships/tags" Target="../tags/tag44.xml"/><Relationship Id="rId93" Type="http://schemas.openxmlformats.org/officeDocument/2006/relationships/tags" Target="../tags/tag65.xml"/><Relationship Id="rId98" Type="http://schemas.openxmlformats.org/officeDocument/2006/relationships/tags" Target="../tags/tag70.xml"/><Relationship Id="rId121" Type="http://schemas.openxmlformats.org/officeDocument/2006/relationships/tags" Target="../tags/tag93.xml"/><Relationship Id="rId142" Type="http://schemas.openxmlformats.org/officeDocument/2006/relationships/tags" Target="../tags/tag114.xml"/><Relationship Id="rId3" Type="http://schemas.openxmlformats.org/officeDocument/2006/relationships/slideLayout" Target="../slideLayouts/slideLayout3.xml"/><Relationship Id="rId25" Type="http://schemas.openxmlformats.org/officeDocument/2006/relationships/slideLayout" Target="../slideLayouts/slideLayout25.xml"/><Relationship Id="rId46" Type="http://schemas.openxmlformats.org/officeDocument/2006/relationships/tags" Target="../tags/tag18.xml"/><Relationship Id="rId67" Type="http://schemas.openxmlformats.org/officeDocument/2006/relationships/tags" Target="../tags/tag39.xml"/><Relationship Id="rId116" Type="http://schemas.openxmlformats.org/officeDocument/2006/relationships/tags" Target="../tags/tag88.xml"/><Relationship Id="rId137" Type="http://schemas.openxmlformats.org/officeDocument/2006/relationships/tags" Target="../tags/tag109.xml"/><Relationship Id="rId20" Type="http://schemas.openxmlformats.org/officeDocument/2006/relationships/slideLayout" Target="../slideLayouts/slideLayout20.xml"/><Relationship Id="rId41" Type="http://schemas.openxmlformats.org/officeDocument/2006/relationships/tags" Target="../tags/tag13.xml"/><Relationship Id="rId62" Type="http://schemas.openxmlformats.org/officeDocument/2006/relationships/tags" Target="../tags/tag34.xml"/><Relationship Id="rId83" Type="http://schemas.openxmlformats.org/officeDocument/2006/relationships/tags" Target="../tags/tag55.xml"/><Relationship Id="rId88" Type="http://schemas.openxmlformats.org/officeDocument/2006/relationships/tags" Target="../tags/tag60.xml"/><Relationship Id="rId111" Type="http://schemas.openxmlformats.org/officeDocument/2006/relationships/tags" Target="../tags/tag83.xml"/><Relationship Id="rId132" Type="http://schemas.openxmlformats.org/officeDocument/2006/relationships/tags" Target="../tags/tag104.xml"/><Relationship Id="rId15" Type="http://schemas.openxmlformats.org/officeDocument/2006/relationships/slideLayout" Target="../slideLayouts/slideLayout15.xml"/><Relationship Id="rId36" Type="http://schemas.openxmlformats.org/officeDocument/2006/relationships/tags" Target="../tags/tag8.xml"/><Relationship Id="rId57" Type="http://schemas.openxmlformats.org/officeDocument/2006/relationships/tags" Target="../tags/tag29.xml"/><Relationship Id="rId106" Type="http://schemas.openxmlformats.org/officeDocument/2006/relationships/tags" Target="../tags/tag78.xml"/><Relationship Id="rId127" Type="http://schemas.openxmlformats.org/officeDocument/2006/relationships/tags" Target="../tags/tag99.xml"/><Relationship Id="rId10" Type="http://schemas.openxmlformats.org/officeDocument/2006/relationships/slideLayout" Target="../slideLayouts/slideLayout10.xml"/><Relationship Id="rId31" Type="http://schemas.openxmlformats.org/officeDocument/2006/relationships/tags" Target="../tags/tag3.xml"/><Relationship Id="rId52" Type="http://schemas.openxmlformats.org/officeDocument/2006/relationships/tags" Target="../tags/tag24.xml"/><Relationship Id="rId73" Type="http://schemas.openxmlformats.org/officeDocument/2006/relationships/tags" Target="../tags/tag45.xml"/><Relationship Id="rId78" Type="http://schemas.openxmlformats.org/officeDocument/2006/relationships/tags" Target="../tags/tag50.xml"/><Relationship Id="rId94" Type="http://schemas.openxmlformats.org/officeDocument/2006/relationships/tags" Target="../tags/tag66.xml"/><Relationship Id="rId99" Type="http://schemas.openxmlformats.org/officeDocument/2006/relationships/tags" Target="../tags/tag71.xml"/><Relationship Id="rId101" Type="http://schemas.openxmlformats.org/officeDocument/2006/relationships/tags" Target="../tags/tag73.xml"/><Relationship Id="rId122" Type="http://schemas.openxmlformats.org/officeDocument/2006/relationships/tags" Target="../tags/tag94.xml"/><Relationship Id="rId143" Type="http://schemas.openxmlformats.org/officeDocument/2006/relationships/tags" Target="../tags/tag115.xml"/><Relationship Id="rId148" Type="http://schemas.openxmlformats.org/officeDocument/2006/relationships/tags" Target="../tags/tag120.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47" Type="http://schemas.openxmlformats.org/officeDocument/2006/relationships/tags" Target="../tags/tag19.xml"/><Relationship Id="rId68" Type="http://schemas.openxmlformats.org/officeDocument/2006/relationships/tags" Target="../tags/tag40.xml"/><Relationship Id="rId89" Type="http://schemas.openxmlformats.org/officeDocument/2006/relationships/tags" Target="../tags/tag61.xml"/><Relationship Id="rId112" Type="http://schemas.openxmlformats.org/officeDocument/2006/relationships/tags" Target="../tags/tag84.xml"/><Relationship Id="rId133" Type="http://schemas.openxmlformats.org/officeDocument/2006/relationships/tags" Target="../tags/tag105.xml"/><Relationship Id="rId16" Type="http://schemas.openxmlformats.org/officeDocument/2006/relationships/slideLayout" Target="../slideLayouts/slideLayout16.xml"/><Relationship Id="rId37" Type="http://schemas.openxmlformats.org/officeDocument/2006/relationships/tags" Target="../tags/tag9.xml"/><Relationship Id="rId58" Type="http://schemas.openxmlformats.org/officeDocument/2006/relationships/tags" Target="../tags/tag30.xml"/><Relationship Id="rId79" Type="http://schemas.openxmlformats.org/officeDocument/2006/relationships/tags" Target="../tags/tag51.xml"/><Relationship Id="rId102" Type="http://schemas.openxmlformats.org/officeDocument/2006/relationships/tags" Target="../tags/tag74.xml"/><Relationship Id="rId123" Type="http://schemas.openxmlformats.org/officeDocument/2006/relationships/tags" Target="../tags/tag95.xml"/><Relationship Id="rId144" Type="http://schemas.openxmlformats.org/officeDocument/2006/relationships/tags" Target="../tags/tag116.xml"/><Relationship Id="rId90" Type="http://schemas.openxmlformats.org/officeDocument/2006/relationships/tags" Target="../tags/tag6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4" name="Slide number"/>
          <p:cNvSpPr txBox="1"/>
          <p:nvPr userDrawn="1"/>
        </p:nvSpPr>
        <p:spPr bwMode="black">
          <a:xfrm>
            <a:off x="11546207" y="6536751"/>
            <a:ext cx="144270" cy="138499"/>
          </a:xfrm>
          <a:prstGeom prst="rect">
            <a:avLst/>
          </a:prstGeom>
          <a:noFill/>
        </p:spPr>
        <p:txBody>
          <a:bodyPr wrap="none" lIns="0" tIns="0" rIns="0" bIns="0" rtlCol="0">
            <a:spAutoFit/>
          </a:bodyPr>
          <a:lstStyle>
            <a:defPPr>
              <a:defRPr lang="de-DE"/>
            </a:defPPr>
            <a:lvl1pPr marL="84138" indent="-84138">
              <a:buClr>
                <a:schemeClr val="tx1"/>
              </a:buClr>
              <a:buFont typeface="Arial" pitchFamily="34" charset="0"/>
              <a:buChar char="©"/>
              <a:tabLst/>
              <a:defRPr sz="600"/>
            </a:lvl1pPr>
          </a:lstStyle>
          <a:p>
            <a:pPr marL="0" lvl="0" indent="0" algn="r">
              <a:buNone/>
            </a:pPr>
            <a:fld id="{0BDC132A-5C91-4078-9777-31DA19A62E0A}" type="slidenum">
              <a:rPr lang="en-US" sz="900" b="0" i="0" noProof="0" smtClean="0">
                <a:latin typeface="+mn-lt"/>
              </a:rPr>
              <a:pPr marL="0" lvl="0" indent="0" algn="r">
                <a:buNone/>
              </a:pPr>
              <a:t>‹Nr.›</a:t>
            </a:fld>
            <a:endParaRPr lang="en-US" sz="900" b="0" i="0" noProof="0" dirty="0">
              <a:latin typeface="+mn-lt"/>
            </a:endParaRPr>
          </a:p>
        </p:txBody>
      </p:sp>
      <p:sp>
        <p:nvSpPr>
          <p:cNvPr id="3" name="Text Placeholder"/>
          <p:cNvSpPr>
            <a:spLocks noGrp="1"/>
          </p:cNvSpPr>
          <p:nvPr userDrawn="1">
            <p:ph type="body" idx="1"/>
          </p:nvPr>
        </p:nvSpPr>
        <p:spPr bwMode="black">
          <a:xfrm>
            <a:off x="504001" y="1548560"/>
            <a:ext cx="11186476" cy="4788000"/>
          </a:xfrm>
          <a:prstGeom prst="rect">
            <a:avLst/>
          </a:prstGeom>
        </p:spPr>
        <p:txBody>
          <a:bodyPr vert="horz" lIns="0" tIns="0" rIns="0" bIns="0" rtlCol="0">
            <a:noAutofit/>
          </a:bodyPr>
          <a:lstStyle/>
          <a:p>
            <a:pPr lvl="0"/>
            <a:r>
              <a:rPr lang="en-GB"/>
              <a:t>Start typing to add text without a bullet point. To add a bullet point, place the cursor at the start of this line and press tab.</a:t>
            </a:r>
            <a:endParaRPr lang="en-US" noProof="0"/>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 name="Title Placeholder"/>
          <p:cNvSpPr>
            <a:spLocks noGrp="1"/>
          </p:cNvSpPr>
          <p:nvPr userDrawn="1">
            <p:ph type="title"/>
          </p:nvPr>
        </p:nvSpPr>
        <p:spPr bwMode="black">
          <a:xfrm>
            <a:off x="504001" y="504000"/>
            <a:ext cx="11186476" cy="369332"/>
          </a:xfrm>
          <a:prstGeom prst="rect">
            <a:avLst/>
          </a:prstGeom>
        </p:spPr>
        <p:txBody>
          <a:bodyPr vert="horz" wrap="square" lIns="0" tIns="0" rIns="0" bIns="0" rtlCol="0" anchor="t" anchorCtr="0">
            <a:spAutoFit/>
          </a:bodyPr>
          <a:lstStyle/>
          <a:p>
            <a:r>
              <a:rPr lang="en-US" noProof="0"/>
              <a:t>Insert page title (sentence case)</a:t>
            </a:r>
          </a:p>
        </p:txBody>
      </p:sp>
      <p:grpSp>
        <p:nvGrpSpPr>
          <p:cNvPr id="6" name="Harvey 3" hidden="1">
            <a:extLst>
              <a:ext uri="{FF2B5EF4-FFF2-40B4-BE49-F238E27FC236}">
                <a16:creationId xmlns:a16="http://schemas.microsoft.com/office/drawing/2014/main" id="{B3E7C216-6801-4AB8-8D95-E7D60F39B210}"/>
              </a:ext>
            </a:extLst>
          </p:cNvPr>
          <p:cNvGrpSpPr>
            <a:grpSpLocks/>
          </p:cNvGrpSpPr>
          <p:nvPr userDrawn="1">
            <p:custDataLst>
              <p:tags r:id="rId30"/>
            </p:custDataLst>
          </p:nvPr>
        </p:nvGrpSpPr>
        <p:grpSpPr>
          <a:xfrm>
            <a:off x="3938798" y="3978000"/>
            <a:ext cx="1024878" cy="1024878"/>
            <a:chOff x="0" y="0"/>
            <a:chExt cx="914400" cy="914400"/>
          </a:xfrm>
          <a:solidFill>
            <a:schemeClr val="accent1"/>
          </a:solidFill>
        </p:grpSpPr>
        <p:sp>
          <p:nvSpPr>
            <p:cNvPr id="7" name="Harvey 0/3 [0]">
              <a:extLst>
                <a:ext uri="{FF2B5EF4-FFF2-40B4-BE49-F238E27FC236}">
                  <a16:creationId xmlns:a16="http://schemas.microsoft.com/office/drawing/2014/main" id="{FC8CECD5-A3FB-4DD5-A846-DC09FDB6EB04}"/>
                </a:ext>
              </a:extLst>
            </p:cNvPr>
            <p:cNvSpPr>
              <a:spLocks noChangeAspect="1"/>
            </p:cNvSpPr>
            <p:nvPr>
              <p:custDataLst>
                <p:tags r:id="rId149"/>
              </p:custDataLst>
            </p:nvPr>
          </p:nvSpPr>
          <p:spPr>
            <a:xfrm>
              <a:off x="0" y="0"/>
              <a:ext cx="914400" cy="914400"/>
            </a:xfrm>
            <a:custGeom>
              <a:avLst/>
              <a:gdLst/>
              <a:ahLst/>
              <a:cxnLst/>
              <a:rect l="l" t="t" r="r" b="b"/>
              <a:pathLst>
                <a:path w="635000" h="635000" fill="none">
                  <a:moveTo>
                    <a:pt x="317500" y="0"/>
                  </a:moveTo>
                  <a:arcTo wR="317500" hR="317500" stAng="-5400000" swAng="21600000"/>
                </a:path>
              </a:pathLst>
            </a:custGeom>
            <a:grpFill/>
            <a:ln w="19050" cmpd="sng">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solidFill>
                  <a:schemeClr val="tx1"/>
                </a:solidFill>
                <a:latin typeface="72 Brand" panose="020B0504030603020204" pitchFamily="34" charset="0"/>
              </a:endParaRPr>
            </a:p>
          </p:txBody>
        </p:sp>
        <p:sp>
          <p:nvSpPr>
            <p:cNvPr id="8" name="Harvey 1/3 [1]">
              <a:extLst>
                <a:ext uri="{FF2B5EF4-FFF2-40B4-BE49-F238E27FC236}">
                  <a16:creationId xmlns:a16="http://schemas.microsoft.com/office/drawing/2014/main" id="{750B853B-8389-4427-AFB9-1CE880FE9BEE}"/>
                </a:ext>
              </a:extLst>
            </p:cNvPr>
            <p:cNvSpPr>
              <a:spLocks noChangeAspect="1"/>
            </p:cNvSpPr>
            <p:nvPr>
              <p:custDataLst>
                <p:tags r:id="rId150"/>
              </p:custDataLst>
            </p:nvPr>
          </p:nvSpPr>
          <p:spPr>
            <a:xfrm>
              <a:off x="0" y="0"/>
              <a:ext cx="914400" cy="914400"/>
            </a:xfrm>
            <a:custGeom>
              <a:avLst/>
              <a:gdLst/>
              <a:ahLst/>
              <a:cxnLst/>
              <a:rect l="l" t="t" r="r" b="b"/>
              <a:pathLst>
                <a:path w="635000" h="635000">
                  <a:moveTo>
                    <a:pt x="317500" y="0"/>
                  </a:moveTo>
                  <a:arcTo wR="317500" hR="317500" stAng="16200000" swAng="7200000"/>
                  <a:lnTo>
                    <a:pt x="317500" y="317500"/>
                  </a:lnTo>
                  <a:close/>
                </a:path>
                <a:path w="635000" h="635000" fill="none">
                  <a:moveTo>
                    <a:pt x="592463" y="476249"/>
                  </a:moveTo>
                  <a:arcTo wR="317500" hR="317500" stAng="1800000" swAng="14400000"/>
                </a:path>
              </a:pathLst>
            </a:custGeom>
            <a:grpFill/>
            <a:ln w="19050" cmpd="sng">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solidFill>
                  <a:schemeClr val="tx1"/>
                </a:solidFill>
                <a:latin typeface="72 Brand" panose="020B0504030603020204" pitchFamily="34" charset="0"/>
              </a:endParaRPr>
            </a:p>
          </p:txBody>
        </p:sp>
        <p:sp>
          <p:nvSpPr>
            <p:cNvPr id="9" name="Harvey 2/3 [2]">
              <a:extLst>
                <a:ext uri="{FF2B5EF4-FFF2-40B4-BE49-F238E27FC236}">
                  <a16:creationId xmlns:a16="http://schemas.microsoft.com/office/drawing/2014/main" id="{0CA9A207-7055-4A72-8ED2-D82605C3D0C8}"/>
                </a:ext>
              </a:extLst>
            </p:cNvPr>
            <p:cNvSpPr>
              <a:spLocks noChangeAspect="1"/>
            </p:cNvSpPr>
            <p:nvPr>
              <p:custDataLst>
                <p:tags r:id="rId151"/>
              </p:custDataLst>
            </p:nvPr>
          </p:nvSpPr>
          <p:spPr>
            <a:xfrm>
              <a:off x="0" y="0"/>
              <a:ext cx="914400" cy="914400"/>
            </a:xfrm>
            <a:custGeom>
              <a:avLst/>
              <a:gdLst/>
              <a:ahLst/>
              <a:cxnLst/>
              <a:rect l="l" t="t" r="r" b="b"/>
              <a:pathLst>
                <a:path w="635000" h="635000">
                  <a:moveTo>
                    <a:pt x="317500" y="0"/>
                  </a:moveTo>
                  <a:arcTo wR="317500" hR="317500" stAng="16200000" swAng="14400000"/>
                  <a:lnTo>
                    <a:pt x="317500" y="317500"/>
                  </a:lnTo>
                  <a:close/>
                </a:path>
                <a:path w="635000" h="635000" fill="none">
                  <a:moveTo>
                    <a:pt x="42536" y="476250"/>
                  </a:moveTo>
                  <a:arcTo wR="317500" hR="317500" stAng="9000000" swAng="7200000"/>
                </a:path>
              </a:pathLst>
            </a:custGeom>
            <a:grpFill/>
            <a:ln w="19050" cmpd="sng">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solidFill>
                  <a:schemeClr val="tx1"/>
                </a:solidFill>
                <a:latin typeface="72 Brand" panose="020B0504030603020204" pitchFamily="34" charset="0"/>
              </a:endParaRPr>
            </a:p>
          </p:txBody>
        </p:sp>
        <p:sp>
          <p:nvSpPr>
            <p:cNvPr id="10" name="Harvey 3/3 [3]">
              <a:extLst>
                <a:ext uri="{FF2B5EF4-FFF2-40B4-BE49-F238E27FC236}">
                  <a16:creationId xmlns:a16="http://schemas.microsoft.com/office/drawing/2014/main" id="{4422C816-875A-41F5-9DC0-8DBAE4C5C6CB}"/>
                </a:ext>
              </a:extLst>
            </p:cNvPr>
            <p:cNvSpPr>
              <a:spLocks noChangeAspect="1"/>
            </p:cNvSpPr>
            <p:nvPr>
              <p:custDataLst>
                <p:tags r:id="rId152"/>
              </p:custDataLst>
            </p:nvPr>
          </p:nvSpPr>
          <p:spPr>
            <a:xfrm>
              <a:off x="0" y="0"/>
              <a:ext cx="914400" cy="914400"/>
            </a:xfrm>
            <a:custGeom>
              <a:avLst/>
              <a:gdLst/>
              <a:ahLst/>
              <a:cxnLst/>
              <a:rect l="l" t="t" r="r" b="b"/>
              <a:pathLst>
                <a:path w="635000" h="635000">
                  <a:moveTo>
                    <a:pt x="317500" y="0"/>
                  </a:moveTo>
                  <a:arcTo wR="317500" hR="317500" stAng="16200000" swAng="21600000"/>
                  <a:close/>
                </a:path>
              </a:pathLst>
            </a:custGeom>
            <a:grpFill/>
            <a:ln w="19050" cmpd="sng">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solidFill>
                  <a:schemeClr val="tx1"/>
                </a:solidFill>
                <a:latin typeface="72 Brand" panose="020B0504030603020204" pitchFamily="34" charset="0"/>
              </a:endParaRPr>
            </a:p>
          </p:txBody>
        </p:sp>
      </p:grpSp>
      <p:grpSp>
        <p:nvGrpSpPr>
          <p:cNvPr id="11" name="Harvey 4" hidden="1">
            <a:extLst>
              <a:ext uri="{FF2B5EF4-FFF2-40B4-BE49-F238E27FC236}">
                <a16:creationId xmlns:a16="http://schemas.microsoft.com/office/drawing/2014/main" id="{DDC5C333-7028-4F79-8940-98DC17723588}"/>
              </a:ext>
            </a:extLst>
          </p:cNvPr>
          <p:cNvGrpSpPr>
            <a:grpSpLocks/>
          </p:cNvGrpSpPr>
          <p:nvPr userDrawn="1">
            <p:custDataLst>
              <p:tags r:id="rId31"/>
            </p:custDataLst>
          </p:nvPr>
        </p:nvGrpSpPr>
        <p:grpSpPr>
          <a:xfrm>
            <a:off x="5391506" y="3978000"/>
            <a:ext cx="1024878" cy="1024878"/>
            <a:chOff x="0" y="0"/>
            <a:chExt cx="914400" cy="914400"/>
          </a:xfrm>
          <a:solidFill>
            <a:schemeClr val="accent1"/>
          </a:solidFill>
        </p:grpSpPr>
        <p:sp>
          <p:nvSpPr>
            <p:cNvPr id="13" name="Harvey 0/4 [0]">
              <a:extLst>
                <a:ext uri="{FF2B5EF4-FFF2-40B4-BE49-F238E27FC236}">
                  <a16:creationId xmlns:a16="http://schemas.microsoft.com/office/drawing/2014/main" id="{70B331E2-39A8-4BAF-8DDD-C631B51EB56E}"/>
                </a:ext>
              </a:extLst>
            </p:cNvPr>
            <p:cNvSpPr>
              <a:spLocks noChangeAspect="1"/>
            </p:cNvSpPr>
            <p:nvPr>
              <p:custDataLst>
                <p:tags r:id="rId144"/>
              </p:custDataLst>
            </p:nvPr>
          </p:nvSpPr>
          <p:spPr>
            <a:xfrm>
              <a:off x="0" y="0"/>
              <a:ext cx="914400" cy="914400"/>
            </a:xfrm>
            <a:custGeom>
              <a:avLst/>
              <a:gdLst/>
              <a:ahLst/>
              <a:cxnLst/>
              <a:rect l="l" t="t" r="r" b="b"/>
              <a:pathLst>
                <a:path w="635000" h="635000" fill="none">
                  <a:moveTo>
                    <a:pt x="317500" y="0"/>
                  </a:moveTo>
                  <a:arcTo wR="317500" hR="317500" stAng="-5400000" swAng="21600000"/>
                </a:path>
              </a:pathLst>
            </a:custGeom>
            <a:grpFill/>
            <a:ln w="19050" cmpd="sng">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solidFill>
                  <a:schemeClr val="tx1"/>
                </a:solidFill>
                <a:latin typeface="72 Brand" panose="020B0504030603020204" pitchFamily="34" charset="0"/>
              </a:endParaRPr>
            </a:p>
          </p:txBody>
        </p:sp>
        <p:sp>
          <p:nvSpPr>
            <p:cNvPr id="14" name="Harvey 1/4 [1]">
              <a:extLst>
                <a:ext uri="{FF2B5EF4-FFF2-40B4-BE49-F238E27FC236}">
                  <a16:creationId xmlns:a16="http://schemas.microsoft.com/office/drawing/2014/main" id="{47F66FBA-2801-4875-BD13-0BF512FC3C6A}"/>
                </a:ext>
              </a:extLst>
            </p:cNvPr>
            <p:cNvSpPr>
              <a:spLocks noChangeAspect="1"/>
            </p:cNvSpPr>
            <p:nvPr>
              <p:custDataLst>
                <p:tags r:id="rId145"/>
              </p:custDataLst>
            </p:nvPr>
          </p:nvSpPr>
          <p:spPr>
            <a:xfrm>
              <a:off x="0" y="0"/>
              <a:ext cx="914400" cy="914400"/>
            </a:xfrm>
            <a:custGeom>
              <a:avLst/>
              <a:gdLst/>
              <a:ahLst/>
              <a:cxnLst/>
              <a:rect l="l" t="t" r="r" b="b"/>
              <a:pathLst>
                <a:path w="635000" h="635000">
                  <a:moveTo>
                    <a:pt x="317500" y="0"/>
                  </a:moveTo>
                  <a:arcTo wR="317500" hR="317500" stAng="16200000" swAng="5400000"/>
                  <a:lnTo>
                    <a:pt x="317500" y="317500"/>
                  </a:lnTo>
                  <a:close/>
                </a:path>
                <a:path w="635000" h="635000" fill="none">
                  <a:moveTo>
                    <a:pt x="635000" y="317500"/>
                  </a:moveTo>
                  <a:arcTo wR="317500" hR="317500" stAng="0" swAng="16200000"/>
                </a:path>
              </a:pathLst>
            </a:custGeom>
            <a:grpFill/>
            <a:ln w="19050" cmpd="sng">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solidFill>
                  <a:schemeClr val="tx1"/>
                </a:solidFill>
                <a:latin typeface="72 Brand" panose="020B0504030603020204" pitchFamily="34" charset="0"/>
              </a:endParaRPr>
            </a:p>
          </p:txBody>
        </p:sp>
        <p:sp>
          <p:nvSpPr>
            <p:cNvPr id="15" name="Harvey 2/4 [2]">
              <a:extLst>
                <a:ext uri="{FF2B5EF4-FFF2-40B4-BE49-F238E27FC236}">
                  <a16:creationId xmlns:a16="http://schemas.microsoft.com/office/drawing/2014/main" id="{99673DAB-5272-45DC-B222-CA8CAA9FD2BB}"/>
                </a:ext>
              </a:extLst>
            </p:cNvPr>
            <p:cNvSpPr>
              <a:spLocks noChangeAspect="1"/>
            </p:cNvSpPr>
            <p:nvPr>
              <p:custDataLst>
                <p:tags r:id="rId146"/>
              </p:custDataLst>
            </p:nvPr>
          </p:nvSpPr>
          <p:spPr>
            <a:xfrm>
              <a:off x="0" y="0"/>
              <a:ext cx="914400" cy="914400"/>
            </a:xfrm>
            <a:custGeom>
              <a:avLst/>
              <a:gdLst/>
              <a:ahLst/>
              <a:cxnLst/>
              <a:rect l="l" t="t" r="r" b="b"/>
              <a:pathLst>
                <a:path w="635000" h="635000">
                  <a:moveTo>
                    <a:pt x="317500" y="0"/>
                  </a:moveTo>
                  <a:arcTo wR="317500" hR="317500" stAng="16200000" swAng="10800000"/>
                  <a:lnTo>
                    <a:pt x="317500" y="317500"/>
                  </a:lnTo>
                  <a:close/>
                </a:path>
                <a:path w="635000" h="635000" fill="none">
                  <a:moveTo>
                    <a:pt x="317500" y="635000"/>
                  </a:moveTo>
                  <a:arcTo wR="317500" hR="317500" stAng="5400000" swAng="10800000"/>
                </a:path>
              </a:pathLst>
            </a:custGeom>
            <a:grpFill/>
            <a:ln w="19050" cmpd="sng">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solidFill>
                  <a:schemeClr val="tx1"/>
                </a:solidFill>
                <a:latin typeface="72 Brand" panose="020B0504030603020204" pitchFamily="34" charset="0"/>
              </a:endParaRPr>
            </a:p>
          </p:txBody>
        </p:sp>
        <p:sp>
          <p:nvSpPr>
            <p:cNvPr id="16" name="Harvey 3/4 [3]">
              <a:extLst>
                <a:ext uri="{FF2B5EF4-FFF2-40B4-BE49-F238E27FC236}">
                  <a16:creationId xmlns:a16="http://schemas.microsoft.com/office/drawing/2014/main" id="{F9B9444B-C98D-45FC-BA92-881D06827328}"/>
                </a:ext>
              </a:extLst>
            </p:cNvPr>
            <p:cNvSpPr>
              <a:spLocks noChangeAspect="1"/>
            </p:cNvSpPr>
            <p:nvPr>
              <p:custDataLst>
                <p:tags r:id="rId147"/>
              </p:custDataLst>
            </p:nvPr>
          </p:nvSpPr>
          <p:spPr>
            <a:xfrm>
              <a:off x="0" y="0"/>
              <a:ext cx="914400" cy="914400"/>
            </a:xfrm>
            <a:custGeom>
              <a:avLst/>
              <a:gdLst/>
              <a:ahLst/>
              <a:cxnLst/>
              <a:rect l="l" t="t" r="r" b="b"/>
              <a:pathLst>
                <a:path w="635000" h="635000">
                  <a:moveTo>
                    <a:pt x="317500" y="0"/>
                  </a:moveTo>
                  <a:arcTo wR="317500" hR="317500" stAng="16200000" swAng="16200000"/>
                  <a:lnTo>
                    <a:pt x="317500" y="317500"/>
                  </a:lnTo>
                  <a:close/>
                </a:path>
                <a:path w="635000" h="635000" fill="none">
                  <a:moveTo>
                    <a:pt x="0" y="317500"/>
                  </a:moveTo>
                  <a:arcTo wR="317500" hR="317500" stAng="10800000" swAng="5400000"/>
                </a:path>
              </a:pathLst>
            </a:custGeom>
            <a:grpFill/>
            <a:ln w="19050" cmpd="sng">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solidFill>
                  <a:schemeClr val="tx1"/>
                </a:solidFill>
                <a:latin typeface="72 Brand" panose="020B0504030603020204" pitchFamily="34" charset="0"/>
              </a:endParaRPr>
            </a:p>
          </p:txBody>
        </p:sp>
        <p:sp>
          <p:nvSpPr>
            <p:cNvPr id="17" name="Harvey 4/4 [4]">
              <a:extLst>
                <a:ext uri="{FF2B5EF4-FFF2-40B4-BE49-F238E27FC236}">
                  <a16:creationId xmlns:a16="http://schemas.microsoft.com/office/drawing/2014/main" id="{5FFB853D-F550-4F16-8269-A070A19E381C}"/>
                </a:ext>
              </a:extLst>
            </p:cNvPr>
            <p:cNvSpPr>
              <a:spLocks noChangeAspect="1"/>
            </p:cNvSpPr>
            <p:nvPr>
              <p:custDataLst>
                <p:tags r:id="rId148"/>
              </p:custDataLst>
            </p:nvPr>
          </p:nvSpPr>
          <p:spPr>
            <a:xfrm>
              <a:off x="0" y="0"/>
              <a:ext cx="914400" cy="914400"/>
            </a:xfrm>
            <a:custGeom>
              <a:avLst/>
              <a:gdLst/>
              <a:ahLst/>
              <a:cxnLst/>
              <a:rect l="l" t="t" r="r" b="b"/>
              <a:pathLst>
                <a:path w="635000" h="635000">
                  <a:moveTo>
                    <a:pt x="317500" y="0"/>
                  </a:moveTo>
                  <a:arcTo wR="317500" hR="317500" stAng="16200000" swAng="21600000"/>
                  <a:close/>
                </a:path>
              </a:pathLst>
            </a:custGeom>
            <a:grpFill/>
            <a:ln w="19050" cmpd="sng">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solidFill>
                  <a:schemeClr val="tx1"/>
                </a:solidFill>
                <a:latin typeface="72 Brand" panose="020B0504030603020204" pitchFamily="34" charset="0"/>
              </a:endParaRPr>
            </a:p>
          </p:txBody>
        </p:sp>
      </p:grpSp>
      <p:grpSp>
        <p:nvGrpSpPr>
          <p:cNvPr id="18" name="Harvey 8" hidden="1">
            <a:extLst>
              <a:ext uri="{FF2B5EF4-FFF2-40B4-BE49-F238E27FC236}">
                <a16:creationId xmlns:a16="http://schemas.microsoft.com/office/drawing/2014/main" id="{0630AB66-7B5F-41CE-A2EB-2EB4C67794AE}"/>
              </a:ext>
            </a:extLst>
          </p:cNvPr>
          <p:cNvGrpSpPr>
            <a:grpSpLocks/>
          </p:cNvGrpSpPr>
          <p:nvPr userDrawn="1">
            <p:custDataLst>
              <p:tags r:id="rId32"/>
            </p:custDataLst>
          </p:nvPr>
        </p:nvGrpSpPr>
        <p:grpSpPr>
          <a:xfrm>
            <a:off x="6844214" y="3978000"/>
            <a:ext cx="1024878" cy="1024878"/>
            <a:chOff x="0" y="0"/>
            <a:chExt cx="914400" cy="914400"/>
          </a:xfrm>
          <a:solidFill>
            <a:schemeClr val="accent1"/>
          </a:solidFill>
        </p:grpSpPr>
        <p:sp>
          <p:nvSpPr>
            <p:cNvPr id="19" name="Harvey 0/8 [0]">
              <a:extLst>
                <a:ext uri="{FF2B5EF4-FFF2-40B4-BE49-F238E27FC236}">
                  <a16:creationId xmlns:a16="http://schemas.microsoft.com/office/drawing/2014/main" id="{051D5678-1EFE-40CF-8563-B5E9EA35A271}"/>
                </a:ext>
              </a:extLst>
            </p:cNvPr>
            <p:cNvSpPr>
              <a:spLocks noChangeAspect="1"/>
            </p:cNvSpPr>
            <p:nvPr>
              <p:custDataLst>
                <p:tags r:id="rId135"/>
              </p:custDataLst>
            </p:nvPr>
          </p:nvSpPr>
          <p:spPr>
            <a:xfrm>
              <a:off x="0" y="0"/>
              <a:ext cx="914400" cy="914400"/>
            </a:xfrm>
            <a:custGeom>
              <a:avLst/>
              <a:gdLst/>
              <a:ahLst/>
              <a:cxnLst/>
              <a:rect l="l" t="t" r="r" b="b"/>
              <a:pathLst>
                <a:path w="635000" h="635000" fill="none">
                  <a:moveTo>
                    <a:pt x="317500" y="0"/>
                  </a:moveTo>
                  <a:arcTo wR="317500" hR="317500" stAng="-5400000" swAng="21600000"/>
                </a:path>
              </a:pathLst>
            </a:custGeom>
            <a:grpFill/>
            <a:ln w="19050" cmpd="sng">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solidFill>
                  <a:schemeClr val="tx1"/>
                </a:solidFill>
                <a:latin typeface="72 Brand" panose="020B0504030603020204" pitchFamily="34" charset="0"/>
              </a:endParaRPr>
            </a:p>
          </p:txBody>
        </p:sp>
        <p:sp>
          <p:nvSpPr>
            <p:cNvPr id="20" name="Harvey 1/8 [1]">
              <a:extLst>
                <a:ext uri="{FF2B5EF4-FFF2-40B4-BE49-F238E27FC236}">
                  <a16:creationId xmlns:a16="http://schemas.microsoft.com/office/drawing/2014/main" id="{E5DDEB4B-B8B3-42DA-AF30-4FD0A1770D91}"/>
                </a:ext>
              </a:extLst>
            </p:cNvPr>
            <p:cNvSpPr>
              <a:spLocks noChangeAspect="1"/>
            </p:cNvSpPr>
            <p:nvPr>
              <p:custDataLst>
                <p:tags r:id="rId136"/>
              </p:custDataLst>
            </p:nvPr>
          </p:nvSpPr>
          <p:spPr>
            <a:xfrm>
              <a:off x="0" y="0"/>
              <a:ext cx="914400" cy="914400"/>
            </a:xfrm>
            <a:custGeom>
              <a:avLst/>
              <a:gdLst/>
              <a:ahLst/>
              <a:cxnLst/>
              <a:rect l="l" t="t" r="r" b="b"/>
              <a:pathLst>
                <a:path w="635000" h="635000">
                  <a:moveTo>
                    <a:pt x="317500" y="0"/>
                  </a:moveTo>
                  <a:arcTo wR="317500" hR="317500" stAng="16200000" swAng="2700000"/>
                  <a:lnTo>
                    <a:pt x="317500" y="317500"/>
                  </a:lnTo>
                  <a:close/>
                </a:path>
                <a:path w="635000" h="635000" fill="none">
                  <a:moveTo>
                    <a:pt x="542006" y="92993"/>
                  </a:moveTo>
                  <a:arcTo wR="317500" hR="317500" stAng="-2700000" swAng="18900000"/>
                </a:path>
              </a:pathLst>
            </a:custGeom>
            <a:grpFill/>
            <a:ln w="19050" cmpd="sng">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solidFill>
                  <a:schemeClr val="tx1"/>
                </a:solidFill>
                <a:latin typeface="72 Brand" panose="020B0504030603020204" pitchFamily="34" charset="0"/>
              </a:endParaRPr>
            </a:p>
          </p:txBody>
        </p:sp>
        <p:sp>
          <p:nvSpPr>
            <p:cNvPr id="21" name="Harvey 2/8 [2]">
              <a:extLst>
                <a:ext uri="{FF2B5EF4-FFF2-40B4-BE49-F238E27FC236}">
                  <a16:creationId xmlns:a16="http://schemas.microsoft.com/office/drawing/2014/main" id="{FB9200C4-0418-4CEF-BBB8-18F997AD7CA8}"/>
                </a:ext>
              </a:extLst>
            </p:cNvPr>
            <p:cNvSpPr>
              <a:spLocks noChangeAspect="1"/>
            </p:cNvSpPr>
            <p:nvPr>
              <p:custDataLst>
                <p:tags r:id="rId137"/>
              </p:custDataLst>
            </p:nvPr>
          </p:nvSpPr>
          <p:spPr>
            <a:xfrm>
              <a:off x="0" y="0"/>
              <a:ext cx="914400" cy="914400"/>
            </a:xfrm>
            <a:custGeom>
              <a:avLst/>
              <a:gdLst/>
              <a:ahLst/>
              <a:cxnLst/>
              <a:rect l="l" t="t" r="r" b="b"/>
              <a:pathLst>
                <a:path w="635000" h="635000">
                  <a:moveTo>
                    <a:pt x="317500" y="0"/>
                  </a:moveTo>
                  <a:arcTo wR="317500" hR="317500" stAng="16200000" swAng="5400000"/>
                  <a:lnTo>
                    <a:pt x="317500" y="317500"/>
                  </a:lnTo>
                  <a:close/>
                </a:path>
                <a:path w="635000" h="635000" fill="none">
                  <a:moveTo>
                    <a:pt x="635000" y="317500"/>
                  </a:moveTo>
                  <a:arcTo wR="317500" hR="317500" stAng="0" swAng="16200000"/>
                </a:path>
              </a:pathLst>
            </a:custGeom>
            <a:grpFill/>
            <a:ln w="19050" cmpd="sng">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solidFill>
                  <a:schemeClr val="tx1"/>
                </a:solidFill>
                <a:latin typeface="72 Brand" panose="020B0504030603020204" pitchFamily="34" charset="0"/>
              </a:endParaRPr>
            </a:p>
          </p:txBody>
        </p:sp>
        <p:sp>
          <p:nvSpPr>
            <p:cNvPr id="22" name="Harvey 3/8 [3]">
              <a:extLst>
                <a:ext uri="{FF2B5EF4-FFF2-40B4-BE49-F238E27FC236}">
                  <a16:creationId xmlns:a16="http://schemas.microsoft.com/office/drawing/2014/main" id="{8E4DE7E8-0809-4E2E-BE6A-E989A6AEBF62}"/>
                </a:ext>
              </a:extLst>
            </p:cNvPr>
            <p:cNvSpPr>
              <a:spLocks noChangeAspect="1"/>
            </p:cNvSpPr>
            <p:nvPr>
              <p:custDataLst>
                <p:tags r:id="rId138"/>
              </p:custDataLst>
            </p:nvPr>
          </p:nvSpPr>
          <p:spPr>
            <a:xfrm>
              <a:off x="0" y="0"/>
              <a:ext cx="914400" cy="914400"/>
            </a:xfrm>
            <a:custGeom>
              <a:avLst/>
              <a:gdLst/>
              <a:ahLst/>
              <a:cxnLst/>
              <a:rect l="l" t="t" r="r" b="b"/>
              <a:pathLst>
                <a:path w="635000" h="635000">
                  <a:moveTo>
                    <a:pt x="317500" y="0"/>
                  </a:moveTo>
                  <a:arcTo wR="317500" hR="317500" stAng="16200000" swAng="8100000"/>
                  <a:lnTo>
                    <a:pt x="317500" y="317500"/>
                  </a:lnTo>
                  <a:close/>
                </a:path>
                <a:path w="635000" h="635000" fill="none">
                  <a:moveTo>
                    <a:pt x="542006" y="542006"/>
                  </a:moveTo>
                  <a:arcTo wR="317500" hR="317500" stAng="2700000" swAng="13500000"/>
                </a:path>
              </a:pathLst>
            </a:custGeom>
            <a:grpFill/>
            <a:ln w="19050" cmpd="sng">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solidFill>
                  <a:schemeClr val="tx1"/>
                </a:solidFill>
                <a:latin typeface="72 Brand" panose="020B0504030603020204" pitchFamily="34" charset="0"/>
              </a:endParaRPr>
            </a:p>
          </p:txBody>
        </p:sp>
        <p:sp>
          <p:nvSpPr>
            <p:cNvPr id="23" name="Harvey 4/8 [4]">
              <a:extLst>
                <a:ext uri="{FF2B5EF4-FFF2-40B4-BE49-F238E27FC236}">
                  <a16:creationId xmlns:a16="http://schemas.microsoft.com/office/drawing/2014/main" id="{F839E6A9-0DED-402B-8F4C-2176769B55CD}"/>
                </a:ext>
              </a:extLst>
            </p:cNvPr>
            <p:cNvSpPr>
              <a:spLocks noChangeAspect="1"/>
            </p:cNvSpPr>
            <p:nvPr>
              <p:custDataLst>
                <p:tags r:id="rId139"/>
              </p:custDataLst>
            </p:nvPr>
          </p:nvSpPr>
          <p:spPr>
            <a:xfrm>
              <a:off x="0" y="0"/>
              <a:ext cx="914400" cy="914400"/>
            </a:xfrm>
            <a:custGeom>
              <a:avLst/>
              <a:gdLst/>
              <a:ahLst/>
              <a:cxnLst/>
              <a:rect l="l" t="t" r="r" b="b"/>
              <a:pathLst>
                <a:path w="635000" h="635000">
                  <a:moveTo>
                    <a:pt x="317500" y="0"/>
                  </a:moveTo>
                  <a:arcTo wR="317500" hR="317500" stAng="16200000" swAng="10800000"/>
                  <a:lnTo>
                    <a:pt x="317500" y="317500"/>
                  </a:lnTo>
                  <a:close/>
                </a:path>
                <a:path w="635000" h="635000" fill="none">
                  <a:moveTo>
                    <a:pt x="317500" y="635000"/>
                  </a:moveTo>
                  <a:arcTo wR="317500" hR="317500" stAng="5400000" swAng="10800000"/>
                </a:path>
              </a:pathLst>
            </a:custGeom>
            <a:grpFill/>
            <a:ln w="19050" cmpd="sng">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solidFill>
                  <a:schemeClr val="tx1"/>
                </a:solidFill>
                <a:latin typeface="72 Brand" panose="020B0504030603020204" pitchFamily="34" charset="0"/>
              </a:endParaRPr>
            </a:p>
          </p:txBody>
        </p:sp>
        <p:sp>
          <p:nvSpPr>
            <p:cNvPr id="24" name="Harvey 5/8 [5]">
              <a:extLst>
                <a:ext uri="{FF2B5EF4-FFF2-40B4-BE49-F238E27FC236}">
                  <a16:creationId xmlns:a16="http://schemas.microsoft.com/office/drawing/2014/main" id="{C3EE8663-AD08-4237-8344-6543EC4B688C}"/>
                </a:ext>
              </a:extLst>
            </p:cNvPr>
            <p:cNvSpPr>
              <a:spLocks noChangeAspect="1"/>
            </p:cNvSpPr>
            <p:nvPr>
              <p:custDataLst>
                <p:tags r:id="rId140"/>
              </p:custDataLst>
            </p:nvPr>
          </p:nvSpPr>
          <p:spPr>
            <a:xfrm>
              <a:off x="0" y="0"/>
              <a:ext cx="914400" cy="914400"/>
            </a:xfrm>
            <a:custGeom>
              <a:avLst/>
              <a:gdLst/>
              <a:ahLst/>
              <a:cxnLst/>
              <a:rect l="l" t="t" r="r" b="b"/>
              <a:pathLst>
                <a:path w="635000" h="635000">
                  <a:moveTo>
                    <a:pt x="317500" y="0"/>
                  </a:moveTo>
                  <a:arcTo wR="317500" hR="317500" stAng="16200000" swAng="13500000"/>
                  <a:lnTo>
                    <a:pt x="317500" y="317500"/>
                  </a:lnTo>
                  <a:close/>
                </a:path>
                <a:path w="635000" h="635000" fill="none">
                  <a:moveTo>
                    <a:pt x="92993" y="542006"/>
                  </a:moveTo>
                  <a:arcTo wR="317500" hR="317500" stAng="8100000" swAng="8100000"/>
                </a:path>
              </a:pathLst>
            </a:custGeom>
            <a:grpFill/>
            <a:ln w="19050" cmpd="sng">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solidFill>
                  <a:schemeClr val="tx1"/>
                </a:solidFill>
                <a:latin typeface="72 Brand" panose="020B0504030603020204" pitchFamily="34" charset="0"/>
              </a:endParaRPr>
            </a:p>
          </p:txBody>
        </p:sp>
        <p:sp>
          <p:nvSpPr>
            <p:cNvPr id="25" name="Harvey 6/8 [6]">
              <a:extLst>
                <a:ext uri="{FF2B5EF4-FFF2-40B4-BE49-F238E27FC236}">
                  <a16:creationId xmlns:a16="http://schemas.microsoft.com/office/drawing/2014/main" id="{ADE6F931-D156-4E59-A3ED-0B14B5F0EF7E}"/>
                </a:ext>
              </a:extLst>
            </p:cNvPr>
            <p:cNvSpPr>
              <a:spLocks noChangeAspect="1"/>
            </p:cNvSpPr>
            <p:nvPr>
              <p:custDataLst>
                <p:tags r:id="rId141"/>
              </p:custDataLst>
            </p:nvPr>
          </p:nvSpPr>
          <p:spPr>
            <a:xfrm>
              <a:off x="0" y="0"/>
              <a:ext cx="914400" cy="914400"/>
            </a:xfrm>
            <a:custGeom>
              <a:avLst/>
              <a:gdLst/>
              <a:ahLst/>
              <a:cxnLst/>
              <a:rect l="l" t="t" r="r" b="b"/>
              <a:pathLst>
                <a:path w="635000" h="635000">
                  <a:moveTo>
                    <a:pt x="317500" y="0"/>
                  </a:moveTo>
                  <a:arcTo wR="317500" hR="317500" stAng="16200000" swAng="16200000"/>
                  <a:lnTo>
                    <a:pt x="317500" y="317500"/>
                  </a:lnTo>
                  <a:close/>
                </a:path>
                <a:path w="635000" h="635000" fill="none">
                  <a:moveTo>
                    <a:pt x="0" y="317500"/>
                  </a:moveTo>
                  <a:arcTo wR="317500" hR="317500" stAng="10800000" swAng="5400000"/>
                </a:path>
              </a:pathLst>
            </a:custGeom>
            <a:grpFill/>
            <a:ln w="19050" cmpd="sng">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solidFill>
                  <a:schemeClr val="tx1"/>
                </a:solidFill>
                <a:latin typeface="72 Brand" panose="020B0504030603020204" pitchFamily="34" charset="0"/>
              </a:endParaRPr>
            </a:p>
          </p:txBody>
        </p:sp>
        <p:sp>
          <p:nvSpPr>
            <p:cNvPr id="26" name="Harvey 7/8 [7]">
              <a:extLst>
                <a:ext uri="{FF2B5EF4-FFF2-40B4-BE49-F238E27FC236}">
                  <a16:creationId xmlns:a16="http://schemas.microsoft.com/office/drawing/2014/main" id="{A36821AE-2FF1-4F6E-AAF3-1BEA6AE153B8}"/>
                </a:ext>
              </a:extLst>
            </p:cNvPr>
            <p:cNvSpPr>
              <a:spLocks noChangeAspect="1"/>
            </p:cNvSpPr>
            <p:nvPr>
              <p:custDataLst>
                <p:tags r:id="rId142"/>
              </p:custDataLst>
            </p:nvPr>
          </p:nvSpPr>
          <p:spPr>
            <a:xfrm>
              <a:off x="0" y="0"/>
              <a:ext cx="914400" cy="914400"/>
            </a:xfrm>
            <a:custGeom>
              <a:avLst/>
              <a:gdLst/>
              <a:ahLst/>
              <a:cxnLst/>
              <a:rect l="l" t="t" r="r" b="b"/>
              <a:pathLst>
                <a:path w="635000" h="635000">
                  <a:moveTo>
                    <a:pt x="317500" y="0"/>
                  </a:moveTo>
                  <a:arcTo wR="317500" hR="317500" stAng="16200000" swAng="18900000"/>
                  <a:lnTo>
                    <a:pt x="317500" y="317500"/>
                  </a:lnTo>
                  <a:close/>
                </a:path>
                <a:path w="635000" h="635000" fill="none">
                  <a:moveTo>
                    <a:pt x="92993" y="92993"/>
                  </a:moveTo>
                  <a:arcTo wR="317500" hR="317500" stAng="13500000" swAng="2700000"/>
                </a:path>
              </a:pathLst>
            </a:custGeom>
            <a:grpFill/>
            <a:ln w="19050" cmpd="sng">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solidFill>
                  <a:schemeClr val="tx1"/>
                </a:solidFill>
                <a:latin typeface="72 Brand" panose="020B0504030603020204" pitchFamily="34" charset="0"/>
              </a:endParaRPr>
            </a:p>
          </p:txBody>
        </p:sp>
        <p:sp>
          <p:nvSpPr>
            <p:cNvPr id="27" name="Harvey 8/8 [8]">
              <a:extLst>
                <a:ext uri="{FF2B5EF4-FFF2-40B4-BE49-F238E27FC236}">
                  <a16:creationId xmlns:a16="http://schemas.microsoft.com/office/drawing/2014/main" id="{2D277E47-45D5-4503-8443-BED560C6560A}"/>
                </a:ext>
              </a:extLst>
            </p:cNvPr>
            <p:cNvSpPr>
              <a:spLocks noChangeAspect="1"/>
            </p:cNvSpPr>
            <p:nvPr>
              <p:custDataLst>
                <p:tags r:id="rId143"/>
              </p:custDataLst>
            </p:nvPr>
          </p:nvSpPr>
          <p:spPr>
            <a:xfrm>
              <a:off x="0" y="0"/>
              <a:ext cx="914400" cy="914400"/>
            </a:xfrm>
            <a:custGeom>
              <a:avLst/>
              <a:gdLst/>
              <a:ahLst/>
              <a:cxnLst/>
              <a:rect l="l" t="t" r="r" b="b"/>
              <a:pathLst>
                <a:path w="635000" h="635000">
                  <a:moveTo>
                    <a:pt x="317500" y="0"/>
                  </a:moveTo>
                  <a:arcTo wR="317500" hR="317500" stAng="16200000" swAng="21600000"/>
                  <a:close/>
                </a:path>
              </a:pathLst>
            </a:custGeom>
            <a:grpFill/>
            <a:ln w="19050" cmpd="sng">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solidFill>
                  <a:schemeClr val="tx1"/>
                </a:solidFill>
                <a:latin typeface="72 Brand" panose="020B0504030603020204" pitchFamily="34" charset="0"/>
              </a:endParaRPr>
            </a:p>
          </p:txBody>
        </p:sp>
      </p:grpSp>
      <p:grpSp>
        <p:nvGrpSpPr>
          <p:cNvPr id="28" name="Harvey 100" hidden="1">
            <a:extLst>
              <a:ext uri="{FF2B5EF4-FFF2-40B4-BE49-F238E27FC236}">
                <a16:creationId xmlns:a16="http://schemas.microsoft.com/office/drawing/2014/main" id="{6D5D9337-395C-4FE4-97E6-E1CD47A644E9}"/>
              </a:ext>
            </a:extLst>
          </p:cNvPr>
          <p:cNvGrpSpPr/>
          <p:nvPr userDrawn="1">
            <p:custDataLst>
              <p:tags r:id="rId33"/>
            </p:custDataLst>
          </p:nvPr>
        </p:nvGrpSpPr>
        <p:grpSpPr>
          <a:xfrm>
            <a:off x="8296922" y="3978000"/>
            <a:ext cx="1024878" cy="1024878"/>
            <a:chOff x="4334905" y="3282696"/>
            <a:chExt cx="292608" cy="292608"/>
          </a:xfrm>
          <a:solidFill>
            <a:schemeClr val="accent1"/>
          </a:solidFill>
        </p:grpSpPr>
        <p:sp>
          <p:nvSpPr>
            <p:cNvPr id="29" name="Harvey 0/100 [0]">
              <a:extLst>
                <a:ext uri="{FF2B5EF4-FFF2-40B4-BE49-F238E27FC236}">
                  <a16:creationId xmlns:a16="http://schemas.microsoft.com/office/drawing/2014/main" id="{C2D4C837-2D4B-4D6B-81F8-9B001989609B}"/>
                </a:ext>
              </a:extLst>
            </p:cNvPr>
            <p:cNvSpPr>
              <a:spLocks noChangeAspect="1"/>
            </p:cNvSpPr>
            <p:nvPr>
              <p:custDataLst>
                <p:tags r:id="rId34"/>
              </p:custDataLst>
            </p:nvPr>
          </p:nvSpPr>
          <p:spPr>
            <a:xfrm>
              <a:off x="4334905" y="3282696"/>
              <a:ext cx="292608" cy="292608"/>
            </a:xfrm>
            <a:custGeom>
              <a:avLst/>
              <a:gdLst/>
              <a:ahLst/>
              <a:cxnLst/>
              <a:rect l="l" t="t" r="r" b="b"/>
              <a:pathLst>
                <a:path w="635000" h="635000" fill="none">
                  <a:moveTo>
                    <a:pt x="317500" y="0"/>
                  </a:moveTo>
                  <a:arcTo wR="317500" hR="317500" stAng="-5400000" swAng="21600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30" name="Harvey 1/100 [1]">
              <a:extLst>
                <a:ext uri="{FF2B5EF4-FFF2-40B4-BE49-F238E27FC236}">
                  <a16:creationId xmlns:a16="http://schemas.microsoft.com/office/drawing/2014/main" id="{BACD6AAA-4A1C-46BE-B491-9A4A9C7C56F3}"/>
                </a:ext>
              </a:extLst>
            </p:cNvPr>
            <p:cNvSpPr>
              <a:spLocks noChangeAspect="1"/>
            </p:cNvSpPr>
            <p:nvPr>
              <p:custDataLst>
                <p:tags r:id="rId35"/>
              </p:custDataLst>
            </p:nvPr>
          </p:nvSpPr>
          <p:spPr>
            <a:xfrm>
              <a:off x="4334905" y="3282696"/>
              <a:ext cx="292608" cy="292608"/>
            </a:xfrm>
            <a:custGeom>
              <a:avLst/>
              <a:gdLst/>
              <a:ahLst/>
              <a:cxnLst/>
              <a:rect l="l" t="t" r="r" b="b"/>
              <a:pathLst>
                <a:path w="635000" h="635000">
                  <a:moveTo>
                    <a:pt x="317500" y="0"/>
                  </a:moveTo>
                  <a:arcTo wR="317500" hR="317500" stAng="16200000" swAng="216000"/>
                  <a:lnTo>
                    <a:pt x="317500" y="317500"/>
                  </a:lnTo>
                  <a:close/>
                </a:path>
                <a:path w="635000" h="635000" fill="none">
                  <a:moveTo>
                    <a:pt x="337435" y="626"/>
                  </a:moveTo>
                  <a:arcTo wR="317500" hR="317500" stAng="-5184000" swAng="21384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31" name="Harvey 2/100 [2]">
              <a:extLst>
                <a:ext uri="{FF2B5EF4-FFF2-40B4-BE49-F238E27FC236}">
                  <a16:creationId xmlns:a16="http://schemas.microsoft.com/office/drawing/2014/main" id="{701024C3-4DEF-477C-9CFB-100E0303499E}"/>
                </a:ext>
              </a:extLst>
            </p:cNvPr>
            <p:cNvSpPr>
              <a:spLocks noChangeAspect="1"/>
            </p:cNvSpPr>
            <p:nvPr>
              <p:custDataLst>
                <p:tags r:id="rId36"/>
              </p:custDataLst>
            </p:nvPr>
          </p:nvSpPr>
          <p:spPr>
            <a:xfrm>
              <a:off x="4334905" y="3282696"/>
              <a:ext cx="292608" cy="292608"/>
            </a:xfrm>
            <a:custGeom>
              <a:avLst/>
              <a:gdLst/>
              <a:ahLst/>
              <a:cxnLst/>
              <a:rect l="l" t="t" r="r" b="b"/>
              <a:pathLst>
                <a:path w="635000" h="635000">
                  <a:moveTo>
                    <a:pt x="317500" y="0"/>
                  </a:moveTo>
                  <a:arcTo wR="317500" hR="317500" stAng="16200000" swAng="432000"/>
                  <a:lnTo>
                    <a:pt x="317500" y="317500"/>
                  </a:lnTo>
                  <a:close/>
                </a:path>
                <a:path w="635000" h="635000" fill="none">
                  <a:moveTo>
                    <a:pt x="357293" y="2503"/>
                  </a:moveTo>
                  <a:arcTo wR="317500" hR="317500" stAng="-4968000" swAng="21168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32" name="Harvey 3/100 [3]">
              <a:extLst>
                <a:ext uri="{FF2B5EF4-FFF2-40B4-BE49-F238E27FC236}">
                  <a16:creationId xmlns:a16="http://schemas.microsoft.com/office/drawing/2014/main" id="{46A461CD-8D28-4422-AF2A-8267EFA51CAD}"/>
                </a:ext>
              </a:extLst>
            </p:cNvPr>
            <p:cNvSpPr>
              <a:spLocks noChangeAspect="1"/>
            </p:cNvSpPr>
            <p:nvPr>
              <p:custDataLst>
                <p:tags r:id="rId37"/>
              </p:custDataLst>
            </p:nvPr>
          </p:nvSpPr>
          <p:spPr>
            <a:xfrm>
              <a:off x="4334905" y="3282696"/>
              <a:ext cx="292608" cy="292608"/>
            </a:xfrm>
            <a:custGeom>
              <a:avLst/>
              <a:gdLst/>
              <a:ahLst/>
              <a:cxnLst/>
              <a:rect l="l" t="t" r="r" b="b"/>
              <a:pathLst>
                <a:path w="635000" h="635000">
                  <a:moveTo>
                    <a:pt x="317500" y="0"/>
                  </a:moveTo>
                  <a:arcTo wR="317500" hR="317500" stAng="16200000" swAng="647999"/>
                  <a:lnTo>
                    <a:pt x="317500" y="317500"/>
                  </a:lnTo>
                  <a:close/>
                </a:path>
                <a:path w="635000" h="635000" fill="none">
                  <a:moveTo>
                    <a:pt x="376993" y="5623"/>
                  </a:moveTo>
                  <a:arcTo wR="317500" hR="317500" stAng="-4752000" swAng="20952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33" name="Harvey 4/100 [4]">
              <a:extLst>
                <a:ext uri="{FF2B5EF4-FFF2-40B4-BE49-F238E27FC236}">
                  <a16:creationId xmlns:a16="http://schemas.microsoft.com/office/drawing/2014/main" id="{0A337C3A-F021-437D-9E3D-FDE5AF266029}"/>
                </a:ext>
              </a:extLst>
            </p:cNvPr>
            <p:cNvSpPr>
              <a:spLocks noChangeAspect="1"/>
            </p:cNvSpPr>
            <p:nvPr>
              <p:custDataLst>
                <p:tags r:id="rId38"/>
              </p:custDataLst>
            </p:nvPr>
          </p:nvSpPr>
          <p:spPr>
            <a:xfrm>
              <a:off x="4334905" y="3282696"/>
              <a:ext cx="292608" cy="292608"/>
            </a:xfrm>
            <a:custGeom>
              <a:avLst/>
              <a:gdLst/>
              <a:ahLst/>
              <a:cxnLst/>
              <a:rect l="l" t="t" r="r" b="b"/>
              <a:pathLst>
                <a:path w="635000" h="635000">
                  <a:moveTo>
                    <a:pt x="317500" y="0"/>
                  </a:moveTo>
                  <a:arcTo wR="317500" hR="317500" stAng="16200000" swAng="864000"/>
                  <a:lnTo>
                    <a:pt x="317500" y="317500"/>
                  </a:lnTo>
                  <a:close/>
                </a:path>
                <a:path w="635000" h="635000" fill="none">
                  <a:moveTo>
                    <a:pt x="396459" y="9974"/>
                  </a:moveTo>
                  <a:arcTo wR="317500" hR="317500" stAng="-4536000" swAng="20735999"/>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35" name="Harvey 5/100 [5]">
              <a:extLst>
                <a:ext uri="{FF2B5EF4-FFF2-40B4-BE49-F238E27FC236}">
                  <a16:creationId xmlns:a16="http://schemas.microsoft.com/office/drawing/2014/main" id="{BDF66AF7-3D75-4118-B7E6-241B2C41B2C9}"/>
                </a:ext>
              </a:extLst>
            </p:cNvPr>
            <p:cNvSpPr>
              <a:spLocks noChangeAspect="1"/>
            </p:cNvSpPr>
            <p:nvPr>
              <p:custDataLst>
                <p:tags r:id="rId39"/>
              </p:custDataLst>
            </p:nvPr>
          </p:nvSpPr>
          <p:spPr>
            <a:xfrm>
              <a:off x="4334905" y="3282696"/>
              <a:ext cx="292608" cy="292608"/>
            </a:xfrm>
            <a:custGeom>
              <a:avLst/>
              <a:gdLst/>
              <a:ahLst/>
              <a:cxnLst/>
              <a:rect l="l" t="t" r="r" b="b"/>
              <a:pathLst>
                <a:path w="635000" h="635000">
                  <a:moveTo>
                    <a:pt x="317500" y="0"/>
                  </a:moveTo>
                  <a:arcTo wR="317500" hR="317500" stAng="16200000" swAng="1080000"/>
                  <a:lnTo>
                    <a:pt x="317500" y="317500"/>
                  </a:lnTo>
                  <a:close/>
                </a:path>
                <a:path w="635000" h="635000" fill="none">
                  <a:moveTo>
                    <a:pt x="415612" y="15539"/>
                  </a:moveTo>
                  <a:arcTo wR="317500" hR="317500" stAng="-4320000" swAng="20520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36" name="Harvey 6/100 [6]">
              <a:extLst>
                <a:ext uri="{FF2B5EF4-FFF2-40B4-BE49-F238E27FC236}">
                  <a16:creationId xmlns:a16="http://schemas.microsoft.com/office/drawing/2014/main" id="{E74E7438-4315-4097-9BA7-F0CE3252AC14}"/>
                </a:ext>
              </a:extLst>
            </p:cNvPr>
            <p:cNvSpPr>
              <a:spLocks noChangeAspect="1"/>
            </p:cNvSpPr>
            <p:nvPr>
              <p:custDataLst>
                <p:tags r:id="rId40"/>
              </p:custDataLst>
            </p:nvPr>
          </p:nvSpPr>
          <p:spPr>
            <a:xfrm>
              <a:off x="4334905" y="3282696"/>
              <a:ext cx="292608" cy="292608"/>
            </a:xfrm>
            <a:custGeom>
              <a:avLst/>
              <a:gdLst/>
              <a:ahLst/>
              <a:cxnLst/>
              <a:rect l="l" t="t" r="r" b="b"/>
              <a:pathLst>
                <a:path w="635000" h="635000">
                  <a:moveTo>
                    <a:pt x="317500" y="0"/>
                  </a:moveTo>
                  <a:arcTo wR="317500" hR="317500" stAng="16200000" swAng="1295999"/>
                  <a:lnTo>
                    <a:pt x="317500" y="317500"/>
                  </a:lnTo>
                  <a:close/>
                </a:path>
                <a:path w="635000" h="635000" fill="none">
                  <a:moveTo>
                    <a:pt x="434379" y="22295"/>
                  </a:moveTo>
                  <a:arcTo wR="317500" hR="317500" stAng="-4104000" swAng="20304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37" name="Harvey 7/100 [7]">
              <a:extLst>
                <a:ext uri="{FF2B5EF4-FFF2-40B4-BE49-F238E27FC236}">
                  <a16:creationId xmlns:a16="http://schemas.microsoft.com/office/drawing/2014/main" id="{FEBA4E91-97BB-4DAC-B193-66FA4828DB26}"/>
                </a:ext>
              </a:extLst>
            </p:cNvPr>
            <p:cNvSpPr>
              <a:spLocks noChangeAspect="1"/>
            </p:cNvSpPr>
            <p:nvPr>
              <p:custDataLst>
                <p:tags r:id="rId41"/>
              </p:custDataLst>
            </p:nvPr>
          </p:nvSpPr>
          <p:spPr>
            <a:xfrm>
              <a:off x="4334905" y="3282696"/>
              <a:ext cx="292608" cy="292608"/>
            </a:xfrm>
            <a:custGeom>
              <a:avLst/>
              <a:gdLst/>
              <a:ahLst/>
              <a:cxnLst/>
              <a:rect l="l" t="t" r="r" b="b"/>
              <a:pathLst>
                <a:path w="635000" h="635000">
                  <a:moveTo>
                    <a:pt x="317500" y="0"/>
                  </a:moveTo>
                  <a:arcTo wR="317500" hR="317500" stAng="16200000" swAng="1512000"/>
                  <a:lnTo>
                    <a:pt x="317500" y="317500"/>
                  </a:lnTo>
                  <a:close/>
                </a:path>
                <a:path w="635000" h="635000" fill="none">
                  <a:moveTo>
                    <a:pt x="452684" y="30217"/>
                  </a:moveTo>
                  <a:arcTo wR="317500" hR="317500" stAng="-3888000" swAng="20087999"/>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38" name="Harvey 8/100 [8]">
              <a:extLst>
                <a:ext uri="{FF2B5EF4-FFF2-40B4-BE49-F238E27FC236}">
                  <a16:creationId xmlns:a16="http://schemas.microsoft.com/office/drawing/2014/main" id="{EEB85E02-177B-40CF-B926-A4423CC7C827}"/>
                </a:ext>
              </a:extLst>
            </p:cNvPr>
            <p:cNvSpPr>
              <a:spLocks noChangeAspect="1"/>
            </p:cNvSpPr>
            <p:nvPr>
              <p:custDataLst>
                <p:tags r:id="rId42"/>
              </p:custDataLst>
            </p:nvPr>
          </p:nvSpPr>
          <p:spPr>
            <a:xfrm>
              <a:off x="4334905" y="3282696"/>
              <a:ext cx="292608" cy="292608"/>
            </a:xfrm>
            <a:custGeom>
              <a:avLst/>
              <a:gdLst/>
              <a:ahLst/>
              <a:cxnLst/>
              <a:rect l="l" t="t" r="r" b="b"/>
              <a:pathLst>
                <a:path w="635000" h="635000">
                  <a:moveTo>
                    <a:pt x="317500" y="0"/>
                  </a:moveTo>
                  <a:arcTo wR="317500" hR="317500" stAng="16200000" swAng="1728000"/>
                  <a:lnTo>
                    <a:pt x="317500" y="317500"/>
                  </a:lnTo>
                  <a:close/>
                </a:path>
                <a:path w="635000" h="635000" fill="none">
                  <a:moveTo>
                    <a:pt x="470456" y="39272"/>
                  </a:moveTo>
                  <a:arcTo wR="317500" hR="317500" stAng="-3672000" swAng="19872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39" name="Harvey 9/100 [9]">
              <a:extLst>
                <a:ext uri="{FF2B5EF4-FFF2-40B4-BE49-F238E27FC236}">
                  <a16:creationId xmlns:a16="http://schemas.microsoft.com/office/drawing/2014/main" id="{C133BC7F-B0E3-404F-92D1-BB930C4F3311}"/>
                </a:ext>
              </a:extLst>
            </p:cNvPr>
            <p:cNvSpPr>
              <a:spLocks noChangeAspect="1"/>
            </p:cNvSpPr>
            <p:nvPr>
              <p:custDataLst>
                <p:tags r:id="rId43"/>
              </p:custDataLst>
            </p:nvPr>
          </p:nvSpPr>
          <p:spPr>
            <a:xfrm>
              <a:off x="4334905" y="3282696"/>
              <a:ext cx="292608" cy="292608"/>
            </a:xfrm>
            <a:custGeom>
              <a:avLst/>
              <a:gdLst/>
              <a:ahLst/>
              <a:cxnLst/>
              <a:rect l="l" t="t" r="r" b="b"/>
              <a:pathLst>
                <a:path w="635000" h="635000">
                  <a:moveTo>
                    <a:pt x="317500" y="0"/>
                  </a:moveTo>
                  <a:arcTo wR="317500" hR="317500" stAng="16200000" swAng="1944000"/>
                  <a:lnTo>
                    <a:pt x="317500" y="317500"/>
                  </a:lnTo>
                  <a:close/>
                </a:path>
                <a:path w="635000" h="635000" fill="none">
                  <a:moveTo>
                    <a:pt x="487625" y="49425"/>
                  </a:moveTo>
                  <a:arcTo wR="317500" hR="317500" stAng="-3456000" swAng="19656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40" name="Harvey 10/100 [10]">
              <a:extLst>
                <a:ext uri="{FF2B5EF4-FFF2-40B4-BE49-F238E27FC236}">
                  <a16:creationId xmlns:a16="http://schemas.microsoft.com/office/drawing/2014/main" id="{F2FB72A6-CDF7-48B3-A3B8-5A5FC061802C}"/>
                </a:ext>
              </a:extLst>
            </p:cNvPr>
            <p:cNvSpPr>
              <a:spLocks noChangeAspect="1"/>
            </p:cNvSpPr>
            <p:nvPr>
              <p:custDataLst>
                <p:tags r:id="rId44"/>
              </p:custDataLst>
            </p:nvPr>
          </p:nvSpPr>
          <p:spPr>
            <a:xfrm>
              <a:off x="4334905" y="3282696"/>
              <a:ext cx="292608" cy="292608"/>
            </a:xfrm>
            <a:custGeom>
              <a:avLst/>
              <a:gdLst/>
              <a:ahLst/>
              <a:cxnLst/>
              <a:rect l="l" t="t" r="r" b="b"/>
              <a:pathLst>
                <a:path w="635000" h="635000">
                  <a:moveTo>
                    <a:pt x="317500" y="0"/>
                  </a:moveTo>
                  <a:arcTo wR="317500" hR="317500" stAng="16200000" swAng="2160000"/>
                  <a:lnTo>
                    <a:pt x="317500" y="317500"/>
                  </a:lnTo>
                  <a:close/>
                </a:path>
                <a:path w="635000" h="635000" fill="none">
                  <a:moveTo>
                    <a:pt x="504121" y="60637"/>
                  </a:moveTo>
                  <a:arcTo wR="317500" hR="317500" stAng="-3240000" swAng="19440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41" name="Harvey 11/100 [11]">
              <a:extLst>
                <a:ext uri="{FF2B5EF4-FFF2-40B4-BE49-F238E27FC236}">
                  <a16:creationId xmlns:a16="http://schemas.microsoft.com/office/drawing/2014/main" id="{F3110C8B-1B18-4579-AB3F-0F4A0840CF38}"/>
                </a:ext>
              </a:extLst>
            </p:cNvPr>
            <p:cNvSpPr>
              <a:spLocks noChangeAspect="1"/>
            </p:cNvSpPr>
            <p:nvPr>
              <p:custDataLst>
                <p:tags r:id="rId45"/>
              </p:custDataLst>
            </p:nvPr>
          </p:nvSpPr>
          <p:spPr>
            <a:xfrm>
              <a:off x="4334905" y="3282696"/>
              <a:ext cx="292608" cy="292608"/>
            </a:xfrm>
            <a:custGeom>
              <a:avLst/>
              <a:gdLst/>
              <a:ahLst/>
              <a:cxnLst/>
              <a:rect l="l" t="t" r="r" b="b"/>
              <a:pathLst>
                <a:path w="635000" h="635000">
                  <a:moveTo>
                    <a:pt x="317500" y="0"/>
                  </a:moveTo>
                  <a:arcTo wR="317500" hR="317500" stAng="16200000" swAng="2376000"/>
                  <a:lnTo>
                    <a:pt x="317500" y="317500"/>
                  </a:lnTo>
                  <a:close/>
                </a:path>
                <a:path w="635000" h="635000" fill="none">
                  <a:moveTo>
                    <a:pt x="519882" y="72862"/>
                  </a:moveTo>
                  <a:arcTo wR="317500" hR="317500" stAng="-3024000" swAng="19224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42" name="Harvey 12/100 [12]">
              <a:extLst>
                <a:ext uri="{FF2B5EF4-FFF2-40B4-BE49-F238E27FC236}">
                  <a16:creationId xmlns:a16="http://schemas.microsoft.com/office/drawing/2014/main" id="{84A1B722-E5AC-45F7-9498-7FF502B6FA2B}"/>
                </a:ext>
              </a:extLst>
            </p:cNvPr>
            <p:cNvSpPr>
              <a:spLocks noChangeAspect="1"/>
            </p:cNvSpPr>
            <p:nvPr>
              <p:custDataLst>
                <p:tags r:id="rId46"/>
              </p:custDataLst>
            </p:nvPr>
          </p:nvSpPr>
          <p:spPr>
            <a:xfrm>
              <a:off x="4334905" y="3282696"/>
              <a:ext cx="292608" cy="292608"/>
            </a:xfrm>
            <a:custGeom>
              <a:avLst/>
              <a:gdLst/>
              <a:ahLst/>
              <a:cxnLst/>
              <a:rect l="l" t="t" r="r" b="b"/>
              <a:pathLst>
                <a:path w="635000" h="635000">
                  <a:moveTo>
                    <a:pt x="317500" y="0"/>
                  </a:moveTo>
                  <a:arcTo wR="317500" hR="317500" stAng="16200000" swAng="2591999"/>
                  <a:lnTo>
                    <a:pt x="317500" y="317500"/>
                  </a:lnTo>
                  <a:close/>
                </a:path>
                <a:path w="635000" h="635000" fill="none">
                  <a:moveTo>
                    <a:pt x="534843" y="86052"/>
                  </a:moveTo>
                  <a:arcTo wR="317500" hR="317500" stAng="-2808000" swAng="19008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43" name="Harvey 13/100 [13]">
              <a:extLst>
                <a:ext uri="{FF2B5EF4-FFF2-40B4-BE49-F238E27FC236}">
                  <a16:creationId xmlns:a16="http://schemas.microsoft.com/office/drawing/2014/main" id="{A5599F20-B957-4DF9-8B04-F2B77AAF0BDB}"/>
                </a:ext>
              </a:extLst>
            </p:cNvPr>
            <p:cNvSpPr>
              <a:spLocks noChangeAspect="1"/>
            </p:cNvSpPr>
            <p:nvPr>
              <p:custDataLst>
                <p:tags r:id="rId47"/>
              </p:custDataLst>
            </p:nvPr>
          </p:nvSpPr>
          <p:spPr>
            <a:xfrm>
              <a:off x="4334905" y="3282696"/>
              <a:ext cx="292608" cy="292608"/>
            </a:xfrm>
            <a:custGeom>
              <a:avLst/>
              <a:gdLst/>
              <a:ahLst/>
              <a:cxnLst/>
              <a:rect l="l" t="t" r="r" b="b"/>
              <a:pathLst>
                <a:path w="635000" h="635000">
                  <a:moveTo>
                    <a:pt x="317500" y="0"/>
                  </a:moveTo>
                  <a:arcTo wR="317500" hR="317500" stAng="16200000" swAng="2808000"/>
                  <a:lnTo>
                    <a:pt x="317500" y="317500"/>
                  </a:lnTo>
                  <a:close/>
                </a:path>
                <a:path w="635000" h="635000" fill="none">
                  <a:moveTo>
                    <a:pt x="548947" y="100156"/>
                  </a:moveTo>
                  <a:arcTo wR="317500" hR="317500" stAng="-2591999" swAng="18792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44" name="Harvey 14/100 [14]">
              <a:extLst>
                <a:ext uri="{FF2B5EF4-FFF2-40B4-BE49-F238E27FC236}">
                  <a16:creationId xmlns:a16="http://schemas.microsoft.com/office/drawing/2014/main" id="{F74357FC-EB3D-46C4-B56A-5007C9F4FB84}"/>
                </a:ext>
              </a:extLst>
            </p:cNvPr>
            <p:cNvSpPr>
              <a:spLocks noChangeAspect="1"/>
            </p:cNvSpPr>
            <p:nvPr>
              <p:custDataLst>
                <p:tags r:id="rId48"/>
              </p:custDataLst>
            </p:nvPr>
          </p:nvSpPr>
          <p:spPr>
            <a:xfrm>
              <a:off x="4334905" y="3282696"/>
              <a:ext cx="292608" cy="292608"/>
            </a:xfrm>
            <a:custGeom>
              <a:avLst/>
              <a:gdLst/>
              <a:ahLst/>
              <a:cxnLst/>
              <a:rect l="l" t="t" r="r" b="b"/>
              <a:pathLst>
                <a:path w="635000" h="635000">
                  <a:moveTo>
                    <a:pt x="317500" y="0"/>
                  </a:moveTo>
                  <a:arcTo wR="317500" hR="317500" stAng="16200000" swAng="3024000"/>
                  <a:lnTo>
                    <a:pt x="317500" y="317500"/>
                  </a:lnTo>
                  <a:close/>
                </a:path>
                <a:path w="635000" h="635000" fill="none">
                  <a:moveTo>
                    <a:pt x="562137" y="115117"/>
                  </a:moveTo>
                  <a:arcTo wR="317500" hR="317500" stAng="-2375999" swAng="18576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45" name="Harvey 15/100 [15]">
              <a:extLst>
                <a:ext uri="{FF2B5EF4-FFF2-40B4-BE49-F238E27FC236}">
                  <a16:creationId xmlns:a16="http://schemas.microsoft.com/office/drawing/2014/main" id="{32E8E8F3-9DBC-46F4-9700-CAF071913650}"/>
                </a:ext>
              </a:extLst>
            </p:cNvPr>
            <p:cNvSpPr>
              <a:spLocks noChangeAspect="1"/>
            </p:cNvSpPr>
            <p:nvPr>
              <p:custDataLst>
                <p:tags r:id="rId49"/>
              </p:custDataLst>
            </p:nvPr>
          </p:nvSpPr>
          <p:spPr>
            <a:xfrm>
              <a:off x="4334905" y="3282696"/>
              <a:ext cx="292608" cy="292608"/>
            </a:xfrm>
            <a:custGeom>
              <a:avLst/>
              <a:gdLst/>
              <a:ahLst/>
              <a:cxnLst/>
              <a:rect l="l" t="t" r="r" b="b"/>
              <a:pathLst>
                <a:path w="635000" h="635000">
                  <a:moveTo>
                    <a:pt x="317500" y="0"/>
                  </a:moveTo>
                  <a:arcTo wR="317500" hR="317500" stAng="16200000" swAng="3240000"/>
                  <a:lnTo>
                    <a:pt x="317500" y="317500"/>
                  </a:lnTo>
                  <a:close/>
                </a:path>
                <a:path w="635000" h="635000" fill="none">
                  <a:moveTo>
                    <a:pt x="574362" y="130878"/>
                  </a:moveTo>
                  <a:arcTo wR="317500" hR="317500" stAng="-2160000" swAng="18360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46" name="Harvey 16/100 [16]">
              <a:extLst>
                <a:ext uri="{FF2B5EF4-FFF2-40B4-BE49-F238E27FC236}">
                  <a16:creationId xmlns:a16="http://schemas.microsoft.com/office/drawing/2014/main" id="{71360883-3CF3-4439-9568-E456C60454A8}"/>
                </a:ext>
              </a:extLst>
            </p:cNvPr>
            <p:cNvSpPr>
              <a:spLocks noChangeAspect="1"/>
            </p:cNvSpPr>
            <p:nvPr>
              <p:custDataLst>
                <p:tags r:id="rId50"/>
              </p:custDataLst>
            </p:nvPr>
          </p:nvSpPr>
          <p:spPr>
            <a:xfrm>
              <a:off x="4334905" y="3282696"/>
              <a:ext cx="292608" cy="292608"/>
            </a:xfrm>
            <a:custGeom>
              <a:avLst/>
              <a:gdLst/>
              <a:ahLst/>
              <a:cxnLst/>
              <a:rect l="l" t="t" r="r" b="b"/>
              <a:pathLst>
                <a:path w="635000" h="635000">
                  <a:moveTo>
                    <a:pt x="317500" y="0"/>
                  </a:moveTo>
                  <a:arcTo wR="317500" hR="317500" stAng="16200000" swAng="3456000"/>
                  <a:lnTo>
                    <a:pt x="317500" y="317500"/>
                  </a:lnTo>
                  <a:close/>
                </a:path>
                <a:path w="635000" h="635000" fill="none">
                  <a:moveTo>
                    <a:pt x="585574" y="147374"/>
                  </a:moveTo>
                  <a:arcTo wR="317500" hR="317500" stAng="-1944000" swAng="18144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47" name="Harvey 17/100 [17]">
              <a:extLst>
                <a:ext uri="{FF2B5EF4-FFF2-40B4-BE49-F238E27FC236}">
                  <a16:creationId xmlns:a16="http://schemas.microsoft.com/office/drawing/2014/main" id="{AE88FC9E-FB95-4413-AE3E-B8BF504735B5}"/>
                </a:ext>
              </a:extLst>
            </p:cNvPr>
            <p:cNvSpPr>
              <a:spLocks noChangeAspect="1"/>
            </p:cNvSpPr>
            <p:nvPr>
              <p:custDataLst>
                <p:tags r:id="rId51"/>
              </p:custDataLst>
            </p:nvPr>
          </p:nvSpPr>
          <p:spPr>
            <a:xfrm>
              <a:off x="4334905" y="3282696"/>
              <a:ext cx="292608" cy="292608"/>
            </a:xfrm>
            <a:custGeom>
              <a:avLst/>
              <a:gdLst/>
              <a:ahLst/>
              <a:cxnLst/>
              <a:rect l="l" t="t" r="r" b="b"/>
              <a:pathLst>
                <a:path w="635000" h="635000">
                  <a:moveTo>
                    <a:pt x="317500" y="0"/>
                  </a:moveTo>
                  <a:arcTo wR="317500" hR="317500" stAng="16200000" swAng="3672000"/>
                  <a:lnTo>
                    <a:pt x="317500" y="317500"/>
                  </a:lnTo>
                  <a:close/>
                </a:path>
                <a:path w="635000" h="635000" fill="none">
                  <a:moveTo>
                    <a:pt x="595727" y="164543"/>
                  </a:moveTo>
                  <a:arcTo wR="317500" hR="317500" stAng="-1727999" swAng="17928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48" name="Harvey 18/100 [18]">
              <a:extLst>
                <a:ext uri="{FF2B5EF4-FFF2-40B4-BE49-F238E27FC236}">
                  <a16:creationId xmlns:a16="http://schemas.microsoft.com/office/drawing/2014/main" id="{62593B83-E4BE-4CE8-9B0B-25AF9B7D4254}"/>
                </a:ext>
              </a:extLst>
            </p:cNvPr>
            <p:cNvSpPr>
              <a:spLocks noChangeAspect="1"/>
            </p:cNvSpPr>
            <p:nvPr>
              <p:custDataLst>
                <p:tags r:id="rId52"/>
              </p:custDataLst>
            </p:nvPr>
          </p:nvSpPr>
          <p:spPr>
            <a:xfrm>
              <a:off x="4334905" y="3282696"/>
              <a:ext cx="292608" cy="292608"/>
            </a:xfrm>
            <a:custGeom>
              <a:avLst/>
              <a:gdLst/>
              <a:ahLst/>
              <a:cxnLst/>
              <a:rect l="l" t="t" r="r" b="b"/>
              <a:pathLst>
                <a:path w="635000" h="635000">
                  <a:moveTo>
                    <a:pt x="317500" y="0"/>
                  </a:moveTo>
                  <a:arcTo wR="317500" hR="317500" stAng="16200000" swAng="3888000"/>
                  <a:lnTo>
                    <a:pt x="317500" y="317500"/>
                  </a:lnTo>
                  <a:close/>
                </a:path>
                <a:path w="635000" h="635000" fill="none">
                  <a:moveTo>
                    <a:pt x="604782" y="182315"/>
                  </a:moveTo>
                  <a:arcTo wR="317500" hR="317500" stAng="-1512000" swAng="17712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49" name="Harvey 19/100 [19]">
              <a:extLst>
                <a:ext uri="{FF2B5EF4-FFF2-40B4-BE49-F238E27FC236}">
                  <a16:creationId xmlns:a16="http://schemas.microsoft.com/office/drawing/2014/main" id="{CD41838E-0172-403D-9B68-FD51310F5400}"/>
                </a:ext>
              </a:extLst>
            </p:cNvPr>
            <p:cNvSpPr>
              <a:spLocks noChangeAspect="1"/>
            </p:cNvSpPr>
            <p:nvPr>
              <p:custDataLst>
                <p:tags r:id="rId53"/>
              </p:custDataLst>
            </p:nvPr>
          </p:nvSpPr>
          <p:spPr>
            <a:xfrm>
              <a:off x="4334905" y="3282696"/>
              <a:ext cx="292608" cy="292608"/>
            </a:xfrm>
            <a:custGeom>
              <a:avLst/>
              <a:gdLst/>
              <a:ahLst/>
              <a:cxnLst/>
              <a:rect l="l" t="t" r="r" b="b"/>
              <a:pathLst>
                <a:path w="635000" h="635000">
                  <a:moveTo>
                    <a:pt x="317500" y="0"/>
                  </a:moveTo>
                  <a:arcTo wR="317500" hR="317500" stAng="16200000" swAng="4104000"/>
                  <a:lnTo>
                    <a:pt x="317500" y="317500"/>
                  </a:lnTo>
                  <a:close/>
                </a:path>
                <a:path w="635000" h="635000" fill="none">
                  <a:moveTo>
                    <a:pt x="612704" y="200620"/>
                  </a:moveTo>
                  <a:arcTo wR="317500" hR="317500" stAng="-1295999" swAng="17496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50" name="Harvey 20/100 [20]">
              <a:extLst>
                <a:ext uri="{FF2B5EF4-FFF2-40B4-BE49-F238E27FC236}">
                  <a16:creationId xmlns:a16="http://schemas.microsoft.com/office/drawing/2014/main" id="{EDE3F4CF-CB3E-40C2-B070-AC09F1E8FBD5}"/>
                </a:ext>
              </a:extLst>
            </p:cNvPr>
            <p:cNvSpPr>
              <a:spLocks noChangeAspect="1"/>
            </p:cNvSpPr>
            <p:nvPr>
              <p:custDataLst>
                <p:tags r:id="rId54"/>
              </p:custDataLst>
            </p:nvPr>
          </p:nvSpPr>
          <p:spPr>
            <a:xfrm>
              <a:off x="4334905" y="3282696"/>
              <a:ext cx="292608" cy="292608"/>
            </a:xfrm>
            <a:custGeom>
              <a:avLst/>
              <a:gdLst/>
              <a:ahLst/>
              <a:cxnLst/>
              <a:rect l="l" t="t" r="r" b="b"/>
              <a:pathLst>
                <a:path w="635000" h="635000">
                  <a:moveTo>
                    <a:pt x="317500" y="0"/>
                  </a:moveTo>
                  <a:arcTo wR="317500" hR="317500" stAng="16200000" swAng="4320000"/>
                  <a:lnTo>
                    <a:pt x="317500" y="317500"/>
                  </a:lnTo>
                  <a:close/>
                </a:path>
                <a:path w="635000" h="635000" fill="none">
                  <a:moveTo>
                    <a:pt x="619460" y="219387"/>
                  </a:moveTo>
                  <a:arcTo wR="317500" hR="317500" stAng="-1080000" swAng="17280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51" name="Harvey 21/100 [21]">
              <a:extLst>
                <a:ext uri="{FF2B5EF4-FFF2-40B4-BE49-F238E27FC236}">
                  <a16:creationId xmlns:a16="http://schemas.microsoft.com/office/drawing/2014/main" id="{CD8E25E7-83D2-4F78-92A7-435281704491}"/>
                </a:ext>
              </a:extLst>
            </p:cNvPr>
            <p:cNvSpPr>
              <a:spLocks noChangeAspect="1"/>
            </p:cNvSpPr>
            <p:nvPr>
              <p:custDataLst>
                <p:tags r:id="rId55"/>
              </p:custDataLst>
            </p:nvPr>
          </p:nvSpPr>
          <p:spPr>
            <a:xfrm>
              <a:off x="4334905" y="3282696"/>
              <a:ext cx="292608" cy="292608"/>
            </a:xfrm>
            <a:custGeom>
              <a:avLst/>
              <a:gdLst/>
              <a:ahLst/>
              <a:cxnLst/>
              <a:rect l="l" t="t" r="r" b="b"/>
              <a:pathLst>
                <a:path w="635000" h="635000">
                  <a:moveTo>
                    <a:pt x="317500" y="0"/>
                  </a:moveTo>
                  <a:arcTo wR="317500" hR="317500" stAng="16200000" swAng="4536000"/>
                  <a:lnTo>
                    <a:pt x="317500" y="317500"/>
                  </a:lnTo>
                  <a:close/>
                </a:path>
                <a:path w="635000" h="635000" fill="none">
                  <a:moveTo>
                    <a:pt x="625025" y="238540"/>
                  </a:moveTo>
                  <a:arcTo wR="317500" hR="317500" stAng="-864000" swAng="17064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52" name="Harvey 22/100 [22]">
              <a:extLst>
                <a:ext uri="{FF2B5EF4-FFF2-40B4-BE49-F238E27FC236}">
                  <a16:creationId xmlns:a16="http://schemas.microsoft.com/office/drawing/2014/main" id="{C6A696FB-9EFC-47F6-9860-247C48C1FC3D}"/>
                </a:ext>
              </a:extLst>
            </p:cNvPr>
            <p:cNvSpPr>
              <a:spLocks noChangeAspect="1"/>
            </p:cNvSpPr>
            <p:nvPr>
              <p:custDataLst>
                <p:tags r:id="rId56"/>
              </p:custDataLst>
            </p:nvPr>
          </p:nvSpPr>
          <p:spPr>
            <a:xfrm>
              <a:off x="4334905" y="3282696"/>
              <a:ext cx="292608" cy="292608"/>
            </a:xfrm>
            <a:custGeom>
              <a:avLst/>
              <a:gdLst/>
              <a:ahLst/>
              <a:cxnLst/>
              <a:rect l="l" t="t" r="r" b="b"/>
              <a:pathLst>
                <a:path w="635000" h="635000">
                  <a:moveTo>
                    <a:pt x="317500" y="0"/>
                  </a:moveTo>
                  <a:arcTo wR="317500" hR="317500" stAng="16200000" swAng="4752000"/>
                  <a:lnTo>
                    <a:pt x="317500" y="317500"/>
                  </a:lnTo>
                  <a:close/>
                </a:path>
                <a:path w="635000" h="635000" fill="none">
                  <a:moveTo>
                    <a:pt x="629376" y="258006"/>
                  </a:moveTo>
                  <a:arcTo wR="317500" hR="317500" stAng="-647999" swAng="16848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53" name="Harvey 23/100 [23]">
              <a:extLst>
                <a:ext uri="{FF2B5EF4-FFF2-40B4-BE49-F238E27FC236}">
                  <a16:creationId xmlns:a16="http://schemas.microsoft.com/office/drawing/2014/main" id="{252958D2-EE89-4FBF-BF7B-C8AFAD704413}"/>
                </a:ext>
              </a:extLst>
            </p:cNvPr>
            <p:cNvSpPr>
              <a:spLocks noChangeAspect="1"/>
            </p:cNvSpPr>
            <p:nvPr>
              <p:custDataLst>
                <p:tags r:id="rId57"/>
              </p:custDataLst>
            </p:nvPr>
          </p:nvSpPr>
          <p:spPr>
            <a:xfrm>
              <a:off x="4334905" y="3282696"/>
              <a:ext cx="292608" cy="292608"/>
            </a:xfrm>
            <a:custGeom>
              <a:avLst/>
              <a:gdLst/>
              <a:ahLst/>
              <a:cxnLst/>
              <a:rect l="l" t="t" r="r" b="b"/>
              <a:pathLst>
                <a:path w="635000" h="635000">
                  <a:moveTo>
                    <a:pt x="317500" y="0"/>
                  </a:moveTo>
                  <a:arcTo wR="317500" hR="317500" stAng="16200000" swAng="4968000"/>
                  <a:lnTo>
                    <a:pt x="317500" y="317500"/>
                  </a:lnTo>
                  <a:close/>
                </a:path>
                <a:path w="635000" h="635000" fill="none">
                  <a:moveTo>
                    <a:pt x="632496" y="277706"/>
                  </a:moveTo>
                  <a:arcTo wR="317500" hR="317500" stAng="-432000" swAng="16632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54" name="Harvey 24/100 [24]">
              <a:extLst>
                <a:ext uri="{FF2B5EF4-FFF2-40B4-BE49-F238E27FC236}">
                  <a16:creationId xmlns:a16="http://schemas.microsoft.com/office/drawing/2014/main" id="{314E82DC-04B6-406C-9D65-1115F4D2AA22}"/>
                </a:ext>
              </a:extLst>
            </p:cNvPr>
            <p:cNvSpPr>
              <a:spLocks noChangeAspect="1"/>
            </p:cNvSpPr>
            <p:nvPr>
              <p:custDataLst>
                <p:tags r:id="rId58"/>
              </p:custDataLst>
            </p:nvPr>
          </p:nvSpPr>
          <p:spPr>
            <a:xfrm>
              <a:off x="4334905" y="3282696"/>
              <a:ext cx="292608" cy="292608"/>
            </a:xfrm>
            <a:custGeom>
              <a:avLst/>
              <a:gdLst/>
              <a:ahLst/>
              <a:cxnLst/>
              <a:rect l="l" t="t" r="r" b="b"/>
              <a:pathLst>
                <a:path w="635000" h="635000">
                  <a:moveTo>
                    <a:pt x="317500" y="0"/>
                  </a:moveTo>
                  <a:arcTo wR="317500" hR="317500" stAng="16200000" swAng="5183999"/>
                  <a:lnTo>
                    <a:pt x="317500" y="317500"/>
                  </a:lnTo>
                  <a:close/>
                </a:path>
                <a:path w="635000" h="635000" fill="none">
                  <a:moveTo>
                    <a:pt x="634373" y="297564"/>
                  </a:moveTo>
                  <a:arcTo wR="317500" hR="317500" stAng="-216000" swAng="16416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55" name="Harvey 25/100 [25]">
              <a:extLst>
                <a:ext uri="{FF2B5EF4-FFF2-40B4-BE49-F238E27FC236}">
                  <a16:creationId xmlns:a16="http://schemas.microsoft.com/office/drawing/2014/main" id="{669D1B60-A74F-4296-8610-F3DCDDC15022}"/>
                </a:ext>
              </a:extLst>
            </p:cNvPr>
            <p:cNvSpPr>
              <a:spLocks noChangeAspect="1"/>
            </p:cNvSpPr>
            <p:nvPr>
              <p:custDataLst>
                <p:tags r:id="rId59"/>
              </p:custDataLst>
            </p:nvPr>
          </p:nvSpPr>
          <p:spPr>
            <a:xfrm>
              <a:off x="4334905" y="3282696"/>
              <a:ext cx="292608" cy="292608"/>
            </a:xfrm>
            <a:custGeom>
              <a:avLst/>
              <a:gdLst/>
              <a:ahLst/>
              <a:cxnLst/>
              <a:rect l="l" t="t" r="r" b="b"/>
              <a:pathLst>
                <a:path w="635000" h="635000">
                  <a:moveTo>
                    <a:pt x="317500" y="0"/>
                  </a:moveTo>
                  <a:arcTo wR="317500" hR="317500" stAng="16200000" swAng="5400000"/>
                  <a:lnTo>
                    <a:pt x="317500" y="317500"/>
                  </a:lnTo>
                  <a:close/>
                </a:path>
                <a:path w="635000" h="635000" fill="none">
                  <a:moveTo>
                    <a:pt x="635000" y="317500"/>
                  </a:moveTo>
                  <a:arcTo wR="317500" hR="317500" stAng="0" swAng="16200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56" name="Harvey 26/100 [26]">
              <a:extLst>
                <a:ext uri="{FF2B5EF4-FFF2-40B4-BE49-F238E27FC236}">
                  <a16:creationId xmlns:a16="http://schemas.microsoft.com/office/drawing/2014/main" id="{FF6DD112-04B6-4656-AB9D-1F9950FEE2D9}"/>
                </a:ext>
              </a:extLst>
            </p:cNvPr>
            <p:cNvSpPr>
              <a:spLocks noChangeAspect="1"/>
            </p:cNvSpPr>
            <p:nvPr>
              <p:custDataLst>
                <p:tags r:id="rId60"/>
              </p:custDataLst>
            </p:nvPr>
          </p:nvSpPr>
          <p:spPr>
            <a:xfrm>
              <a:off x="4334905" y="3282696"/>
              <a:ext cx="292608" cy="292608"/>
            </a:xfrm>
            <a:custGeom>
              <a:avLst/>
              <a:gdLst/>
              <a:ahLst/>
              <a:cxnLst/>
              <a:rect l="l" t="t" r="r" b="b"/>
              <a:pathLst>
                <a:path w="635000" h="635000">
                  <a:moveTo>
                    <a:pt x="317500" y="0"/>
                  </a:moveTo>
                  <a:arcTo wR="317500" hR="317500" stAng="16200000" swAng="5616000"/>
                  <a:lnTo>
                    <a:pt x="317500" y="317500"/>
                  </a:lnTo>
                  <a:close/>
                </a:path>
                <a:path w="635000" h="635000" fill="none">
                  <a:moveTo>
                    <a:pt x="634373" y="337435"/>
                  </a:moveTo>
                  <a:arcTo wR="317500" hR="317500" stAng="216000" swAng="15983999"/>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57" name="Harvey 27/100 [27]">
              <a:extLst>
                <a:ext uri="{FF2B5EF4-FFF2-40B4-BE49-F238E27FC236}">
                  <a16:creationId xmlns:a16="http://schemas.microsoft.com/office/drawing/2014/main" id="{E2928B53-FC5C-427C-AE65-9286773D84B2}"/>
                </a:ext>
              </a:extLst>
            </p:cNvPr>
            <p:cNvSpPr>
              <a:spLocks noChangeAspect="1"/>
            </p:cNvSpPr>
            <p:nvPr>
              <p:custDataLst>
                <p:tags r:id="rId61"/>
              </p:custDataLst>
            </p:nvPr>
          </p:nvSpPr>
          <p:spPr>
            <a:xfrm>
              <a:off x="4334905" y="3282696"/>
              <a:ext cx="292608" cy="292608"/>
            </a:xfrm>
            <a:custGeom>
              <a:avLst/>
              <a:gdLst/>
              <a:ahLst/>
              <a:cxnLst/>
              <a:rect l="l" t="t" r="r" b="b"/>
              <a:pathLst>
                <a:path w="635000" h="635000">
                  <a:moveTo>
                    <a:pt x="317500" y="0"/>
                  </a:moveTo>
                  <a:arcTo wR="317500" hR="317500" stAng="16200000" swAng="5832000"/>
                  <a:lnTo>
                    <a:pt x="317500" y="317500"/>
                  </a:lnTo>
                  <a:close/>
                </a:path>
                <a:path w="635000" h="635000" fill="none">
                  <a:moveTo>
                    <a:pt x="632496" y="357293"/>
                  </a:moveTo>
                  <a:arcTo wR="317500" hR="317500" stAng="432000" swAng="15768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58" name="Harvey 28/100 [28]">
              <a:extLst>
                <a:ext uri="{FF2B5EF4-FFF2-40B4-BE49-F238E27FC236}">
                  <a16:creationId xmlns:a16="http://schemas.microsoft.com/office/drawing/2014/main" id="{D8CF4F20-8FEC-47FF-9B86-E818143B2C19}"/>
                </a:ext>
              </a:extLst>
            </p:cNvPr>
            <p:cNvSpPr>
              <a:spLocks noChangeAspect="1"/>
            </p:cNvSpPr>
            <p:nvPr>
              <p:custDataLst>
                <p:tags r:id="rId62"/>
              </p:custDataLst>
            </p:nvPr>
          </p:nvSpPr>
          <p:spPr>
            <a:xfrm>
              <a:off x="4334905" y="3282696"/>
              <a:ext cx="292608" cy="292608"/>
            </a:xfrm>
            <a:custGeom>
              <a:avLst/>
              <a:gdLst/>
              <a:ahLst/>
              <a:cxnLst/>
              <a:rect l="l" t="t" r="r" b="b"/>
              <a:pathLst>
                <a:path w="635000" h="635000">
                  <a:moveTo>
                    <a:pt x="317500" y="0"/>
                  </a:moveTo>
                  <a:arcTo wR="317500" hR="317500" stAng="16200000" swAng="6048000"/>
                  <a:lnTo>
                    <a:pt x="317500" y="317500"/>
                  </a:lnTo>
                  <a:close/>
                </a:path>
                <a:path w="635000" h="635000" fill="none">
                  <a:moveTo>
                    <a:pt x="629376" y="376993"/>
                  </a:moveTo>
                  <a:arcTo wR="317500" hR="317500" stAng="648000" swAng="15552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59" name="Harvey 29/100 [29]">
              <a:extLst>
                <a:ext uri="{FF2B5EF4-FFF2-40B4-BE49-F238E27FC236}">
                  <a16:creationId xmlns:a16="http://schemas.microsoft.com/office/drawing/2014/main" id="{E1AF074D-4599-4D0E-8078-66303FEBDE44}"/>
                </a:ext>
              </a:extLst>
            </p:cNvPr>
            <p:cNvSpPr>
              <a:spLocks noChangeAspect="1"/>
            </p:cNvSpPr>
            <p:nvPr>
              <p:custDataLst>
                <p:tags r:id="rId63"/>
              </p:custDataLst>
            </p:nvPr>
          </p:nvSpPr>
          <p:spPr>
            <a:xfrm>
              <a:off x="4334905" y="3282696"/>
              <a:ext cx="292608" cy="292608"/>
            </a:xfrm>
            <a:custGeom>
              <a:avLst/>
              <a:gdLst/>
              <a:ahLst/>
              <a:cxnLst/>
              <a:rect l="l" t="t" r="r" b="b"/>
              <a:pathLst>
                <a:path w="635000" h="635000">
                  <a:moveTo>
                    <a:pt x="317500" y="0"/>
                  </a:moveTo>
                  <a:arcTo wR="317500" hR="317500" stAng="16200000" swAng="6263999"/>
                  <a:lnTo>
                    <a:pt x="317500" y="317500"/>
                  </a:lnTo>
                  <a:close/>
                </a:path>
                <a:path w="635000" h="635000" fill="none">
                  <a:moveTo>
                    <a:pt x="625025" y="396459"/>
                  </a:moveTo>
                  <a:arcTo wR="317500" hR="317500" stAng="863999" swAng="15336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60" name="Harvey 30/100 [30]">
              <a:extLst>
                <a:ext uri="{FF2B5EF4-FFF2-40B4-BE49-F238E27FC236}">
                  <a16:creationId xmlns:a16="http://schemas.microsoft.com/office/drawing/2014/main" id="{2DF9C982-C062-4899-8A5F-20F49AD9E1B5}"/>
                </a:ext>
              </a:extLst>
            </p:cNvPr>
            <p:cNvSpPr>
              <a:spLocks noChangeAspect="1"/>
            </p:cNvSpPr>
            <p:nvPr>
              <p:custDataLst>
                <p:tags r:id="rId64"/>
              </p:custDataLst>
            </p:nvPr>
          </p:nvSpPr>
          <p:spPr>
            <a:xfrm>
              <a:off x="4334905" y="3282696"/>
              <a:ext cx="292608" cy="292608"/>
            </a:xfrm>
            <a:custGeom>
              <a:avLst/>
              <a:gdLst/>
              <a:ahLst/>
              <a:cxnLst/>
              <a:rect l="l" t="t" r="r" b="b"/>
              <a:pathLst>
                <a:path w="635000" h="635000">
                  <a:moveTo>
                    <a:pt x="317500" y="0"/>
                  </a:moveTo>
                  <a:arcTo wR="317500" hR="317500" stAng="16200000" swAng="6480000"/>
                  <a:lnTo>
                    <a:pt x="317500" y="317500"/>
                  </a:lnTo>
                  <a:close/>
                </a:path>
                <a:path w="635000" h="635000" fill="none">
                  <a:moveTo>
                    <a:pt x="619460" y="415612"/>
                  </a:moveTo>
                  <a:arcTo wR="317500" hR="317500" stAng="1080000" swAng="15119999"/>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61" name="Harvey 31/100 [31]">
              <a:extLst>
                <a:ext uri="{FF2B5EF4-FFF2-40B4-BE49-F238E27FC236}">
                  <a16:creationId xmlns:a16="http://schemas.microsoft.com/office/drawing/2014/main" id="{E98CD797-9DD9-4143-9058-D1ABF95E7406}"/>
                </a:ext>
              </a:extLst>
            </p:cNvPr>
            <p:cNvSpPr>
              <a:spLocks noChangeAspect="1"/>
            </p:cNvSpPr>
            <p:nvPr>
              <p:custDataLst>
                <p:tags r:id="rId65"/>
              </p:custDataLst>
            </p:nvPr>
          </p:nvSpPr>
          <p:spPr>
            <a:xfrm>
              <a:off x="4334905" y="3282696"/>
              <a:ext cx="292608" cy="292608"/>
            </a:xfrm>
            <a:custGeom>
              <a:avLst/>
              <a:gdLst/>
              <a:ahLst/>
              <a:cxnLst/>
              <a:rect l="l" t="t" r="r" b="b"/>
              <a:pathLst>
                <a:path w="635000" h="635000">
                  <a:moveTo>
                    <a:pt x="317500" y="0"/>
                  </a:moveTo>
                  <a:arcTo wR="317500" hR="317500" stAng="16200000" swAng="6696000"/>
                  <a:lnTo>
                    <a:pt x="317500" y="317500"/>
                  </a:lnTo>
                  <a:close/>
                </a:path>
                <a:path w="635000" h="635000" fill="none">
                  <a:moveTo>
                    <a:pt x="612704" y="434379"/>
                  </a:moveTo>
                  <a:arcTo wR="317500" hR="317500" stAng="1295999" swAng="14903999"/>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62" name="Harvey 32/100 [32]">
              <a:extLst>
                <a:ext uri="{FF2B5EF4-FFF2-40B4-BE49-F238E27FC236}">
                  <a16:creationId xmlns:a16="http://schemas.microsoft.com/office/drawing/2014/main" id="{39029FE4-844F-47DA-8FEF-FB68673FF10C}"/>
                </a:ext>
              </a:extLst>
            </p:cNvPr>
            <p:cNvSpPr>
              <a:spLocks noChangeAspect="1"/>
            </p:cNvSpPr>
            <p:nvPr>
              <p:custDataLst>
                <p:tags r:id="rId66"/>
              </p:custDataLst>
            </p:nvPr>
          </p:nvSpPr>
          <p:spPr>
            <a:xfrm>
              <a:off x="4334905" y="3282696"/>
              <a:ext cx="292608" cy="292608"/>
            </a:xfrm>
            <a:custGeom>
              <a:avLst/>
              <a:gdLst/>
              <a:ahLst/>
              <a:cxnLst/>
              <a:rect l="l" t="t" r="r" b="b"/>
              <a:pathLst>
                <a:path w="635000" h="635000">
                  <a:moveTo>
                    <a:pt x="317500" y="0"/>
                  </a:moveTo>
                  <a:arcTo wR="317500" hR="317500" stAng="16200000" swAng="6912000"/>
                  <a:lnTo>
                    <a:pt x="317500" y="317500"/>
                  </a:lnTo>
                  <a:close/>
                </a:path>
                <a:path w="635000" h="635000" fill="none">
                  <a:moveTo>
                    <a:pt x="604782" y="452684"/>
                  </a:moveTo>
                  <a:arcTo wR="317500" hR="317500" stAng="1512000" swAng="14687999"/>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63" name="Harvey 33/100 [33]">
              <a:extLst>
                <a:ext uri="{FF2B5EF4-FFF2-40B4-BE49-F238E27FC236}">
                  <a16:creationId xmlns:a16="http://schemas.microsoft.com/office/drawing/2014/main" id="{B99AA4D4-9C74-447B-89EF-8FD268FF95EE}"/>
                </a:ext>
              </a:extLst>
            </p:cNvPr>
            <p:cNvSpPr>
              <a:spLocks noChangeAspect="1"/>
            </p:cNvSpPr>
            <p:nvPr>
              <p:custDataLst>
                <p:tags r:id="rId67"/>
              </p:custDataLst>
            </p:nvPr>
          </p:nvSpPr>
          <p:spPr>
            <a:xfrm>
              <a:off x="4334905" y="3282696"/>
              <a:ext cx="292608" cy="292608"/>
            </a:xfrm>
            <a:custGeom>
              <a:avLst/>
              <a:gdLst/>
              <a:ahLst/>
              <a:cxnLst/>
              <a:rect l="l" t="t" r="r" b="b"/>
              <a:pathLst>
                <a:path w="635000" h="635000">
                  <a:moveTo>
                    <a:pt x="317500" y="0"/>
                  </a:moveTo>
                  <a:arcTo wR="317500" hR="317500" stAng="16200000" swAng="7128000"/>
                  <a:lnTo>
                    <a:pt x="317500" y="317500"/>
                  </a:lnTo>
                  <a:close/>
                </a:path>
                <a:path w="635000" h="635000" fill="none">
                  <a:moveTo>
                    <a:pt x="595727" y="470456"/>
                  </a:moveTo>
                  <a:arcTo wR="317500" hR="317500" stAng="1728000" swAng="14472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64" name="Harvey 34/100 [34]">
              <a:extLst>
                <a:ext uri="{FF2B5EF4-FFF2-40B4-BE49-F238E27FC236}">
                  <a16:creationId xmlns:a16="http://schemas.microsoft.com/office/drawing/2014/main" id="{0880CCDE-4DDE-49A8-AFB2-FDDCE314B4D3}"/>
                </a:ext>
              </a:extLst>
            </p:cNvPr>
            <p:cNvSpPr>
              <a:spLocks noChangeAspect="1"/>
            </p:cNvSpPr>
            <p:nvPr>
              <p:custDataLst>
                <p:tags r:id="rId68"/>
              </p:custDataLst>
            </p:nvPr>
          </p:nvSpPr>
          <p:spPr>
            <a:xfrm>
              <a:off x="4334905" y="3282696"/>
              <a:ext cx="292608" cy="292608"/>
            </a:xfrm>
            <a:custGeom>
              <a:avLst/>
              <a:gdLst/>
              <a:ahLst/>
              <a:cxnLst/>
              <a:rect l="l" t="t" r="r" b="b"/>
              <a:pathLst>
                <a:path w="635000" h="635000">
                  <a:moveTo>
                    <a:pt x="317500" y="0"/>
                  </a:moveTo>
                  <a:arcTo wR="317500" hR="317500" stAng="16200000" swAng="7344000"/>
                  <a:lnTo>
                    <a:pt x="317500" y="317500"/>
                  </a:lnTo>
                  <a:close/>
                </a:path>
                <a:path w="635000" h="635000" fill="none">
                  <a:moveTo>
                    <a:pt x="585574" y="487625"/>
                  </a:moveTo>
                  <a:arcTo wR="317500" hR="317500" stAng="1944000" swAng="14255999"/>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65" name="Harvey 35/100 [35]">
              <a:extLst>
                <a:ext uri="{FF2B5EF4-FFF2-40B4-BE49-F238E27FC236}">
                  <a16:creationId xmlns:a16="http://schemas.microsoft.com/office/drawing/2014/main" id="{F37E834A-F9D8-4623-BC85-60359856CCD0}"/>
                </a:ext>
              </a:extLst>
            </p:cNvPr>
            <p:cNvSpPr>
              <a:spLocks noChangeAspect="1"/>
            </p:cNvSpPr>
            <p:nvPr>
              <p:custDataLst>
                <p:tags r:id="rId69"/>
              </p:custDataLst>
            </p:nvPr>
          </p:nvSpPr>
          <p:spPr>
            <a:xfrm>
              <a:off x="4334905" y="3282696"/>
              <a:ext cx="292608" cy="292608"/>
            </a:xfrm>
            <a:custGeom>
              <a:avLst/>
              <a:gdLst/>
              <a:ahLst/>
              <a:cxnLst/>
              <a:rect l="l" t="t" r="r" b="b"/>
              <a:pathLst>
                <a:path w="635000" h="635000">
                  <a:moveTo>
                    <a:pt x="317500" y="0"/>
                  </a:moveTo>
                  <a:arcTo wR="317500" hR="317500" stAng="16200000" swAng="7559999"/>
                  <a:lnTo>
                    <a:pt x="317500" y="317500"/>
                  </a:lnTo>
                  <a:close/>
                </a:path>
                <a:path w="635000" h="635000" fill="none">
                  <a:moveTo>
                    <a:pt x="574362" y="504121"/>
                  </a:moveTo>
                  <a:arcTo wR="317500" hR="317500" stAng="2159999" swAng="14040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66" name="Harvey 36/100 [36]">
              <a:extLst>
                <a:ext uri="{FF2B5EF4-FFF2-40B4-BE49-F238E27FC236}">
                  <a16:creationId xmlns:a16="http://schemas.microsoft.com/office/drawing/2014/main" id="{15163940-B229-4368-B727-3714123C78AB}"/>
                </a:ext>
              </a:extLst>
            </p:cNvPr>
            <p:cNvSpPr>
              <a:spLocks noChangeAspect="1"/>
            </p:cNvSpPr>
            <p:nvPr>
              <p:custDataLst>
                <p:tags r:id="rId70"/>
              </p:custDataLst>
            </p:nvPr>
          </p:nvSpPr>
          <p:spPr>
            <a:xfrm>
              <a:off x="4334905" y="3282696"/>
              <a:ext cx="292608" cy="292608"/>
            </a:xfrm>
            <a:custGeom>
              <a:avLst/>
              <a:gdLst/>
              <a:ahLst/>
              <a:cxnLst/>
              <a:rect l="l" t="t" r="r" b="b"/>
              <a:pathLst>
                <a:path w="635000" h="635000">
                  <a:moveTo>
                    <a:pt x="317500" y="0"/>
                  </a:moveTo>
                  <a:arcTo wR="317500" hR="317500" stAng="16200000" swAng="7776000"/>
                  <a:lnTo>
                    <a:pt x="317500" y="317500"/>
                  </a:lnTo>
                  <a:close/>
                </a:path>
                <a:path w="635000" h="635000" fill="none">
                  <a:moveTo>
                    <a:pt x="562137" y="519882"/>
                  </a:moveTo>
                  <a:arcTo wR="317500" hR="317500" stAng="2375999" swAng="13824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67" name="Harvey 37/100 [37]">
              <a:extLst>
                <a:ext uri="{FF2B5EF4-FFF2-40B4-BE49-F238E27FC236}">
                  <a16:creationId xmlns:a16="http://schemas.microsoft.com/office/drawing/2014/main" id="{64BAECDC-27C7-4333-B9D8-59DE42A1B1AA}"/>
                </a:ext>
              </a:extLst>
            </p:cNvPr>
            <p:cNvSpPr>
              <a:spLocks noChangeAspect="1"/>
            </p:cNvSpPr>
            <p:nvPr>
              <p:custDataLst>
                <p:tags r:id="rId71"/>
              </p:custDataLst>
            </p:nvPr>
          </p:nvSpPr>
          <p:spPr>
            <a:xfrm>
              <a:off x="4334905" y="3282696"/>
              <a:ext cx="292608" cy="292608"/>
            </a:xfrm>
            <a:custGeom>
              <a:avLst/>
              <a:gdLst/>
              <a:ahLst/>
              <a:cxnLst/>
              <a:rect l="l" t="t" r="r" b="b"/>
              <a:pathLst>
                <a:path w="635000" h="635000">
                  <a:moveTo>
                    <a:pt x="317500" y="0"/>
                  </a:moveTo>
                  <a:arcTo wR="317500" hR="317500" stAng="16200000" swAng="7991999"/>
                  <a:lnTo>
                    <a:pt x="317500" y="317500"/>
                  </a:lnTo>
                  <a:close/>
                </a:path>
                <a:path w="635000" h="635000" fill="none">
                  <a:moveTo>
                    <a:pt x="548947" y="534843"/>
                  </a:moveTo>
                  <a:arcTo wR="317500" hR="317500" stAng="2591999" swAng="13608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68" name="Harvey 38/100 [38]">
              <a:extLst>
                <a:ext uri="{FF2B5EF4-FFF2-40B4-BE49-F238E27FC236}">
                  <a16:creationId xmlns:a16="http://schemas.microsoft.com/office/drawing/2014/main" id="{4F018A0A-A74A-4E47-BC47-203679D4F8C0}"/>
                </a:ext>
              </a:extLst>
            </p:cNvPr>
            <p:cNvSpPr>
              <a:spLocks noChangeAspect="1"/>
            </p:cNvSpPr>
            <p:nvPr>
              <p:custDataLst>
                <p:tags r:id="rId72"/>
              </p:custDataLst>
            </p:nvPr>
          </p:nvSpPr>
          <p:spPr>
            <a:xfrm>
              <a:off x="4334905" y="3282696"/>
              <a:ext cx="292608" cy="292608"/>
            </a:xfrm>
            <a:custGeom>
              <a:avLst/>
              <a:gdLst/>
              <a:ahLst/>
              <a:cxnLst/>
              <a:rect l="l" t="t" r="r" b="b"/>
              <a:pathLst>
                <a:path w="635000" h="635000">
                  <a:moveTo>
                    <a:pt x="317500" y="0"/>
                  </a:moveTo>
                  <a:arcTo wR="317500" hR="317500" stAng="16200000" swAng="8208000"/>
                  <a:lnTo>
                    <a:pt x="317500" y="317500"/>
                  </a:lnTo>
                  <a:close/>
                </a:path>
                <a:path w="635000" h="635000" fill="none">
                  <a:moveTo>
                    <a:pt x="534843" y="548947"/>
                  </a:moveTo>
                  <a:arcTo wR="317500" hR="317500" stAng="2808000" swAng="13392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69" name="Harvey 39/100 [39]">
              <a:extLst>
                <a:ext uri="{FF2B5EF4-FFF2-40B4-BE49-F238E27FC236}">
                  <a16:creationId xmlns:a16="http://schemas.microsoft.com/office/drawing/2014/main" id="{ACA75957-9FDB-46A2-82EC-77103CBEAC52}"/>
                </a:ext>
              </a:extLst>
            </p:cNvPr>
            <p:cNvSpPr>
              <a:spLocks noChangeAspect="1"/>
            </p:cNvSpPr>
            <p:nvPr>
              <p:custDataLst>
                <p:tags r:id="rId73"/>
              </p:custDataLst>
            </p:nvPr>
          </p:nvSpPr>
          <p:spPr>
            <a:xfrm>
              <a:off x="4334905" y="3282696"/>
              <a:ext cx="292608" cy="292608"/>
            </a:xfrm>
            <a:custGeom>
              <a:avLst/>
              <a:gdLst/>
              <a:ahLst/>
              <a:cxnLst/>
              <a:rect l="l" t="t" r="r" b="b"/>
              <a:pathLst>
                <a:path w="635000" h="635000">
                  <a:moveTo>
                    <a:pt x="317500" y="0"/>
                  </a:moveTo>
                  <a:arcTo wR="317500" hR="317500" stAng="16200000" swAng="8424000"/>
                  <a:lnTo>
                    <a:pt x="317500" y="317500"/>
                  </a:lnTo>
                  <a:close/>
                </a:path>
                <a:path w="635000" h="635000" fill="none">
                  <a:moveTo>
                    <a:pt x="519882" y="562137"/>
                  </a:moveTo>
                  <a:arcTo wR="317500" hR="317500" stAng="3024000" swAng="13176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70" name="Harvey 40/100 [40]">
              <a:extLst>
                <a:ext uri="{FF2B5EF4-FFF2-40B4-BE49-F238E27FC236}">
                  <a16:creationId xmlns:a16="http://schemas.microsoft.com/office/drawing/2014/main" id="{025DFA7F-A073-422A-8D20-E27D1ABE4342}"/>
                </a:ext>
              </a:extLst>
            </p:cNvPr>
            <p:cNvSpPr>
              <a:spLocks noChangeAspect="1"/>
            </p:cNvSpPr>
            <p:nvPr>
              <p:custDataLst>
                <p:tags r:id="rId74"/>
              </p:custDataLst>
            </p:nvPr>
          </p:nvSpPr>
          <p:spPr>
            <a:xfrm>
              <a:off x="4334905" y="3282696"/>
              <a:ext cx="292608" cy="292608"/>
            </a:xfrm>
            <a:custGeom>
              <a:avLst/>
              <a:gdLst/>
              <a:ahLst/>
              <a:cxnLst/>
              <a:rect l="l" t="t" r="r" b="b"/>
              <a:pathLst>
                <a:path w="635000" h="635000">
                  <a:moveTo>
                    <a:pt x="317500" y="0"/>
                  </a:moveTo>
                  <a:arcTo wR="317500" hR="317500" stAng="16200000" swAng="8640000"/>
                  <a:lnTo>
                    <a:pt x="317500" y="317500"/>
                  </a:lnTo>
                  <a:close/>
                </a:path>
                <a:path w="635000" h="635000" fill="none">
                  <a:moveTo>
                    <a:pt x="504121" y="574362"/>
                  </a:moveTo>
                  <a:arcTo wR="317500" hR="317500" stAng="3240000" swAng="12960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71" name="Harvey 41/100 [41]">
              <a:extLst>
                <a:ext uri="{FF2B5EF4-FFF2-40B4-BE49-F238E27FC236}">
                  <a16:creationId xmlns:a16="http://schemas.microsoft.com/office/drawing/2014/main" id="{BF311CE9-A4CB-4965-8F0F-5B6811E9FB20}"/>
                </a:ext>
              </a:extLst>
            </p:cNvPr>
            <p:cNvSpPr>
              <a:spLocks noChangeAspect="1"/>
            </p:cNvSpPr>
            <p:nvPr>
              <p:custDataLst>
                <p:tags r:id="rId75"/>
              </p:custDataLst>
            </p:nvPr>
          </p:nvSpPr>
          <p:spPr>
            <a:xfrm>
              <a:off x="4334905" y="3282696"/>
              <a:ext cx="292608" cy="292608"/>
            </a:xfrm>
            <a:custGeom>
              <a:avLst/>
              <a:gdLst/>
              <a:ahLst/>
              <a:cxnLst/>
              <a:rect l="l" t="t" r="r" b="b"/>
              <a:pathLst>
                <a:path w="635000" h="635000">
                  <a:moveTo>
                    <a:pt x="317500" y="0"/>
                  </a:moveTo>
                  <a:arcTo wR="317500" hR="317500" stAng="16200000" swAng="8856000"/>
                  <a:lnTo>
                    <a:pt x="317500" y="317500"/>
                  </a:lnTo>
                  <a:close/>
                </a:path>
                <a:path w="635000" h="635000" fill="none">
                  <a:moveTo>
                    <a:pt x="487625" y="585574"/>
                  </a:moveTo>
                  <a:arcTo wR="317500" hR="317500" stAng="3455999" swAng="12744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72" name="Harvey 42/100 [42]">
              <a:extLst>
                <a:ext uri="{FF2B5EF4-FFF2-40B4-BE49-F238E27FC236}">
                  <a16:creationId xmlns:a16="http://schemas.microsoft.com/office/drawing/2014/main" id="{1B415A3D-1E85-4E6A-8BAB-3BB56600BA4F}"/>
                </a:ext>
              </a:extLst>
            </p:cNvPr>
            <p:cNvSpPr>
              <a:spLocks noChangeAspect="1"/>
            </p:cNvSpPr>
            <p:nvPr>
              <p:custDataLst>
                <p:tags r:id="rId76"/>
              </p:custDataLst>
            </p:nvPr>
          </p:nvSpPr>
          <p:spPr>
            <a:xfrm>
              <a:off x="4334905" y="3282696"/>
              <a:ext cx="292608" cy="292608"/>
            </a:xfrm>
            <a:custGeom>
              <a:avLst/>
              <a:gdLst/>
              <a:ahLst/>
              <a:cxnLst/>
              <a:rect l="l" t="t" r="r" b="b"/>
              <a:pathLst>
                <a:path w="635000" h="635000">
                  <a:moveTo>
                    <a:pt x="317500" y="0"/>
                  </a:moveTo>
                  <a:arcTo wR="317500" hR="317500" stAng="16200000" swAng="9072000"/>
                  <a:lnTo>
                    <a:pt x="317500" y="317500"/>
                  </a:lnTo>
                  <a:close/>
                </a:path>
                <a:path w="635000" h="635000" fill="none">
                  <a:moveTo>
                    <a:pt x="470456" y="595727"/>
                  </a:moveTo>
                  <a:arcTo wR="317500" hR="317500" stAng="3671999" swAng="12528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73" name="Harvey 43/100 [43]">
              <a:extLst>
                <a:ext uri="{FF2B5EF4-FFF2-40B4-BE49-F238E27FC236}">
                  <a16:creationId xmlns:a16="http://schemas.microsoft.com/office/drawing/2014/main" id="{7EAD6077-4487-4E7D-846D-445E65B5291C}"/>
                </a:ext>
              </a:extLst>
            </p:cNvPr>
            <p:cNvSpPr>
              <a:spLocks noChangeAspect="1"/>
            </p:cNvSpPr>
            <p:nvPr>
              <p:custDataLst>
                <p:tags r:id="rId77"/>
              </p:custDataLst>
            </p:nvPr>
          </p:nvSpPr>
          <p:spPr>
            <a:xfrm>
              <a:off x="4334905" y="3282696"/>
              <a:ext cx="292608" cy="292608"/>
            </a:xfrm>
            <a:custGeom>
              <a:avLst/>
              <a:gdLst/>
              <a:ahLst/>
              <a:cxnLst/>
              <a:rect l="l" t="t" r="r" b="b"/>
              <a:pathLst>
                <a:path w="635000" h="635000">
                  <a:moveTo>
                    <a:pt x="317500" y="0"/>
                  </a:moveTo>
                  <a:arcTo wR="317500" hR="317500" stAng="16200000" swAng="9288000"/>
                  <a:lnTo>
                    <a:pt x="317500" y="317500"/>
                  </a:lnTo>
                  <a:close/>
                </a:path>
                <a:path w="635000" h="635000" fill="none">
                  <a:moveTo>
                    <a:pt x="452684" y="604782"/>
                  </a:moveTo>
                  <a:arcTo wR="317500" hR="317500" stAng="3888000" swAng="12312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74" name="Harvey 44/100 [44]">
              <a:extLst>
                <a:ext uri="{FF2B5EF4-FFF2-40B4-BE49-F238E27FC236}">
                  <a16:creationId xmlns:a16="http://schemas.microsoft.com/office/drawing/2014/main" id="{4B57ADAF-4A83-4CB4-8920-E2B9F994E83E}"/>
                </a:ext>
              </a:extLst>
            </p:cNvPr>
            <p:cNvSpPr>
              <a:spLocks noChangeAspect="1"/>
            </p:cNvSpPr>
            <p:nvPr>
              <p:custDataLst>
                <p:tags r:id="rId78"/>
              </p:custDataLst>
            </p:nvPr>
          </p:nvSpPr>
          <p:spPr>
            <a:xfrm>
              <a:off x="4334905" y="3282696"/>
              <a:ext cx="292608" cy="292608"/>
            </a:xfrm>
            <a:custGeom>
              <a:avLst/>
              <a:gdLst/>
              <a:ahLst/>
              <a:cxnLst/>
              <a:rect l="l" t="t" r="r" b="b"/>
              <a:pathLst>
                <a:path w="635000" h="635000">
                  <a:moveTo>
                    <a:pt x="317500" y="0"/>
                  </a:moveTo>
                  <a:arcTo wR="317500" hR="317500" stAng="16200000" swAng="9504000"/>
                  <a:lnTo>
                    <a:pt x="317500" y="317500"/>
                  </a:lnTo>
                  <a:close/>
                </a:path>
                <a:path w="635000" h="635000" fill="none">
                  <a:moveTo>
                    <a:pt x="434379" y="612704"/>
                  </a:moveTo>
                  <a:arcTo wR="317500" hR="317500" stAng="4104000" swAng="12096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75" name="Harvey 45/100 [45]">
              <a:extLst>
                <a:ext uri="{FF2B5EF4-FFF2-40B4-BE49-F238E27FC236}">
                  <a16:creationId xmlns:a16="http://schemas.microsoft.com/office/drawing/2014/main" id="{FF3E5416-AC43-4CBB-A32A-A966ED03106F}"/>
                </a:ext>
              </a:extLst>
            </p:cNvPr>
            <p:cNvSpPr>
              <a:spLocks noChangeAspect="1"/>
            </p:cNvSpPr>
            <p:nvPr>
              <p:custDataLst>
                <p:tags r:id="rId79"/>
              </p:custDataLst>
            </p:nvPr>
          </p:nvSpPr>
          <p:spPr>
            <a:xfrm>
              <a:off x="4334905" y="3282696"/>
              <a:ext cx="292608" cy="292608"/>
            </a:xfrm>
            <a:custGeom>
              <a:avLst/>
              <a:gdLst/>
              <a:ahLst/>
              <a:cxnLst/>
              <a:rect l="l" t="t" r="r" b="b"/>
              <a:pathLst>
                <a:path w="635000" h="635000">
                  <a:moveTo>
                    <a:pt x="317500" y="0"/>
                  </a:moveTo>
                  <a:arcTo wR="317500" hR="317500" stAng="16200000" swAng="9720000"/>
                  <a:lnTo>
                    <a:pt x="317500" y="317500"/>
                  </a:lnTo>
                  <a:close/>
                </a:path>
                <a:path w="635000" h="635000" fill="none">
                  <a:moveTo>
                    <a:pt x="415612" y="619460"/>
                  </a:moveTo>
                  <a:arcTo wR="317500" hR="317500" stAng="4320000" swAng="11880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76" name="Harvey 46/100 [46]">
              <a:extLst>
                <a:ext uri="{FF2B5EF4-FFF2-40B4-BE49-F238E27FC236}">
                  <a16:creationId xmlns:a16="http://schemas.microsoft.com/office/drawing/2014/main" id="{49AFF9C1-C19A-487C-A4C1-47DA87277C3B}"/>
                </a:ext>
              </a:extLst>
            </p:cNvPr>
            <p:cNvSpPr>
              <a:spLocks noChangeAspect="1"/>
            </p:cNvSpPr>
            <p:nvPr>
              <p:custDataLst>
                <p:tags r:id="rId80"/>
              </p:custDataLst>
            </p:nvPr>
          </p:nvSpPr>
          <p:spPr>
            <a:xfrm>
              <a:off x="4334905" y="3282696"/>
              <a:ext cx="292608" cy="292608"/>
            </a:xfrm>
            <a:custGeom>
              <a:avLst/>
              <a:gdLst/>
              <a:ahLst/>
              <a:cxnLst/>
              <a:rect l="l" t="t" r="r" b="b"/>
              <a:pathLst>
                <a:path w="635000" h="635000">
                  <a:moveTo>
                    <a:pt x="317500" y="0"/>
                  </a:moveTo>
                  <a:arcTo wR="317500" hR="317500" stAng="16200000" swAng="9936000"/>
                  <a:lnTo>
                    <a:pt x="317500" y="317500"/>
                  </a:lnTo>
                  <a:close/>
                </a:path>
                <a:path w="635000" h="635000" fill="none">
                  <a:moveTo>
                    <a:pt x="396459" y="625025"/>
                  </a:moveTo>
                  <a:arcTo wR="317500" hR="317500" stAng="4536000" swAng="11664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77" name="Harvey 47/100 [47]">
              <a:extLst>
                <a:ext uri="{FF2B5EF4-FFF2-40B4-BE49-F238E27FC236}">
                  <a16:creationId xmlns:a16="http://schemas.microsoft.com/office/drawing/2014/main" id="{F35AEE09-D82F-438F-9D01-96C6876241F1}"/>
                </a:ext>
              </a:extLst>
            </p:cNvPr>
            <p:cNvSpPr>
              <a:spLocks noChangeAspect="1"/>
            </p:cNvSpPr>
            <p:nvPr>
              <p:custDataLst>
                <p:tags r:id="rId81"/>
              </p:custDataLst>
            </p:nvPr>
          </p:nvSpPr>
          <p:spPr>
            <a:xfrm>
              <a:off x="4334905" y="3282696"/>
              <a:ext cx="292608" cy="292608"/>
            </a:xfrm>
            <a:custGeom>
              <a:avLst/>
              <a:gdLst/>
              <a:ahLst/>
              <a:cxnLst/>
              <a:rect l="l" t="t" r="r" b="b"/>
              <a:pathLst>
                <a:path w="635000" h="635000">
                  <a:moveTo>
                    <a:pt x="317500" y="0"/>
                  </a:moveTo>
                  <a:arcTo wR="317500" hR="317500" stAng="16200000" swAng="10152000"/>
                  <a:lnTo>
                    <a:pt x="317500" y="317500"/>
                  </a:lnTo>
                  <a:close/>
                </a:path>
                <a:path w="635000" h="635000" fill="none">
                  <a:moveTo>
                    <a:pt x="376993" y="629376"/>
                  </a:moveTo>
                  <a:arcTo wR="317500" hR="317500" stAng="4751999" swAng="11448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78" name="Harvey 48/100 [48]">
              <a:extLst>
                <a:ext uri="{FF2B5EF4-FFF2-40B4-BE49-F238E27FC236}">
                  <a16:creationId xmlns:a16="http://schemas.microsoft.com/office/drawing/2014/main" id="{4FC3325B-EEB2-4420-9715-1149CEACE9AC}"/>
                </a:ext>
              </a:extLst>
            </p:cNvPr>
            <p:cNvSpPr>
              <a:spLocks noChangeAspect="1"/>
            </p:cNvSpPr>
            <p:nvPr>
              <p:custDataLst>
                <p:tags r:id="rId82"/>
              </p:custDataLst>
            </p:nvPr>
          </p:nvSpPr>
          <p:spPr>
            <a:xfrm>
              <a:off x="4334905" y="3282696"/>
              <a:ext cx="292608" cy="292608"/>
            </a:xfrm>
            <a:custGeom>
              <a:avLst/>
              <a:gdLst/>
              <a:ahLst/>
              <a:cxnLst/>
              <a:rect l="l" t="t" r="r" b="b"/>
              <a:pathLst>
                <a:path w="635000" h="635000">
                  <a:moveTo>
                    <a:pt x="317500" y="0"/>
                  </a:moveTo>
                  <a:arcTo wR="317500" hR="317500" stAng="16200000" swAng="10367999"/>
                  <a:lnTo>
                    <a:pt x="317500" y="317500"/>
                  </a:lnTo>
                  <a:close/>
                </a:path>
                <a:path w="635000" h="635000" fill="none">
                  <a:moveTo>
                    <a:pt x="357293" y="632496"/>
                  </a:moveTo>
                  <a:arcTo wR="317500" hR="317500" stAng="4967999" swAng="11232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79" name="Harvey 49/100 [49]">
              <a:extLst>
                <a:ext uri="{FF2B5EF4-FFF2-40B4-BE49-F238E27FC236}">
                  <a16:creationId xmlns:a16="http://schemas.microsoft.com/office/drawing/2014/main" id="{3BE00D50-8FCE-4E11-AA24-10B621732F20}"/>
                </a:ext>
              </a:extLst>
            </p:cNvPr>
            <p:cNvSpPr>
              <a:spLocks noChangeAspect="1"/>
            </p:cNvSpPr>
            <p:nvPr>
              <p:custDataLst>
                <p:tags r:id="rId83"/>
              </p:custDataLst>
            </p:nvPr>
          </p:nvSpPr>
          <p:spPr>
            <a:xfrm>
              <a:off x="4334905" y="3282696"/>
              <a:ext cx="292608" cy="292608"/>
            </a:xfrm>
            <a:custGeom>
              <a:avLst/>
              <a:gdLst/>
              <a:ahLst/>
              <a:cxnLst/>
              <a:rect l="l" t="t" r="r" b="b"/>
              <a:pathLst>
                <a:path w="635000" h="635000">
                  <a:moveTo>
                    <a:pt x="317500" y="0"/>
                  </a:moveTo>
                  <a:arcTo wR="317500" hR="317500" stAng="16200000" swAng="10584000"/>
                  <a:lnTo>
                    <a:pt x="317500" y="317500"/>
                  </a:lnTo>
                  <a:close/>
                </a:path>
                <a:path w="635000" h="635000" fill="none">
                  <a:moveTo>
                    <a:pt x="337435" y="634373"/>
                  </a:moveTo>
                  <a:arcTo wR="317500" hR="317500" stAng="5184000" swAng="11016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80" name="Harvey 50/100 [50]">
              <a:extLst>
                <a:ext uri="{FF2B5EF4-FFF2-40B4-BE49-F238E27FC236}">
                  <a16:creationId xmlns:a16="http://schemas.microsoft.com/office/drawing/2014/main" id="{97083993-8BFD-443F-A3A3-D28EF389CE2B}"/>
                </a:ext>
              </a:extLst>
            </p:cNvPr>
            <p:cNvSpPr>
              <a:spLocks noChangeAspect="1"/>
            </p:cNvSpPr>
            <p:nvPr>
              <p:custDataLst>
                <p:tags r:id="rId84"/>
              </p:custDataLst>
            </p:nvPr>
          </p:nvSpPr>
          <p:spPr>
            <a:xfrm>
              <a:off x="4334905" y="3282696"/>
              <a:ext cx="292608" cy="292608"/>
            </a:xfrm>
            <a:custGeom>
              <a:avLst/>
              <a:gdLst/>
              <a:ahLst/>
              <a:cxnLst/>
              <a:rect l="l" t="t" r="r" b="b"/>
              <a:pathLst>
                <a:path w="635000" h="635000">
                  <a:moveTo>
                    <a:pt x="317500" y="0"/>
                  </a:moveTo>
                  <a:arcTo wR="317500" hR="317500" stAng="16200000" swAng="10800000"/>
                  <a:lnTo>
                    <a:pt x="317500" y="317500"/>
                  </a:lnTo>
                  <a:close/>
                </a:path>
                <a:path w="635000" h="635000" fill="none">
                  <a:moveTo>
                    <a:pt x="317500" y="635000"/>
                  </a:moveTo>
                  <a:arcTo wR="317500" hR="317500" stAng="5400000" swAng="10800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81" name="Harvey 51/100 [51]">
              <a:extLst>
                <a:ext uri="{FF2B5EF4-FFF2-40B4-BE49-F238E27FC236}">
                  <a16:creationId xmlns:a16="http://schemas.microsoft.com/office/drawing/2014/main" id="{BDE38762-18E9-47FF-895E-325F5976ECAA}"/>
                </a:ext>
              </a:extLst>
            </p:cNvPr>
            <p:cNvSpPr>
              <a:spLocks noChangeAspect="1"/>
            </p:cNvSpPr>
            <p:nvPr>
              <p:custDataLst>
                <p:tags r:id="rId85"/>
              </p:custDataLst>
            </p:nvPr>
          </p:nvSpPr>
          <p:spPr>
            <a:xfrm>
              <a:off x="4334905" y="3282696"/>
              <a:ext cx="292608" cy="292608"/>
            </a:xfrm>
            <a:custGeom>
              <a:avLst/>
              <a:gdLst/>
              <a:ahLst/>
              <a:cxnLst/>
              <a:rect l="l" t="t" r="r" b="b"/>
              <a:pathLst>
                <a:path w="635000" h="635000">
                  <a:moveTo>
                    <a:pt x="317500" y="0"/>
                  </a:moveTo>
                  <a:arcTo wR="317500" hR="317500" stAng="16200000" swAng="11016000"/>
                  <a:lnTo>
                    <a:pt x="317500" y="317500"/>
                  </a:lnTo>
                  <a:close/>
                </a:path>
                <a:path w="635000" h="635000" fill="none">
                  <a:moveTo>
                    <a:pt x="297564" y="634373"/>
                  </a:moveTo>
                  <a:arcTo wR="317500" hR="317500" stAng="5616000" swAng="10584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82" name="Harvey 52/100 [52]">
              <a:extLst>
                <a:ext uri="{FF2B5EF4-FFF2-40B4-BE49-F238E27FC236}">
                  <a16:creationId xmlns:a16="http://schemas.microsoft.com/office/drawing/2014/main" id="{785EAA21-FBCD-46DC-8430-7AB12F5A66AF}"/>
                </a:ext>
              </a:extLst>
            </p:cNvPr>
            <p:cNvSpPr>
              <a:spLocks noChangeAspect="1"/>
            </p:cNvSpPr>
            <p:nvPr>
              <p:custDataLst>
                <p:tags r:id="rId86"/>
              </p:custDataLst>
            </p:nvPr>
          </p:nvSpPr>
          <p:spPr>
            <a:xfrm>
              <a:off x="4334905" y="3282696"/>
              <a:ext cx="292608" cy="292608"/>
            </a:xfrm>
            <a:custGeom>
              <a:avLst/>
              <a:gdLst/>
              <a:ahLst/>
              <a:cxnLst/>
              <a:rect l="l" t="t" r="r" b="b"/>
              <a:pathLst>
                <a:path w="635000" h="635000">
                  <a:moveTo>
                    <a:pt x="317500" y="0"/>
                  </a:moveTo>
                  <a:arcTo wR="317500" hR="317500" stAng="16200000" swAng="11232000"/>
                  <a:lnTo>
                    <a:pt x="317500" y="317500"/>
                  </a:lnTo>
                  <a:close/>
                </a:path>
                <a:path w="635000" h="635000" fill="none">
                  <a:moveTo>
                    <a:pt x="277706" y="632496"/>
                  </a:moveTo>
                  <a:arcTo wR="317500" hR="317500" stAng="5832000" swAng="10367999"/>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83" name="Harvey 53/100 [53]">
              <a:extLst>
                <a:ext uri="{FF2B5EF4-FFF2-40B4-BE49-F238E27FC236}">
                  <a16:creationId xmlns:a16="http://schemas.microsoft.com/office/drawing/2014/main" id="{858D54BA-F4A5-4C67-830E-E85FF6EE735D}"/>
                </a:ext>
              </a:extLst>
            </p:cNvPr>
            <p:cNvSpPr>
              <a:spLocks noChangeAspect="1"/>
            </p:cNvSpPr>
            <p:nvPr>
              <p:custDataLst>
                <p:tags r:id="rId87"/>
              </p:custDataLst>
            </p:nvPr>
          </p:nvSpPr>
          <p:spPr>
            <a:xfrm>
              <a:off x="4334905" y="3282696"/>
              <a:ext cx="292608" cy="292608"/>
            </a:xfrm>
            <a:custGeom>
              <a:avLst/>
              <a:gdLst/>
              <a:ahLst/>
              <a:cxnLst/>
              <a:rect l="l" t="t" r="r" b="b"/>
              <a:pathLst>
                <a:path w="635000" h="635000">
                  <a:moveTo>
                    <a:pt x="317500" y="0"/>
                  </a:moveTo>
                  <a:arcTo wR="317500" hR="317500" stAng="16200000" swAng="11448000"/>
                  <a:lnTo>
                    <a:pt x="317500" y="317500"/>
                  </a:lnTo>
                  <a:close/>
                </a:path>
                <a:path w="635000" h="635000" fill="none">
                  <a:moveTo>
                    <a:pt x="258006" y="629376"/>
                  </a:moveTo>
                  <a:arcTo wR="317500" hR="317500" stAng="6048000" swAng="10152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84" name="Harvey 54/100 [54]">
              <a:extLst>
                <a:ext uri="{FF2B5EF4-FFF2-40B4-BE49-F238E27FC236}">
                  <a16:creationId xmlns:a16="http://schemas.microsoft.com/office/drawing/2014/main" id="{AC41BD7B-E1FA-4AED-B11C-E03936A672E6}"/>
                </a:ext>
              </a:extLst>
            </p:cNvPr>
            <p:cNvSpPr>
              <a:spLocks noChangeAspect="1"/>
            </p:cNvSpPr>
            <p:nvPr>
              <p:custDataLst>
                <p:tags r:id="rId88"/>
              </p:custDataLst>
            </p:nvPr>
          </p:nvSpPr>
          <p:spPr>
            <a:xfrm>
              <a:off x="4334905" y="3282696"/>
              <a:ext cx="292608" cy="292608"/>
            </a:xfrm>
            <a:custGeom>
              <a:avLst/>
              <a:gdLst/>
              <a:ahLst/>
              <a:cxnLst/>
              <a:rect l="l" t="t" r="r" b="b"/>
              <a:pathLst>
                <a:path w="635000" h="635000">
                  <a:moveTo>
                    <a:pt x="317500" y="0"/>
                  </a:moveTo>
                  <a:arcTo wR="317500" hR="317500" stAng="16200000" swAng="11664000"/>
                  <a:lnTo>
                    <a:pt x="317500" y="317500"/>
                  </a:lnTo>
                  <a:close/>
                </a:path>
                <a:path w="635000" h="635000" fill="none">
                  <a:moveTo>
                    <a:pt x="238540" y="625025"/>
                  </a:moveTo>
                  <a:arcTo wR="317500" hR="317500" stAng="6264000" swAng="9936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85" name="Harvey 55/100 [55]">
              <a:extLst>
                <a:ext uri="{FF2B5EF4-FFF2-40B4-BE49-F238E27FC236}">
                  <a16:creationId xmlns:a16="http://schemas.microsoft.com/office/drawing/2014/main" id="{BAF901A0-5FD1-4B29-9AF9-DB8B19412429}"/>
                </a:ext>
              </a:extLst>
            </p:cNvPr>
            <p:cNvSpPr>
              <a:spLocks noChangeAspect="1"/>
            </p:cNvSpPr>
            <p:nvPr>
              <p:custDataLst>
                <p:tags r:id="rId89"/>
              </p:custDataLst>
            </p:nvPr>
          </p:nvSpPr>
          <p:spPr>
            <a:xfrm>
              <a:off x="4334905" y="3282696"/>
              <a:ext cx="292608" cy="292608"/>
            </a:xfrm>
            <a:custGeom>
              <a:avLst/>
              <a:gdLst/>
              <a:ahLst/>
              <a:cxnLst/>
              <a:rect l="l" t="t" r="r" b="b"/>
              <a:pathLst>
                <a:path w="635000" h="635000">
                  <a:moveTo>
                    <a:pt x="317500" y="0"/>
                  </a:moveTo>
                  <a:arcTo wR="317500" hR="317500" stAng="16200000" swAng="11880000"/>
                  <a:lnTo>
                    <a:pt x="317500" y="317500"/>
                  </a:lnTo>
                  <a:close/>
                </a:path>
                <a:path w="635000" h="635000" fill="none">
                  <a:moveTo>
                    <a:pt x="219387" y="619460"/>
                  </a:moveTo>
                  <a:arcTo wR="317500" hR="317500" stAng="6480000" swAng="9719999"/>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86" name="Harvey 56/100 [56]">
              <a:extLst>
                <a:ext uri="{FF2B5EF4-FFF2-40B4-BE49-F238E27FC236}">
                  <a16:creationId xmlns:a16="http://schemas.microsoft.com/office/drawing/2014/main" id="{3EFF555D-6B7F-481F-ADC2-746953BA7F97}"/>
                </a:ext>
              </a:extLst>
            </p:cNvPr>
            <p:cNvSpPr>
              <a:spLocks noChangeAspect="1"/>
            </p:cNvSpPr>
            <p:nvPr>
              <p:custDataLst>
                <p:tags r:id="rId90"/>
              </p:custDataLst>
            </p:nvPr>
          </p:nvSpPr>
          <p:spPr>
            <a:xfrm>
              <a:off x="4334905" y="3282696"/>
              <a:ext cx="292608" cy="292608"/>
            </a:xfrm>
            <a:custGeom>
              <a:avLst/>
              <a:gdLst/>
              <a:ahLst/>
              <a:cxnLst/>
              <a:rect l="l" t="t" r="r" b="b"/>
              <a:pathLst>
                <a:path w="635000" h="635000">
                  <a:moveTo>
                    <a:pt x="317500" y="0"/>
                  </a:moveTo>
                  <a:arcTo wR="317500" hR="317500" stAng="16200000" swAng="12096000"/>
                  <a:lnTo>
                    <a:pt x="317500" y="317500"/>
                  </a:lnTo>
                  <a:close/>
                </a:path>
                <a:path w="635000" h="635000" fill="none">
                  <a:moveTo>
                    <a:pt x="200620" y="612704"/>
                  </a:moveTo>
                  <a:arcTo wR="317500" hR="317500" stAng="6696000" swAng="9503999"/>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87" name="Harvey 57/100 [57]">
              <a:extLst>
                <a:ext uri="{FF2B5EF4-FFF2-40B4-BE49-F238E27FC236}">
                  <a16:creationId xmlns:a16="http://schemas.microsoft.com/office/drawing/2014/main" id="{A4D3BE31-8C07-4912-AB8B-8331A665C238}"/>
                </a:ext>
              </a:extLst>
            </p:cNvPr>
            <p:cNvSpPr>
              <a:spLocks noChangeAspect="1"/>
            </p:cNvSpPr>
            <p:nvPr>
              <p:custDataLst>
                <p:tags r:id="rId91"/>
              </p:custDataLst>
            </p:nvPr>
          </p:nvSpPr>
          <p:spPr>
            <a:xfrm>
              <a:off x="4334905" y="3282696"/>
              <a:ext cx="292608" cy="292608"/>
            </a:xfrm>
            <a:custGeom>
              <a:avLst/>
              <a:gdLst/>
              <a:ahLst/>
              <a:cxnLst/>
              <a:rect l="l" t="t" r="r" b="b"/>
              <a:pathLst>
                <a:path w="635000" h="635000">
                  <a:moveTo>
                    <a:pt x="317500" y="0"/>
                  </a:moveTo>
                  <a:arcTo wR="317500" hR="317500" stAng="16200000" swAng="12312000"/>
                  <a:lnTo>
                    <a:pt x="317500" y="317500"/>
                  </a:lnTo>
                  <a:close/>
                </a:path>
                <a:path w="635000" h="635000" fill="none">
                  <a:moveTo>
                    <a:pt x="182315" y="604782"/>
                  </a:moveTo>
                  <a:arcTo wR="317500" hR="317500" stAng="6911999" swAng="9288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88" name="Harvey 58/100 [58]">
              <a:extLst>
                <a:ext uri="{FF2B5EF4-FFF2-40B4-BE49-F238E27FC236}">
                  <a16:creationId xmlns:a16="http://schemas.microsoft.com/office/drawing/2014/main" id="{E7B5A5D9-6DD2-4B0A-9557-7A7AF774103E}"/>
                </a:ext>
              </a:extLst>
            </p:cNvPr>
            <p:cNvSpPr>
              <a:spLocks noChangeAspect="1"/>
            </p:cNvSpPr>
            <p:nvPr>
              <p:custDataLst>
                <p:tags r:id="rId92"/>
              </p:custDataLst>
            </p:nvPr>
          </p:nvSpPr>
          <p:spPr>
            <a:xfrm>
              <a:off x="4334905" y="3282696"/>
              <a:ext cx="292608" cy="292608"/>
            </a:xfrm>
            <a:custGeom>
              <a:avLst/>
              <a:gdLst/>
              <a:ahLst/>
              <a:cxnLst/>
              <a:rect l="l" t="t" r="r" b="b"/>
              <a:pathLst>
                <a:path w="635000" h="635000">
                  <a:moveTo>
                    <a:pt x="317500" y="0"/>
                  </a:moveTo>
                  <a:arcTo wR="317500" hR="317500" stAng="16200000" swAng="12527999"/>
                  <a:lnTo>
                    <a:pt x="317500" y="317500"/>
                  </a:lnTo>
                  <a:close/>
                </a:path>
                <a:path w="635000" h="635000" fill="none">
                  <a:moveTo>
                    <a:pt x="164543" y="595727"/>
                  </a:moveTo>
                  <a:arcTo wR="317500" hR="317500" stAng="7127999" swAng="9072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89" name="Harvey 59/100 [59]">
              <a:extLst>
                <a:ext uri="{FF2B5EF4-FFF2-40B4-BE49-F238E27FC236}">
                  <a16:creationId xmlns:a16="http://schemas.microsoft.com/office/drawing/2014/main" id="{88458C0E-D234-4C86-A6CC-B8CD6C445F00}"/>
                </a:ext>
              </a:extLst>
            </p:cNvPr>
            <p:cNvSpPr>
              <a:spLocks noChangeAspect="1"/>
            </p:cNvSpPr>
            <p:nvPr>
              <p:custDataLst>
                <p:tags r:id="rId93"/>
              </p:custDataLst>
            </p:nvPr>
          </p:nvSpPr>
          <p:spPr>
            <a:xfrm>
              <a:off x="4334905" y="3282696"/>
              <a:ext cx="292608" cy="292608"/>
            </a:xfrm>
            <a:custGeom>
              <a:avLst/>
              <a:gdLst/>
              <a:ahLst/>
              <a:cxnLst/>
              <a:rect l="l" t="t" r="r" b="b"/>
              <a:pathLst>
                <a:path w="635000" h="635000">
                  <a:moveTo>
                    <a:pt x="317500" y="0"/>
                  </a:moveTo>
                  <a:arcTo wR="317500" hR="317500" stAng="16200000" swAng="12743999"/>
                  <a:lnTo>
                    <a:pt x="317500" y="317500"/>
                  </a:lnTo>
                  <a:close/>
                </a:path>
                <a:path w="635000" h="635000" fill="none">
                  <a:moveTo>
                    <a:pt x="147374" y="585574"/>
                  </a:moveTo>
                  <a:arcTo wR="317500" hR="317500" stAng="7343999" swAng="8856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90" name="Harvey 60/100 [60]">
              <a:extLst>
                <a:ext uri="{FF2B5EF4-FFF2-40B4-BE49-F238E27FC236}">
                  <a16:creationId xmlns:a16="http://schemas.microsoft.com/office/drawing/2014/main" id="{0924D2C6-D224-49FD-A4B8-312AFD605E78}"/>
                </a:ext>
              </a:extLst>
            </p:cNvPr>
            <p:cNvSpPr>
              <a:spLocks noChangeAspect="1"/>
            </p:cNvSpPr>
            <p:nvPr>
              <p:custDataLst>
                <p:tags r:id="rId94"/>
              </p:custDataLst>
            </p:nvPr>
          </p:nvSpPr>
          <p:spPr>
            <a:xfrm>
              <a:off x="4334905" y="3282696"/>
              <a:ext cx="292608" cy="292608"/>
            </a:xfrm>
            <a:custGeom>
              <a:avLst/>
              <a:gdLst/>
              <a:ahLst/>
              <a:cxnLst/>
              <a:rect l="l" t="t" r="r" b="b"/>
              <a:pathLst>
                <a:path w="635000" h="635000">
                  <a:moveTo>
                    <a:pt x="317500" y="0"/>
                  </a:moveTo>
                  <a:arcTo wR="317500" hR="317500" stAng="16200000" swAng="12960000"/>
                  <a:lnTo>
                    <a:pt x="317500" y="317500"/>
                  </a:lnTo>
                  <a:close/>
                </a:path>
                <a:path w="635000" h="635000" fill="none">
                  <a:moveTo>
                    <a:pt x="130878" y="574362"/>
                  </a:moveTo>
                  <a:arcTo wR="317500" hR="317500" stAng="7560000" swAng="8640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91" name="Harvey 61/100 [61]">
              <a:extLst>
                <a:ext uri="{FF2B5EF4-FFF2-40B4-BE49-F238E27FC236}">
                  <a16:creationId xmlns:a16="http://schemas.microsoft.com/office/drawing/2014/main" id="{F9FB23C2-D568-49AC-B8FD-0480EB019739}"/>
                </a:ext>
              </a:extLst>
            </p:cNvPr>
            <p:cNvSpPr>
              <a:spLocks noChangeAspect="1"/>
            </p:cNvSpPr>
            <p:nvPr>
              <p:custDataLst>
                <p:tags r:id="rId95"/>
              </p:custDataLst>
            </p:nvPr>
          </p:nvSpPr>
          <p:spPr>
            <a:xfrm>
              <a:off x="4334905" y="3282696"/>
              <a:ext cx="292608" cy="292608"/>
            </a:xfrm>
            <a:custGeom>
              <a:avLst/>
              <a:gdLst/>
              <a:ahLst/>
              <a:cxnLst/>
              <a:rect l="l" t="t" r="r" b="b"/>
              <a:pathLst>
                <a:path w="635000" h="635000">
                  <a:moveTo>
                    <a:pt x="317500" y="0"/>
                  </a:moveTo>
                  <a:arcTo wR="317500" hR="317500" stAng="16200000" swAng="13176000"/>
                  <a:lnTo>
                    <a:pt x="317500" y="317500"/>
                  </a:lnTo>
                  <a:close/>
                </a:path>
                <a:path w="635000" h="635000" fill="none">
                  <a:moveTo>
                    <a:pt x="115117" y="562137"/>
                  </a:moveTo>
                  <a:arcTo wR="317500" hR="317500" stAng="7776000" swAng="8424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92" name="Harvey 62/100 [62]">
              <a:extLst>
                <a:ext uri="{FF2B5EF4-FFF2-40B4-BE49-F238E27FC236}">
                  <a16:creationId xmlns:a16="http://schemas.microsoft.com/office/drawing/2014/main" id="{9EF3159D-F4FB-4032-BCCB-55E6ED5EEFC7}"/>
                </a:ext>
              </a:extLst>
            </p:cNvPr>
            <p:cNvSpPr>
              <a:spLocks noChangeAspect="1"/>
            </p:cNvSpPr>
            <p:nvPr>
              <p:custDataLst>
                <p:tags r:id="rId96"/>
              </p:custDataLst>
            </p:nvPr>
          </p:nvSpPr>
          <p:spPr>
            <a:xfrm>
              <a:off x="4334905" y="3282696"/>
              <a:ext cx="292608" cy="292608"/>
            </a:xfrm>
            <a:custGeom>
              <a:avLst/>
              <a:gdLst/>
              <a:ahLst/>
              <a:cxnLst/>
              <a:rect l="l" t="t" r="r" b="b"/>
              <a:pathLst>
                <a:path w="635000" h="635000">
                  <a:moveTo>
                    <a:pt x="317500" y="0"/>
                  </a:moveTo>
                  <a:arcTo wR="317500" hR="317500" stAng="16200000" swAng="13392000"/>
                  <a:lnTo>
                    <a:pt x="317500" y="317500"/>
                  </a:lnTo>
                  <a:close/>
                </a:path>
                <a:path w="635000" h="635000" fill="none">
                  <a:moveTo>
                    <a:pt x="100156" y="548947"/>
                  </a:moveTo>
                  <a:arcTo wR="317500" hR="317500" stAng="7991999" swAng="8208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93" name="Harvey 63/100 [63]">
              <a:extLst>
                <a:ext uri="{FF2B5EF4-FFF2-40B4-BE49-F238E27FC236}">
                  <a16:creationId xmlns:a16="http://schemas.microsoft.com/office/drawing/2014/main" id="{9362C8EA-6D15-4E0C-8AE9-B1B50EB297B8}"/>
                </a:ext>
              </a:extLst>
            </p:cNvPr>
            <p:cNvSpPr>
              <a:spLocks noChangeAspect="1"/>
            </p:cNvSpPr>
            <p:nvPr>
              <p:custDataLst>
                <p:tags r:id="rId97"/>
              </p:custDataLst>
            </p:nvPr>
          </p:nvSpPr>
          <p:spPr>
            <a:xfrm>
              <a:off x="4334905" y="3282696"/>
              <a:ext cx="292608" cy="292608"/>
            </a:xfrm>
            <a:custGeom>
              <a:avLst/>
              <a:gdLst/>
              <a:ahLst/>
              <a:cxnLst/>
              <a:rect l="l" t="t" r="r" b="b"/>
              <a:pathLst>
                <a:path w="635000" h="635000">
                  <a:moveTo>
                    <a:pt x="317500" y="0"/>
                  </a:moveTo>
                  <a:arcTo wR="317500" hR="317500" stAng="16200000" swAng="13608000"/>
                  <a:lnTo>
                    <a:pt x="317500" y="317500"/>
                  </a:lnTo>
                  <a:close/>
                </a:path>
                <a:path w="635000" h="635000" fill="none">
                  <a:moveTo>
                    <a:pt x="86052" y="534843"/>
                  </a:moveTo>
                  <a:arcTo wR="317500" hR="317500" stAng="8208000" swAng="7991999"/>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94" name="Harvey 64/100 [64]">
              <a:extLst>
                <a:ext uri="{FF2B5EF4-FFF2-40B4-BE49-F238E27FC236}">
                  <a16:creationId xmlns:a16="http://schemas.microsoft.com/office/drawing/2014/main" id="{91EB375D-1444-4BE3-A696-66272A1564CD}"/>
                </a:ext>
              </a:extLst>
            </p:cNvPr>
            <p:cNvSpPr>
              <a:spLocks noChangeAspect="1"/>
            </p:cNvSpPr>
            <p:nvPr>
              <p:custDataLst>
                <p:tags r:id="rId98"/>
              </p:custDataLst>
            </p:nvPr>
          </p:nvSpPr>
          <p:spPr>
            <a:xfrm>
              <a:off x="4334905" y="3282696"/>
              <a:ext cx="292608" cy="292608"/>
            </a:xfrm>
            <a:custGeom>
              <a:avLst/>
              <a:gdLst/>
              <a:ahLst/>
              <a:cxnLst/>
              <a:rect l="l" t="t" r="r" b="b"/>
              <a:pathLst>
                <a:path w="635000" h="635000">
                  <a:moveTo>
                    <a:pt x="317500" y="0"/>
                  </a:moveTo>
                  <a:arcTo wR="317500" hR="317500" stAng="16200000" swAng="13824000"/>
                  <a:lnTo>
                    <a:pt x="317500" y="317500"/>
                  </a:lnTo>
                  <a:close/>
                </a:path>
                <a:path w="635000" h="635000" fill="none">
                  <a:moveTo>
                    <a:pt x="72862" y="519882"/>
                  </a:moveTo>
                  <a:arcTo wR="317500" hR="317500" stAng="8424000" swAng="7776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95" name="Harvey 65/100 [65]">
              <a:extLst>
                <a:ext uri="{FF2B5EF4-FFF2-40B4-BE49-F238E27FC236}">
                  <a16:creationId xmlns:a16="http://schemas.microsoft.com/office/drawing/2014/main" id="{9A3002B1-5D17-4BCB-9A44-B2FB4025D02F}"/>
                </a:ext>
              </a:extLst>
            </p:cNvPr>
            <p:cNvSpPr>
              <a:spLocks noChangeAspect="1"/>
            </p:cNvSpPr>
            <p:nvPr>
              <p:custDataLst>
                <p:tags r:id="rId99"/>
              </p:custDataLst>
            </p:nvPr>
          </p:nvSpPr>
          <p:spPr>
            <a:xfrm>
              <a:off x="4334905" y="3282696"/>
              <a:ext cx="292608" cy="292608"/>
            </a:xfrm>
            <a:custGeom>
              <a:avLst/>
              <a:gdLst/>
              <a:ahLst/>
              <a:cxnLst/>
              <a:rect l="l" t="t" r="r" b="b"/>
              <a:pathLst>
                <a:path w="635000" h="635000">
                  <a:moveTo>
                    <a:pt x="317500" y="0"/>
                  </a:moveTo>
                  <a:arcTo wR="317500" hR="317500" stAng="16200000" swAng="14040000"/>
                  <a:lnTo>
                    <a:pt x="317500" y="317500"/>
                  </a:lnTo>
                  <a:close/>
                </a:path>
                <a:path w="635000" h="635000" fill="none">
                  <a:moveTo>
                    <a:pt x="60637" y="504121"/>
                  </a:moveTo>
                  <a:arcTo wR="317500" hR="317500" stAng="8640000" swAng="7559999"/>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96" name="Harvey 66/100 [66]">
              <a:extLst>
                <a:ext uri="{FF2B5EF4-FFF2-40B4-BE49-F238E27FC236}">
                  <a16:creationId xmlns:a16="http://schemas.microsoft.com/office/drawing/2014/main" id="{E5F2FDE4-04B2-4A45-A685-14E0C51883A5}"/>
                </a:ext>
              </a:extLst>
            </p:cNvPr>
            <p:cNvSpPr>
              <a:spLocks noChangeAspect="1"/>
            </p:cNvSpPr>
            <p:nvPr>
              <p:custDataLst>
                <p:tags r:id="rId100"/>
              </p:custDataLst>
            </p:nvPr>
          </p:nvSpPr>
          <p:spPr>
            <a:xfrm>
              <a:off x="4334905" y="3282696"/>
              <a:ext cx="292608" cy="292608"/>
            </a:xfrm>
            <a:custGeom>
              <a:avLst/>
              <a:gdLst/>
              <a:ahLst/>
              <a:cxnLst/>
              <a:rect l="l" t="t" r="r" b="b"/>
              <a:pathLst>
                <a:path w="635000" h="635000">
                  <a:moveTo>
                    <a:pt x="317500" y="0"/>
                  </a:moveTo>
                  <a:arcTo wR="317500" hR="317500" stAng="16200000" swAng="14256000"/>
                  <a:lnTo>
                    <a:pt x="317500" y="317500"/>
                  </a:lnTo>
                  <a:close/>
                </a:path>
                <a:path w="635000" h="635000" fill="none">
                  <a:moveTo>
                    <a:pt x="49425" y="487625"/>
                  </a:moveTo>
                  <a:arcTo wR="317500" hR="317500" stAng="8856000" swAng="7343999"/>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97" name="Harvey 67/100 [67]">
              <a:extLst>
                <a:ext uri="{FF2B5EF4-FFF2-40B4-BE49-F238E27FC236}">
                  <a16:creationId xmlns:a16="http://schemas.microsoft.com/office/drawing/2014/main" id="{D399A169-3845-4CD5-A62C-F4586F1FAFE8}"/>
                </a:ext>
              </a:extLst>
            </p:cNvPr>
            <p:cNvSpPr>
              <a:spLocks noChangeAspect="1"/>
            </p:cNvSpPr>
            <p:nvPr>
              <p:custDataLst>
                <p:tags r:id="rId101"/>
              </p:custDataLst>
            </p:nvPr>
          </p:nvSpPr>
          <p:spPr>
            <a:xfrm>
              <a:off x="4334905" y="3282696"/>
              <a:ext cx="292608" cy="292608"/>
            </a:xfrm>
            <a:custGeom>
              <a:avLst/>
              <a:gdLst/>
              <a:ahLst/>
              <a:cxnLst/>
              <a:rect l="l" t="t" r="r" b="b"/>
              <a:pathLst>
                <a:path w="635000" h="635000">
                  <a:moveTo>
                    <a:pt x="317500" y="0"/>
                  </a:moveTo>
                  <a:arcTo wR="317500" hR="317500" stAng="16200000" swAng="14472000"/>
                  <a:lnTo>
                    <a:pt x="317500" y="317500"/>
                  </a:lnTo>
                  <a:close/>
                </a:path>
                <a:path w="635000" h="635000" fill="none">
                  <a:moveTo>
                    <a:pt x="39272" y="470456"/>
                  </a:moveTo>
                  <a:arcTo wR="317500" hR="317500" stAng="9072000" swAng="7127999"/>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98" name="Harvey 68/100 [68]">
              <a:extLst>
                <a:ext uri="{FF2B5EF4-FFF2-40B4-BE49-F238E27FC236}">
                  <a16:creationId xmlns:a16="http://schemas.microsoft.com/office/drawing/2014/main" id="{E12F5173-9960-47F5-9A91-B043294E14CB}"/>
                </a:ext>
              </a:extLst>
            </p:cNvPr>
            <p:cNvSpPr>
              <a:spLocks noChangeAspect="1"/>
            </p:cNvSpPr>
            <p:nvPr>
              <p:custDataLst>
                <p:tags r:id="rId102"/>
              </p:custDataLst>
            </p:nvPr>
          </p:nvSpPr>
          <p:spPr>
            <a:xfrm>
              <a:off x="4334905" y="3282696"/>
              <a:ext cx="292608" cy="292608"/>
            </a:xfrm>
            <a:custGeom>
              <a:avLst/>
              <a:gdLst/>
              <a:ahLst/>
              <a:cxnLst/>
              <a:rect l="l" t="t" r="r" b="b"/>
              <a:pathLst>
                <a:path w="635000" h="635000">
                  <a:moveTo>
                    <a:pt x="317500" y="0"/>
                  </a:moveTo>
                  <a:arcTo wR="317500" hR="317500" stAng="16200000" swAng="14688000"/>
                  <a:lnTo>
                    <a:pt x="317500" y="317500"/>
                  </a:lnTo>
                  <a:close/>
                </a:path>
                <a:path w="635000" h="635000" fill="none">
                  <a:moveTo>
                    <a:pt x="30217" y="452684"/>
                  </a:moveTo>
                  <a:arcTo wR="317500" hR="317500" stAng="9288000" swAng="6911999"/>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99" name="Harvey 69/100 [69]">
              <a:extLst>
                <a:ext uri="{FF2B5EF4-FFF2-40B4-BE49-F238E27FC236}">
                  <a16:creationId xmlns:a16="http://schemas.microsoft.com/office/drawing/2014/main" id="{DD9B9229-3D3A-4706-BEEC-04C19A30C5C3}"/>
                </a:ext>
              </a:extLst>
            </p:cNvPr>
            <p:cNvSpPr>
              <a:spLocks noChangeAspect="1"/>
            </p:cNvSpPr>
            <p:nvPr>
              <p:custDataLst>
                <p:tags r:id="rId103"/>
              </p:custDataLst>
            </p:nvPr>
          </p:nvSpPr>
          <p:spPr>
            <a:xfrm>
              <a:off x="4334905" y="3282696"/>
              <a:ext cx="292608" cy="292608"/>
            </a:xfrm>
            <a:custGeom>
              <a:avLst/>
              <a:gdLst/>
              <a:ahLst/>
              <a:cxnLst/>
              <a:rect l="l" t="t" r="r" b="b"/>
              <a:pathLst>
                <a:path w="635000" h="635000">
                  <a:moveTo>
                    <a:pt x="317500" y="0"/>
                  </a:moveTo>
                  <a:arcTo wR="317500" hR="317500" stAng="16200000" swAng="14903999"/>
                  <a:lnTo>
                    <a:pt x="317500" y="317500"/>
                  </a:lnTo>
                  <a:close/>
                </a:path>
                <a:path w="635000" h="635000" fill="none">
                  <a:moveTo>
                    <a:pt x="22295" y="434379"/>
                  </a:moveTo>
                  <a:arcTo wR="317500" hR="317500" stAng="9503999" swAng="6696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100" name="Harvey 70/100 [70]">
              <a:extLst>
                <a:ext uri="{FF2B5EF4-FFF2-40B4-BE49-F238E27FC236}">
                  <a16:creationId xmlns:a16="http://schemas.microsoft.com/office/drawing/2014/main" id="{795A4CC8-0C08-491C-8D7F-95EC8E0E25B8}"/>
                </a:ext>
              </a:extLst>
            </p:cNvPr>
            <p:cNvSpPr>
              <a:spLocks noChangeAspect="1"/>
            </p:cNvSpPr>
            <p:nvPr>
              <p:custDataLst>
                <p:tags r:id="rId104"/>
              </p:custDataLst>
            </p:nvPr>
          </p:nvSpPr>
          <p:spPr>
            <a:xfrm>
              <a:off x="4334905" y="3282696"/>
              <a:ext cx="292608" cy="292608"/>
            </a:xfrm>
            <a:custGeom>
              <a:avLst/>
              <a:gdLst/>
              <a:ahLst/>
              <a:cxnLst/>
              <a:rect l="l" t="t" r="r" b="b"/>
              <a:pathLst>
                <a:path w="635000" h="635000">
                  <a:moveTo>
                    <a:pt x="317500" y="0"/>
                  </a:moveTo>
                  <a:arcTo wR="317500" hR="317500" stAng="16200000" swAng="15119999"/>
                  <a:lnTo>
                    <a:pt x="317500" y="317500"/>
                  </a:lnTo>
                  <a:close/>
                </a:path>
                <a:path w="635000" h="635000" fill="none">
                  <a:moveTo>
                    <a:pt x="15539" y="415612"/>
                  </a:moveTo>
                  <a:arcTo wR="317500" hR="317500" stAng="9719999" swAng="6480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101" name="Harvey 71/100 [71]">
              <a:extLst>
                <a:ext uri="{FF2B5EF4-FFF2-40B4-BE49-F238E27FC236}">
                  <a16:creationId xmlns:a16="http://schemas.microsoft.com/office/drawing/2014/main" id="{91862A76-5FCC-4C25-9A3F-A10651AC7725}"/>
                </a:ext>
              </a:extLst>
            </p:cNvPr>
            <p:cNvSpPr>
              <a:spLocks noChangeAspect="1"/>
            </p:cNvSpPr>
            <p:nvPr>
              <p:custDataLst>
                <p:tags r:id="rId105"/>
              </p:custDataLst>
            </p:nvPr>
          </p:nvSpPr>
          <p:spPr>
            <a:xfrm>
              <a:off x="4334905" y="3282696"/>
              <a:ext cx="292608" cy="292608"/>
            </a:xfrm>
            <a:custGeom>
              <a:avLst/>
              <a:gdLst/>
              <a:ahLst/>
              <a:cxnLst/>
              <a:rect l="l" t="t" r="r" b="b"/>
              <a:pathLst>
                <a:path w="635000" h="635000">
                  <a:moveTo>
                    <a:pt x="317500" y="0"/>
                  </a:moveTo>
                  <a:arcTo wR="317500" hR="317500" stAng="16200000" swAng="15336000"/>
                  <a:lnTo>
                    <a:pt x="317500" y="317500"/>
                  </a:lnTo>
                  <a:close/>
                </a:path>
                <a:path w="635000" h="635000" fill="none">
                  <a:moveTo>
                    <a:pt x="9974" y="396459"/>
                  </a:moveTo>
                  <a:arcTo wR="317500" hR="317500" stAng="9936000" swAng="6264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102" name="Harvey 72/100 [72]">
              <a:extLst>
                <a:ext uri="{FF2B5EF4-FFF2-40B4-BE49-F238E27FC236}">
                  <a16:creationId xmlns:a16="http://schemas.microsoft.com/office/drawing/2014/main" id="{46969644-17D9-45C9-A88A-9A88622DCE45}"/>
                </a:ext>
              </a:extLst>
            </p:cNvPr>
            <p:cNvSpPr>
              <a:spLocks noChangeAspect="1"/>
            </p:cNvSpPr>
            <p:nvPr>
              <p:custDataLst>
                <p:tags r:id="rId106"/>
              </p:custDataLst>
            </p:nvPr>
          </p:nvSpPr>
          <p:spPr>
            <a:xfrm>
              <a:off x="4334905" y="3282696"/>
              <a:ext cx="292608" cy="292608"/>
            </a:xfrm>
            <a:custGeom>
              <a:avLst/>
              <a:gdLst/>
              <a:ahLst/>
              <a:cxnLst/>
              <a:rect l="l" t="t" r="r" b="b"/>
              <a:pathLst>
                <a:path w="635000" h="635000">
                  <a:moveTo>
                    <a:pt x="317500" y="0"/>
                  </a:moveTo>
                  <a:arcTo wR="317500" hR="317500" stAng="16200000" swAng="15552000"/>
                  <a:lnTo>
                    <a:pt x="317500" y="317500"/>
                  </a:lnTo>
                  <a:close/>
                </a:path>
                <a:path w="635000" h="635000" fill="none">
                  <a:moveTo>
                    <a:pt x="5623" y="376993"/>
                  </a:moveTo>
                  <a:arcTo wR="317500" hR="317500" stAng="10152000" swAng="6048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103" name="Harvey 73/100 [73]">
              <a:extLst>
                <a:ext uri="{FF2B5EF4-FFF2-40B4-BE49-F238E27FC236}">
                  <a16:creationId xmlns:a16="http://schemas.microsoft.com/office/drawing/2014/main" id="{F89621F9-3ABB-450D-913E-7B467F289A9B}"/>
                </a:ext>
              </a:extLst>
            </p:cNvPr>
            <p:cNvSpPr>
              <a:spLocks noChangeAspect="1"/>
            </p:cNvSpPr>
            <p:nvPr>
              <p:custDataLst>
                <p:tags r:id="rId107"/>
              </p:custDataLst>
            </p:nvPr>
          </p:nvSpPr>
          <p:spPr>
            <a:xfrm>
              <a:off x="4334905" y="3282696"/>
              <a:ext cx="292608" cy="292608"/>
            </a:xfrm>
            <a:custGeom>
              <a:avLst/>
              <a:gdLst/>
              <a:ahLst/>
              <a:cxnLst/>
              <a:rect l="l" t="t" r="r" b="b"/>
              <a:pathLst>
                <a:path w="635000" h="635000">
                  <a:moveTo>
                    <a:pt x="317500" y="0"/>
                  </a:moveTo>
                  <a:arcTo wR="317500" hR="317500" stAng="16200000" swAng="15768000"/>
                  <a:lnTo>
                    <a:pt x="317500" y="317500"/>
                  </a:lnTo>
                  <a:close/>
                </a:path>
                <a:path w="635000" h="635000" fill="none">
                  <a:moveTo>
                    <a:pt x="2503" y="357293"/>
                  </a:moveTo>
                  <a:arcTo wR="317500" hR="317500" stAng="10368000" swAng="5832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104" name="Harvey 74/100 [74]">
              <a:extLst>
                <a:ext uri="{FF2B5EF4-FFF2-40B4-BE49-F238E27FC236}">
                  <a16:creationId xmlns:a16="http://schemas.microsoft.com/office/drawing/2014/main" id="{89EE4B1F-E703-471D-8307-BFB9EDEDB9F7}"/>
                </a:ext>
              </a:extLst>
            </p:cNvPr>
            <p:cNvSpPr>
              <a:spLocks noChangeAspect="1"/>
            </p:cNvSpPr>
            <p:nvPr>
              <p:custDataLst>
                <p:tags r:id="rId108"/>
              </p:custDataLst>
            </p:nvPr>
          </p:nvSpPr>
          <p:spPr>
            <a:xfrm>
              <a:off x="4334905" y="3282696"/>
              <a:ext cx="292608" cy="292608"/>
            </a:xfrm>
            <a:custGeom>
              <a:avLst/>
              <a:gdLst/>
              <a:ahLst/>
              <a:cxnLst/>
              <a:rect l="l" t="t" r="r" b="b"/>
              <a:pathLst>
                <a:path w="635000" h="635000">
                  <a:moveTo>
                    <a:pt x="317500" y="0"/>
                  </a:moveTo>
                  <a:arcTo wR="317500" hR="317500" stAng="16200000" swAng="15983999"/>
                  <a:lnTo>
                    <a:pt x="317500" y="317500"/>
                  </a:lnTo>
                  <a:close/>
                </a:path>
                <a:path w="635000" h="635000" fill="none">
                  <a:moveTo>
                    <a:pt x="626" y="337435"/>
                  </a:moveTo>
                  <a:arcTo wR="317500" hR="317500" stAng="10583999" swAng="5616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105" name="Harvey 75/100 [75]">
              <a:extLst>
                <a:ext uri="{FF2B5EF4-FFF2-40B4-BE49-F238E27FC236}">
                  <a16:creationId xmlns:a16="http://schemas.microsoft.com/office/drawing/2014/main" id="{8AB2EEA8-04AC-4B6C-8D90-28093DB647E6}"/>
                </a:ext>
              </a:extLst>
            </p:cNvPr>
            <p:cNvSpPr>
              <a:spLocks noChangeAspect="1"/>
            </p:cNvSpPr>
            <p:nvPr>
              <p:custDataLst>
                <p:tags r:id="rId109"/>
              </p:custDataLst>
            </p:nvPr>
          </p:nvSpPr>
          <p:spPr>
            <a:xfrm>
              <a:off x="4334905" y="3282696"/>
              <a:ext cx="292608" cy="292608"/>
            </a:xfrm>
            <a:custGeom>
              <a:avLst/>
              <a:gdLst/>
              <a:ahLst/>
              <a:cxnLst/>
              <a:rect l="l" t="t" r="r" b="b"/>
              <a:pathLst>
                <a:path w="635000" h="635000">
                  <a:moveTo>
                    <a:pt x="317500" y="0"/>
                  </a:moveTo>
                  <a:arcTo wR="317500" hR="317500" stAng="16200000" swAng="16200000"/>
                  <a:lnTo>
                    <a:pt x="317500" y="317500"/>
                  </a:lnTo>
                  <a:close/>
                </a:path>
                <a:path w="635000" h="635000" fill="none">
                  <a:moveTo>
                    <a:pt x="0" y="317500"/>
                  </a:moveTo>
                  <a:arcTo wR="317500" hR="317500" stAng="10800000" swAng="5400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106" name="Harvey 76/100 [76]">
              <a:extLst>
                <a:ext uri="{FF2B5EF4-FFF2-40B4-BE49-F238E27FC236}">
                  <a16:creationId xmlns:a16="http://schemas.microsoft.com/office/drawing/2014/main" id="{6F4E00F2-EA6F-4809-B2FD-4CE3ABE8C480}"/>
                </a:ext>
              </a:extLst>
            </p:cNvPr>
            <p:cNvSpPr>
              <a:spLocks noChangeAspect="1"/>
            </p:cNvSpPr>
            <p:nvPr>
              <p:custDataLst>
                <p:tags r:id="rId110"/>
              </p:custDataLst>
            </p:nvPr>
          </p:nvSpPr>
          <p:spPr>
            <a:xfrm>
              <a:off x="4334905" y="3282696"/>
              <a:ext cx="292608" cy="292608"/>
            </a:xfrm>
            <a:custGeom>
              <a:avLst/>
              <a:gdLst/>
              <a:ahLst/>
              <a:cxnLst/>
              <a:rect l="l" t="t" r="r" b="b"/>
              <a:pathLst>
                <a:path w="635000" h="635000">
                  <a:moveTo>
                    <a:pt x="317500" y="0"/>
                  </a:moveTo>
                  <a:arcTo wR="317500" hR="317500" stAng="16200000" swAng="16416000"/>
                  <a:lnTo>
                    <a:pt x="317500" y="317500"/>
                  </a:lnTo>
                  <a:close/>
                </a:path>
                <a:path w="635000" h="635000" fill="none">
                  <a:moveTo>
                    <a:pt x="626" y="297564"/>
                  </a:moveTo>
                  <a:arcTo wR="317500" hR="317500" stAng="11016000" swAng="5183999"/>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107" name="Harvey 77/100 [77]">
              <a:extLst>
                <a:ext uri="{FF2B5EF4-FFF2-40B4-BE49-F238E27FC236}">
                  <a16:creationId xmlns:a16="http://schemas.microsoft.com/office/drawing/2014/main" id="{CF5CA593-7B87-4492-9B35-2255514CB496}"/>
                </a:ext>
              </a:extLst>
            </p:cNvPr>
            <p:cNvSpPr>
              <a:spLocks noChangeAspect="1"/>
            </p:cNvSpPr>
            <p:nvPr>
              <p:custDataLst>
                <p:tags r:id="rId111"/>
              </p:custDataLst>
            </p:nvPr>
          </p:nvSpPr>
          <p:spPr>
            <a:xfrm>
              <a:off x="4334905" y="3282696"/>
              <a:ext cx="292608" cy="292608"/>
            </a:xfrm>
            <a:custGeom>
              <a:avLst/>
              <a:gdLst/>
              <a:ahLst/>
              <a:cxnLst/>
              <a:rect l="l" t="t" r="r" b="b"/>
              <a:pathLst>
                <a:path w="635000" h="635000">
                  <a:moveTo>
                    <a:pt x="317500" y="0"/>
                  </a:moveTo>
                  <a:arcTo wR="317500" hR="317500" stAng="16200000" swAng="16632000"/>
                  <a:lnTo>
                    <a:pt x="317500" y="317500"/>
                  </a:lnTo>
                  <a:close/>
                </a:path>
                <a:path w="635000" h="635000" fill="none">
                  <a:moveTo>
                    <a:pt x="2503" y="277706"/>
                  </a:moveTo>
                  <a:arcTo wR="317500" hR="317500" stAng="11232000" swAng="4968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108" name="Harvey 78/100 [78]">
              <a:extLst>
                <a:ext uri="{FF2B5EF4-FFF2-40B4-BE49-F238E27FC236}">
                  <a16:creationId xmlns:a16="http://schemas.microsoft.com/office/drawing/2014/main" id="{8C036464-458E-48D4-BAC8-84819F820C60}"/>
                </a:ext>
              </a:extLst>
            </p:cNvPr>
            <p:cNvSpPr>
              <a:spLocks noChangeAspect="1"/>
            </p:cNvSpPr>
            <p:nvPr>
              <p:custDataLst>
                <p:tags r:id="rId112"/>
              </p:custDataLst>
            </p:nvPr>
          </p:nvSpPr>
          <p:spPr>
            <a:xfrm>
              <a:off x="4334905" y="3282696"/>
              <a:ext cx="292608" cy="292608"/>
            </a:xfrm>
            <a:custGeom>
              <a:avLst/>
              <a:gdLst/>
              <a:ahLst/>
              <a:cxnLst/>
              <a:rect l="l" t="t" r="r" b="b"/>
              <a:pathLst>
                <a:path w="635000" h="635000">
                  <a:moveTo>
                    <a:pt x="317500" y="0"/>
                  </a:moveTo>
                  <a:arcTo wR="317500" hR="317500" stAng="16200000" swAng="16848000"/>
                  <a:lnTo>
                    <a:pt x="317500" y="317500"/>
                  </a:lnTo>
                  <a:close/>
                </a:path>
                <a:path w="635000" h="635000" fill="none">
                  <a:moveTo>
                    <a:pt x="5623" y="258006"/>
                  </a:moveTo>
                  <a:arcTo wR="317500" hR="317500" stAng="11448000" swAng="4751999"/>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109" name="Harvey 79/100 [79]">
              <a:extLst>
                <a:ext uri="{FF2B5EF4-FFF2-40B4-BE49-F238E27FC236}">
                  <a16:creationId xmlns:a16="http://schemas.microsoft.com/office/drawing/2014/main" id="{6FD5AC00-8293-447C-B728-B963DD67B1C2}"/>
                </a:ext>
              </a:extLst>
            </p:cNvPr>
            <p:cNvSpPr>
              <a:spLocks noChangeAspect="1"/>
            </p:cNvSpPr>
            <p:nvPr>
              <p:custDataLst>
                <p:tags r:id="rId113"/>
              </p:custDataLst>
            </p:nvPr>
          </p:nvSpPr>
          <p:spPr>
            <a:xfrm>
              <a:off x="4334905" y="3282696"/>
              <a:ext cx="292608" cy="292608"/>
            </a:xfrm>
            <a:custGeom>
              <a:avLst/>
              <a:gdLst/>
              <a:ahLst/>
              <a:cxnLst/>
              <a:rect l="l" t="t" r="r" b="b"/>
              <a:pathLst>
                <a:path w="635000" h="635000">
                  <a:moveTo>
                    <a:pt x="317500" y="0"/>
                  </a:moveTo>
                  <a:arcTo wR="317500" hR="317500" stAng="16200000" swAng="17064000"/>
                  <a:lnTo>
                    <a:pt x="317500" y="317500"/>
                  </a:lnTo>
                  <a:close/>
                </a:path>
                <a:path w="635000" h="635000" fill="none">
                  <a:moveTo>
                    <a:pt x="9974" y="238540"/>
                  </a:moveTo>
                  <a:arcTo wR="317500" hR="317500" stAng="11664000" swAng="4536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110" name="Harvey 80/100 [80]">
              <a:extLst>
                <a:ext uri="{FF2B5EF4-FFF2-40B4-BE49-F238E27FC236}">
                  <a16:creationId xmlns:a16="http://schemas.microsoft.com/office/drawing/2014/main" id="{29C0F859-BC49-430F-8C59-C0B9109E47A3}"/>
                </a:ext>
              </a:extLst>
            </p:cNvPr>
            <p:cNvSpPr>
              <a:spLocks noChangeAspect="1"/>
            </p:cNvSpPr>
            <p:nvPr>
              <p:custDataLst>
                <p:tags r:id="rId114"/>
              </p:custDataLst>
            </p:nvPr>
          </p:nvSpPr>
          <p:spPr>
            <a:xfrm>
              <a:off x="4334905" y="3282696"/>
              <a:ext cx="292608" cy="292608"/>
            </a:xfrm>
            <a:custGeom>
              <a:avLst/>
              <a:gdLst/>
              <a:ahLst/>
              <a:cxnLst/>
              <a:rect l="l" t="t" r="r" b="b"/>
              <a:pathLst>
                <a:path w="635000" h="635000">
                  <a:moveTo>
                    <a:pt x="317500" y="0"/>
                  </a:moveTo>
                  <a:arcTo wR="317500" hR="317500" stAng="16200000" swAng="17280000"/>
                  <a:lnTo>
                    <a:pt x="317500" y="317500"/>
                  </a:lnTo>
                  <a:close/>
                </a:path>
                <a:path w="635000" h="635000" fill="none">
                  <a:moveTo>
                    <a:pt x="15539" y="219387"/>
                  </a:moveTo>
                  <a:arcTo wR="317500" hR="317500" stAng="11880000" swAng="4319999"/>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111" name="Harvey 81/100 [81]">
              <a:extLst>
                <a:ext uri="{FF2B5EF4-FFF2-40B4-BE49-F238E27FC236}">
                  <a16:creationId xmlns:a16="http://schemas.microsoft.com/office/drawing/2014/main" id="{F78719E3-0417-4867-B70D-21538B3AC36E}"/>
                </a:ext>
              </a:extLst>
            </p:cNvPr>
            <p:cNvSpPr>
              <a:spLocks noChangeAspect="1"/>
            </p:cNvSpPr>
            <p:nvPr>
              <p:custDataLst>
                <p:tags r:id="rId115"/>
              </p:custDataLst>
            </p:nvPr>
          </p:nvSpPr>
          <p:spPr>
            <a:xfrm>
              <a:off x="4334905" y="3282696"/>
              <a:ext cx="292608" cy="292608"/>
            </a:xfrm>
            <a:custGeom>
              <a:avLst/>
              <a:gdLst/>
              <a:ahLst/>
              <a:cxnLst/>
              <a:rect l="l" t="t" r="r" b="b"/>
              <a:pathLst>
                <a:path w="635000" h="635000">
                  <a:moveTo>
                    <a:pt x="317500" y="0"/>
                  </a:moveTo>
                  <a:arcTo wR="317500" hR="317500" stAng="16200000" swAng="17496000"/>
                  <a:lnTo>
                    <a:pt x="317500" y="317500"/>
                  </a:lnTo>
                  <a:close/>
                </a:path>
                <a:path w="635000" h="635000" fill="none">
                  <a:moveTo>
                    <a:pt x="22295" y="200620"/>
                  </a:moveTo>
                  <a:arcTo wR="317500" hR="317500" stAng="12096000" swAng="4103999"/>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112" name="Harvey 82/100 [82]">
              <a:extLst>
                <a:ext uri="{FF2B5EF4-FFF2-40B4-BE49-F238E27FC236}">
                  <a16:creationId xmlns:a16="http://schemas.microsoft.com/office/drawing/2014/main" id="{9C5D0905-7412-4C75-BC20-E51105CA783D}"/>
                </a:ext>
              </a:extLst>
            </p:cNvPr>
            <p:cNvSpPr>
              <a:spLocks noChangeAspect="1"/>
            </p:cNvSpPr>
            <p:nvPr>
              <p:custDataLst>
                <p:tags r:id="rId116"/>
              </p:custDataLst>
            </p:nvPr>
          </p:nvSpPr>
          <p:spPr>
            <a:xfrm>
              <a:off x="4334905" y="3282696"/>
              <a:ext cx="292608" cy="292608"/>
            </a:xfrm>
            <a:custGeom>
              <a:avLst/>
              <a:gdLst/>
              <a:ahLst/>
              <a:cxnLst/>
              <a:rect l="l" t="t" r="r" b="b"/>
              <a:pathLst>
                <a:path w="635000" h="635000">
                  <a:moveTo>
                    <a:pt x="317500" y="0"/>
                  </a:moveTo>
                  <a:arcTo wR="317500" hR="317500" stAng="16200000" swAng="17712000"/>
                  <a:lnTo>
                    <a:pt x="317500" y="317500"/>
                  </a:lnTo>
                  <a:close/>
                </a:path>
                <a:path w="635000" h="635000" fill="none">
                  <a:moveTo>
                    <a:pt x="30217" y="182315"/>
                  </a:moveTo>
                  <a:arcTo wR="317500" hR="317500" stAng="12312000" swAng="3888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113" name="Harvey 83/100 [83]">
              <a:extLst>
                <a:ext uri="{FF2B5EF4-FFF2-40B4-BE49-F238E27FC236}">
                  <a16:creationId xmlns:a16="http://schemas.microsoft.com/office/drawing/2014/main" id="{96AA2E20-CC65-4632-B3D4-93E962B59D4C}"/>
                </a:ext>
              </a:extLst>
            </p:cNvPr>
            <p:cNvSpPr>
              <a:spLocks noChangeAspect="1"/>
            </p:cNvSpPr>
            <p:nvPr>
              <p:custDataLst>
                <p:tags r:id="rId117"/>
              </p:custDataLst>
            </p:nvPr>
          </p:nvSpPr>
          <p:spPr>
            <a:xfrm>
              <a:off x="4334905" y="3282696"/>
              <a:ext cx="292608" cy="292608"/>
            </a:xfrm>
            <a:custGeom>
              <a:avLst/>
              <a:gdLst/>
              <a:ahLst/>
              <a:cxnLst/>
              <a:rect l="l" t="t" r="r" b="b"/>
              <a:pathLst>
                <a:path w="635000" h="635000">
                  <a:moveTo>
                    <a:pt x="317500" y="0"/>
                  </a:moveTo>
                  <a:arcTo wR="317500" hR="317500" stAng="16200000" swAng="17928000"/>
                  <a:lnTo>
                    <a:pt x="317500" y="317500"/>
                  </a:lnTo>
                  <a:close/>
                </a:path>
                <a:path w="635000" h="635000" fill="none">
                  <a:moveTo>
                    <a:pt x="39272" y="164543"/>
                  </a:moveTo>
                  <a:arcTo wR="317500" hR="317500" stAng="12528000" swAng="3672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114" name="Harvey 84/100 [84]">
              <a:extLst>
                <a:ext uri="{FF2B5EF4-FFF2-40B4-BE49-F238E27FC236}">
                  <a16:creationId xmlns:a16="http://schemas.microsoft.com/office/drawing/2014/main" id="{9B4360A3-E0B2-48F7-B5A8-D24513748A82}"/>
                </a:ext>
              </a:extLst>
            </p:cNvPr>
            <p:cNvSpPr>
              <a:spLocks noChangeAspect="1"/>
            </p:cNvSpPr>
            <p:nvPr>
              <p:custDataLst>
                <p:tags r:id="rId118"/>
              </p:custDataLst>
            </p:nvPr>
          </p:nvSpPr>
          <p:spPr>
            <a:xfrm>
              <a:off x="4334905" y="3282696"/>
              <a:ext cx="292608" cy="292608"/>
            </a:xfrm>
            <a:custGeom>
              <a:avLst/>
              <a:gdLst/>
              <a:ahLst/>
              <a:cxnLst/>
              <a:rect l="l" t="t" r="r" b="b"/>
              <a:pathLst>
                <a:path w="635000" h="635000">
                  <a:moveTo>
                    <a:pt x="317500" y="0"/>
                  </a:moveTo>
                  <a:arcTo wR="317500" hR="317500" stAng="16200000" swAng="18144000"/>
                  <a:lnTo>
                    <a:pt x="317500" y="317500"/>
                  </a:lnTo>
                  <a:close/>
                </a:path>
                <a:path w="635000" h="635000" fill="none">
                  <a:moveTo>
                    <a:pt x="49425" y="147374"/>
                  </a:moveTo>
                  <a:arcTo wR="317500" hR="317500" stAng="12743999" swAng="3456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115" name="Harvey 85/100 [85]">
              <a:extLst>
                <a:ext uri="{FF2B5EF4-FFF2-40B4-BE49-F238E27FC236}">
                  <a16:creationId xmlns:a16="http://schemas.microsoft.com/office/drawing/2014/main" id="{D694B21E-EEA0-48FA-A35C-7B6570B3F861}"/>
                </a:ext>
              </a:extLst>
            </p:cNvPr>
            <p:cNvSpPr>
              <a:spLocks noChangeAspect="1"/>
            </p:cNvSpPr>
            <p:nvPr>
              <p:custDataLst>
                <p:tags r:id="rId119"/>
              </p:custDataLst>
            </p:nvPr>
          </p:nvSpPr>
          <p:spPr>
            <a:xfrm>
              <a:off x="4334905" y="3282696"/>
              <a:ext cx="292608" cy="292608"/>
            </a:xfrm>
            <a:custGeom>
              <a:avLst/>
              <a:gdLst/>
              <a:ahLst/>
              <a:cxnLst/>
              <a:rect l="l" t="t" r="r" b="b"/>
              <a:pathLst>
                <a:path w="635000" h="635000">
                  <a:moveTo>
                    <a:pt x="317500" y="0"/>
                  </a:moveTo>
                  <a:arcTo wR="317500" hR="317500" stAng="16200000" swAng="18360000"/>
                  <a:lnTo>
                    <a:pt x="317500" y="317500"/>
                  </a:lnTo>
                  <a:close/>
                </a:path>
                <a:path w="635000" h="635000" fill="none">
                  <a:moveTo>
                    <a:pt x="60637" y="130878"/>
                  </a:moveTo>
                  <a:arcTo wR="317500" hR="317500" stAng="12960000" swAng="3240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116" name="Harvey 86/100 [86]">
              <a:extLst>
                <a:ext uri="{FF2B5EF4-FFF2-40B4-BE49-F238E27FC236}">
                  <a16:creationId xmlns:a16="http://schemas.microsoft.com/office/drawing/2014/main" id="{85E1AF41-C21D-4514-B37E-CC830BC09C0A}"/>
                </a:ext>
              </a:extLst>
            </p:cNvPr>
            <p:cNvSpPr>
              <a:spLocks noChangeAspect="1"/>
            </p:cNvSpPr>
            <p:nvPr>
              <p:custDataLst>
                <p:tags r:id="rId120"/>
              </p:custDataLst>
            </p:nvPr>
          </p:nvSpPr>
          <p:spPr>
            <a:xfrm>
              <a:off x="4334905" y="3282696"/>
              <a:ext cx="292608" cy="292608"/>
            </a:xfrm>
            <a:custGeom>
              <a:avLst/>
              <a:gdLst/>
              <a:ahLst/>
              <a:cxnLst/>
              <a:rect l="l" t="t" r="r" b="b"/>
              <a:pathLst>
                <a:path w="635000" h="635000">
                  <a:moveTo>
                    <a:pt x="317500" y="0"/>
                  </a:moveTo>
                  <a:arcTo wR="317500" hR="317500" stAng="16200000" swAng="18576000"/>
                  <a:lnTo>
                    <a:pt x="317500" y="317500"/>
                  </a:lnTo>
                  <a:close/>
                </a:path>
                <a:path w="635000" h="635000" fill="none">
                  <a:moveTo>
                    <a:pt x="72862" y="115117"/>
                  </a:moveTo>
                  <a:arcTo wR="317500" hR="317500" stAng="13176000" swAng="3024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117" name="Harvey 87/100 [87]">
              <a:extLst>
                <a:ext uri="{FF2B5EF4-FFF2-40B4-BE49-F238E27FC236}">
                  <a16:creationId xmlns:a16="http://schemas.microsoft.com/office/drawing/2014/main" id="{E3948F2E-FD5F-4107-B122-9AC75FE0CD9E}"/>
                </a:ext>
              </a:extLst>
            </p:cNvPr>
            <p:cNvSpPr>
              <a:spLocks noChangeAspect="1"/>
            </p:cNvSpPr>
            <p:nvPr>
              <p:custDataLst>
                <p:tags r:id="rId121"/>
              </p:custDataLst>
            </p:nvPr>
          </p:nvSpPr>
          <p:spPr>
            <a:xfrm>
              <a:off x="4334905" y="3282696"/>
              <a:ext cx="292608" cy="292608"/>
            </a:xfrm>
            <a:custGeom>
              <a:avLst/>
              <a:gdLst/>
              <a:ahLst/>
              <a:cxnLst/>
              <a:rect l="l" t="t" r="r" b="b"/>
              <a:pathLst>
                <a:path w="635000" h="635000">
                  <a:moveTo>
                    <a:pt x="317500" y="0"/>
                  </a:moveTo>
                  <a:arcTo wR="317500" hR="317500" stAng="16200000" swAng="18792000"/>
                  <a:lnTo>
                    <a:pt x="317500" y="317500"/>
                  </a:lnTo>
                  <a:close/>
                </a:path>
                <a:path w="635000" h="635000" fill="none">
                  <a:moveTo>
                    <a:pt x="86052" y="100156"/>
                  </a:moveTo>
                  <a:arcTo wR="317500" hR="317500" stAng="13392000" swAng="2808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118" name="Harvey 88/100 [88]">
              <a:extLst>
                <a:ext uri="{FF2B5EF4-FFF2-40B4-BE49-F238E27FC236}">
                  <a16:creationId xmlns:a16="http://schemas.microsoft.com/office/drawing/2014/main" id="{744E57ED-019F-4A8B-A06E-9FB965FEBB23}"/>
                </a:ext>
              </a:extLst>
            </p:cNvPr>
            <p:cNvSpPr>
              <a:spLocks noChangeAspect="1"/>
            </p:cNvSpPr>
            <p:nvPr>
              <p:custDataLst>
                <p:tags r:id="rId122"/>
              </p:custDataLst>
            </p:nvPr>
          </p:nvSpPr>
          <p:spPr>
            <a:xfrm>
              <a:off x="4334905" y="3282696"/>
              <a:ext cx="292608" cy="292608"/>
            </a:xfrm>
            <a:custGeom>
              <a:avLst/>
              <a:gdLst/>
              <a:ahLst/>
              <a:cxnLst/>
              <a:rect l="l" t="t" r="r" b="b"/>
              <a:pathLst>
                <a:path w="635000" h="635000">
                  <a:moveTo>
                    <a:pt x="317500" y="0"/>
                  </a:moveTo>
                  <a:arcTo wR="317500" hR="317500" stAng="16200000" swAng="19008000"/>
                  <a:lnTo>
                    <a:pt x="317500" y="317500"/>
                  </a:lnTo>
                  <a:close/>
                </a:path>
                <a:path w="635000" h="635000" fill="none">
                  <a:moveTo>
                    <a:pt x="100156" y="86052"/>
                  </a:moveTo>
                  <a:arcTo wR="317500" hR="317500" stAng="13608000" swAng="2591999"/>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119" name="Harvey 89/100 [89]">
              <a:extLst>
                <a:ext uri="{FF2B5EF4-FFF2-40B4-BE49-F238E27FC236}">
                  <a16:creationId xmlns:a16="http://schemas.microsoft.com/office/drawing/2014/main" id="{5567719B-31CA-4A86-801E-E0531122E504}"/>
                </a:ext>
              </a:extLst>
            </p:cNvPr>
            <p:cNvSpPr>
              <a:spLocks noChangeAspect="1"/>
            </p:cNvSpPr>
            <p:nvPr>
              <p:custDataLst>
                <p:tags r:id="rId123"/>
              </p:custDataLst>
            </p:nvPr>
          </p:nvSpPr>
          <p:spPr>
            <a:xfrm>
              <a:off x="4334905" y="3282696"/>
              <a:ext cx="292608" cy="292608"/>
            </a:xfrm>
            <a:custGeom>
              <a:avLst/>
              <a:gdLst/>
              <a:ahLst/>
              <a:cxnLst/>
              <a:rect l="l" t="t" r="r" b="b"/>
              <a:pathLst>
                <a:path w="635000" h="635000">
                  <a:moveTo>
                    <a:pt x="317500" y="0"/>
                  </a:moveTo>
                  <a:arcTo wR="317500" hR="317500" stAng="16200000" swAng="19224000"/>
                  <a:lnTo>
                    <a:pt x="317500" y="317500"/>
                  </a:lnTo>
                  <a:close/>
                </a:path>
                <a:path w="635000" h="635000" fill="none">
                  <a:moveTo>
                    <a:pt x="115117" y="72862"/>
                  </a:moveTo>
                  <a:arcTo wR="317500" hR="317500" stAng="13823999" swAng="2375999"/>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120" name="Harvey 90/100 [90]">
              <a:extLst>
                <a:ext uri="{FF2B5EF4-FFF2-40B4-BE49-F238E27FC236}">
                  <a16:creationId xmlns:a16="http://schemas.microsoft.com/office/drawing/2014/main" id="{2CD4B3A1-B882-43A6-A4CA-C9FCA394B28B}"/>
                </a:ext>
              </a:extLst>
            </p:cNvPr>
            <p:cNvSpPr>
              <a:spLocks noChangeAspect="1"/>
            </p:cNvSpPr>
            <p:nvPr>
              <p:custDataLst>
                <p:tags r:id="rId124"/>
              </p:custDataLst>
            </p:nvPr>
          </p:nvSpPr>
          <p:spPr>
            <a:xfrm>
              <a:off x="4334905" y="3282696"/>
              <a:ext cx="292608" cy="292608"/>
            </a:xfrm>
            <a:custGeom>
              <a:avLst/>
              <a:gdLst/>
              <a:ahLst/>
              <a:cxnLst/>
              <a:rect l="l" t="t" r="r" b="b"/>
              <a:pathLst>
                <a:path w="635000" h="635000">
                  <a:moveTo>
                    <a:pt x="317500" y="0"/>
                  </a:moveTo>
                  <a:arcTo wR="317500" hR="317500" stAng="16200000" swAng="19440000"/>
                  <a:lnTo>
                    <a:pt x="317500" y="317500"/>
                  </a:lnTo>
                  <a:close/>
                </a:path>
                <a:path w="635000" h="635000" fill="none">
                  <a:moveTo>
                    <a:pt x="130878" y="60637"/>
                  </a:moveTo>
                  <a:arcTo wR="317500" hR="317500" stAng="14040000" swAng="2159999"/>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121" name="Harvey 91/100 [91]">
              <a:extLst>
                <a:ext uri="{FF2B5EF4-FFF2-40B4-BE49-F238E27FC236}">
                  <a16:creationId xmlns:a16="http://schemas.microsoft.com/office/drawing/2014/main" id="{68606D93-5175-4900-AD89-6D0710AFE75F}"/>
                </a:ext>
              </a:extLst>
            </p:cNvPr>
            <p:cNvSpPr>
              <a:spLocks noChangeAspect="1"/>
            </p:cNvSpPr>
            <p:nvPr>
              <p:custDataLst>
                <p:tags r:id="rId125"/>
              </p:custDataLst>
            </p:nvPr>
          </p:nvSpPr>
          <p:spPr>
            <a:xfrm>
              <a:off x="4334905" y="3282696"/>
              <a:ext cx="292608" cy="292608"/>
            </a:xfrm>
            <a:custGeom>
              <a:avLst/>
              <a:gdLst/>
              <a:ahLst/>
              <a:cxnLst/>
              <a:rect l="l" t="t" r="r" b="b"/>
              <a:pathLst>
                <a:path w="635000" h="635000">
                  <a:moveTo>
                    <a:pt x="317500" y="0"/>
                  </a:moveTo>
                  <a:arcTo wR="317500" hR="317500" stAng="16200000" swAng="19656000"/>
                  <a:lnTo>
                    <a:pt x="317500" y="317500"/>
                  </a:lnTo>
                  <a:close/>
                </a:path>
                <a:path w="635000" h="635000" fill="none">
                  <a:moveTo>
                    <a:pt x="147374" y="49425"/>
                  </a:moveTo>
                  <a:arcTo wR="317500" hR="317500" stAng="14256000" swAng="1943999"/>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122" name="Harvey 92/100 [92]">
              <a:extLst>
                <a:ext uri="{FF2B5EF4-FFF2-40B4-BE49-F238E27FC236}">
                  <a16:creationId xmlns:a16="http://schemas.microsoft.com/office/drawing/2014/main" id="{7EE30864-DDCC-4BBA-B70A-48810E224581}"/>
                </a:ext>
              </a:extLst>
            </p:cNvPr>
            <p:cNvSpPr>
              <a:spLocks noChangeAspect="1"/>
            </p:cNvSpPr>
            <p:nvPr>
              <p:custDataLst>
                <p:tags r:id="rId126"/>
              </p:custDataLst>
            </p:nvPr>
          </p:nvSpPr>
          <p:spPr>
            <a:xfrm>
              <a:off x="4334905" y="3282696"/>
              <a:ext cx="292608" cy="292608"/>
            </a:xfrm>
            <a:custGeom>
              <a:avLst/>
              <a:gdLst/>
              <a:ahLst/>
              <a:cxnLst/>
              <a:rect l="l" t="t" r="r" b="b"/>
              <a:pathLst>
                <a:path w="635000" h="635000">
                  <a:moveTo>
                    <a:pt x="317500" y="0"/>
                  </a:moveTo>
                  <a:arcTo wR="317500" hR="317500" stAng="16200000" swAng="19872000"/>
                  <a:lnTo>
                    <a:pt x="317500" y="317500"/>
                  </a:lnTo>
                  <a:close/>
                </a:path>
                <a:path w="635000" h="635000" fill="none">
                  <a:moveTo>
                    <a:pt x="164543" y="39272"/>
                  </a:moveTo>
                  <a:arcTo wR="317500" hR="317500" stAng="14472000" swAng="1727999"/>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123" name="Harvey 93/100 [93]">
              <a:extLst>
                <a:ext uri="{FF2B5EF4-FFF2-40B4-BE49-F238E27FC236}">
                  <a16:creationId xmlns:a16="http://schemas.microsoft.com/office/drawing/2014/main" id="{608CA488-A707-4C7A-9287-9DA9A38ED3D4}"/>
                </a:ext>
              </a:extLst>
            </p:cNvPr>
            <p:cNvSpPr>
              <a:spLocks noChangeAspect="1"/>
            </p:cNvSpPr>
            <p:nvPr>
              <p:custDataLst>
                <p:tags r:id="rId127"/>
              </p:custDataLst>
            </p:nvPr>
          </p:nvSpPr>
          <p:spPr>
            <a:xfrm>
              <a:off x="4334905" y="3282696"/>
              <a:ext cx="292608" cy="292608"/>
            </a:xfrm>
            <a:custGeom>
              <a:avLst/>
              <a:gdLst/>
              <a:ahLst/>
              <a:cxnLst/>
              <a:rect l="l" t="t" r="r" b="b"/>
              <a:pathLst>
                <a:path w="635000" h="635000">
                  <a:moveTo>
                    <a:pt x="317500" y="0"/>
                  </a:moveTo>
                  <a:arcTo wR="317500" hR="317500" stAng="16200000" swAng="20088000"/>
                  <a:lnTo>
                    <a:pt x="317500" y="317500"/>
                  </a:lnTo>
                  <a:close/>
                </a:path>
                <a:path w="635000" h="635000" fill="none">
                  <a:moveTo>
                    <a:pt x="182315" y="30217"/>
                  </a:moveTo>
                  <a:arcTo wR="317500" hR="317500" stAng="14688000" swAng="1511999"/>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124" name="Harvey 94/100 [94]">
              <a:extLst>
                <a:ext uri="{FF2B5EF4-FFF2-40B4-BE49-F238E27FC236}">
                  <a16:creationId xmlns:a16="http://schemas.microsoft.com/office/drawing/2014/main" id="{FE1836A9-F92A-4F07-BBB8-2274E290E952}"/>
                </a:ext>
              </a:extLst>
            </p:cNvPr>
            <p:cNvSpPr>
              <a:spLocks noChangeAspect="1"/>
            </p:cNvSpPr>
            <p:nvPr>
              <p:custDataLst>
                <p:tags r:id="rId128"/>
              </p:custDataLst>
            </p:nvPr>
          </p:nvSpPr>
          <p:spPr>
            <a:xfrm>
              <a:off x="4334905" y="3282696"/>
              <a:ext cx="292608" cy="292608"/>
            </a:xfrm>
            <a:custGeom>
              <a:avLst/>
              <a:gdLst/>
              <a:ahLst/>
              <a:cxnLst/>
              <a:rect l="l" t="t" r="r" b="b"/>
              <a:pathLst>
                <a:path w="635000" h="635000">
                  <a:moveTo>
                    <a:pt x="317500" y="0"/>
                  </a:moveTo>
                  <a:arcTo wR="317500" hR="317500" stAng="16200000" swAng="20304000"/>
                  <a:lnTo>
                    <a:pt x="317500" y="317500"/>
                  </a:lnTo>
                  <a:close/>
                </a:path>
                <a:path w="635000" h="635000" fill="none">
                  <a:moveTo>
                    <a:pt x="200620" y="22295"/>
                  </a:moveTo>
                  <a:arcTo wR="317500" hR="317500" stAng="14903999" swAng="1296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125" name="Harvey 95/100 [95]">
              <a:extLst>
                <a:ext uri="{FF2B5EF4-FFF2-40B4-BE49-F238E27FC236}">
                  <a16:creationId xmlns:a16="http://schemas.microsoft.com/office/drawing/2014/main" id="{3169BE73-7F99-46E3-BDA9-D9BB85BE343E}"/>
                </a:ext>
              </a:extLst>
            </p:cNvPr>
            <p:cNvSpPr>
              <a:spLocks noChangeAspect="1"/>
            </p:cNvSpPr>
            <p:nvPr>
              <p:custDataLst>
                <p:tags r:id="rId129"/>
              </p:custDataLst>
            </p:nvPr>
          </p:nvSpPr>
          <p:spPr>
            <a:xfrm>
              <a:off x="4334905" y="3282696"/>
              <a:ext cx="292608" cy="292608"/>
            </a:xfrm>
            <a:custGeom>
              <a:avLst/>
              <a:gdLst/>
              <a:ahLst/>
              <a:cxnLst/>
              <a:rect l="l" t="t" r="r" b="b"/>
              <a:pathLst>
                <a:path w="635000" h="635000">
                  <a:moveTo>
                    <a:pt x="317500" y="0"/>
                  </a:moveTo>
                  <a:arcTo wR="317500" hR="317500" stAng="16200000" swAng="20520000"/>
                  <a:lnTo>
                    <a:pt x="317500" y="317500"/>
                  </a:lnTo>
                  <a:close/>
                </a:path>
                <a:path w="635000" h="635000" fill="none">
                  <a:moveTo>
                    <a:pt x="219387" y="15539"/>
                  </a:moveTo>
                  <a:arcTo wR="317500" hR="317500" stAng="15120000" swAng="1080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126" name="Harvey 96/100 [96]">
              <a:extLst>
                <a:ext uri="{FF2B5EF4-FFF2-40B4-BE49-F238E27FC236}">
                  <a16:creationId xmlns:a16="http://schemas.microsoft.com/office/drawing/2014/main" id="{12E3B5ED-B1AB-4A99-BD20-FF638135BE37}"/>
                </a:ext>
              </a:extLst>
            </p:cNvPr>
            <p:cNvSpPr>
              <a:spLocks noChangeAspect="1"/>
            </p:cNvSpPr>
            <p:nvPr>
              <p:custDataLst>
                <p:tags r:id="rId130"/>
              </p:custDataLst>
            </p:nvPr>
          </p:nvSpPr>
          <p:spPr>
            <a:xfrm>
              <a:off x="4334905" y="3282696"/>
              <a:ext cx="292608" cy="292608"/>
            </a:xfrm>
            <a:custGeom>
              <a:avLst/>
              <a:gdLst/>
              <a:ahLst/>
              <a:cxnLst/>
              <a:rect l="l" t="t" r="r" b="b"/>
              <a:pathLst>
                <a:path w="635000" h="635000">
                  <a:moveTo>
                    <a:pt x="317500" y="0"/>
                  </a:moveTo>
                  <a:arcTo wR="317500" hR="317500" stAng="16200000" swAng="20735999"/>
                  <a:lnTo>
                    <a:pt x="317500" y="317500"/>
                  </a:lnTo>
                  <a:close/>
                </a:path>
                <a:path w="635000" h="635000" fill="none">
                  <a:moveTo>
                    <a:pt x="238540" y="9974"/>
                  </a:moveTo>
                  <a:arcTo wR="317500" hR="317500" stAng="15335999" swAng="864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127" name="Harvey 97/100 [97]">
              <a:extLst>
                <a:ext uri="{FF2B5EF4-FFF2-40B4-BE49-F238E27FC236}">
                  <a16:creationId xmlns:a16="http://schemas.microsoft.com/office/drawing/2014/main" id="{75A7FEAD-6C4B-4F7A-BB60-3A68D96114DE}"/>
                </a:ext>
              </a:extLst>
            </p:cNvPr>
            <p:cNvSpPr>
              <a:spLocks noChangeAspect="1"/>
            </p:cNvSpPr>
            <p:nvPr>
              <p:custDataLst>
                <p:tags r:id="rId131"/>
              </p:custDataLst>
            </p:nvPr>
          </p:nvSpPr>
          <p:spPr>
            <a:xfrm>
              <a:off x="4334905" y="3282696"/>
              <a:ext cx="292608" cy="292608"/>
            </a:xfrm>
            <a:custGeom>
              <a:avLst/>
              <a:gdLst/>
              <a:ahLst/>
              <a:cxnLst/>
              <a:rect l="l" t="t" r="r" b="b"/>
              <a:pathLst>
                <a:path w="635000" h="635000">
                  <a:moveTo>
                    <a:pt x="317500" y="0"/>
                  </a:moveTo>
                  <a:arcTo wR="317500" hR="317500" stAng="16200000" swAng="20952000"/>
                  <a:lnTo>
                    <a:pt x="317500" y="317500"/>
                  </a:lnTo>
                  <a:close/>
                </a:path>
                <a:path w="635000" h="635000" fill="none">
                  <a:moveTo>
                    <a:pt x="258006" y="5623"/>
                  </a:moveTo>
                  <a:arcTo wR="317500" hR="317500" stAng="15552000" swAng="648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128" name="Harvey 98/100 [98]">
              <a:extLst>
                <a:ext uri="{FF2B5EF4-FFF2-40B4-BE49-F238E27FC236}">
                  <a16:creationId xmlns:a16="http://schemas.microsoft.com/office/drawing/2014/main" id="{C4B5128E-9380-4C38-A1EB-CB12E7401609}"/>
                </a:ext>
              </a:extLst>
            </p:cNvPr>
            <p:cNvSpPr>
              <a:spLocks noChangeAspect="1"/>
            </p:cNvSpPr>
            <p:nvPr>
              <p:custDataLst>
                <p:tags r:id="rId132"/>
              </p:custDataLst>
            </p:nvPr>
          </p:nvSpPr>
          <p:spPr>
            <a:xfrm>
              <a:off x="4334905" y="3282696"/>
              <a:ext cx="292608" cy="292608"/>
            </a:xfrm>
            <a:custGeom>
              <a:avLst/>
              <a:gdLst/>
              <a:ahLst/>
              <a:cxnLst/>
              <a:rect l="l" t="t" r="r" b="b"/>
              <a:pathLst>
                <a:path w="635000" h="635000">
                  <a:moveTo>
                    <a:pt x="317500" y="0"/>
                  </a:moveTo>
                  <a:arcTo wR="317500" hR="317500" stAng="16200000" swAng="21168000"/>
                  <a:lnTo>
                    <a:pt x="317500" y="317500"/>
                  </a:lnTo>
                  <a:close/>
                </a:path>
                <a:path w="635000" h="635000" fill="none">
                  <a:moveTo>
                    <a:pt x="277706" y="2503"/>
                  </a:moveTo>
                  <a:arcTo wR="317500" hR="317500" stAng="15768000" swAng="432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129" name="Harvey 99/100 [99]">
              <a:extLst>
                <a:ext uri="{FF2B5EF4-FFF2-40B4-BE49-F238E27FC236}">
                  <a16:creationId xmlns:a16="http://schemas.microsoft.com/office/drawing/2014/main" id="{50F634E4-E5B9-4DA6-9F91-8AF5B6ACF1FB}"/>
                </a:ext>
              </a:extLst>
            </p:cNvPr>
            <p:cNvSpPr>
              <a:spLocks noChangeAspect="1"/>
            </p:cNvSpPr>
            <p:nvPr>
              <p:custDataLst>
                <p:tags r:id="rId133"/>
              </p:custDataLst>
            </p:nvPr>
          </p:nvSpPr>
          <p:spPr>
            <a:xfrm>
              <a:off x="4334905" y="3282696"/>
              <a:ext cx="292608" cy="292608"/>
            </a:xfrm>
            <a:custGeom>
              <a:avLst/>
              <a:gdLst/>
              <a:ahLst/>
              <a:cxnLst/>
              <a:rect l="l" t="t" r="r" b="b"/>
              <a:pathLst>
                <a:path w="635000" h="635000">
                  <a:moveTo>
                    <a:pt x="317500" y="0"/>
                  </a:moveTo>
                  <a:arcTo wR="317500" hR="317500" stAng="16200000" swAng="21384000"/>
                  <a:lnTo>
                    <a:pt x="317500" y="317500"/>
                  </a:lnTo>
                  <a:close/>
                </a:path>
                <a:path w="635000" h="635000" fill="none">
                  <a:moveTo>
                    <a:pt x="297564" y="626"/>
                  </a:moveTo>
                  <a:arcTo wR="317500" hR="317500" stAng="15983999" swAng="216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130" name="Harvey 100/100 [100]">
              <a:extLst>
                <a:ext uri="{FF2B5EF4-FFF2-40B4-BE49-F238E27FC236}">
                  <a16:creationId xmlns:a16="http://schemas.microsoft.com/office/drawing/2014/main" id="{94AA53CD-8233-470E-AFEE-0BCC721BFAE9}"/>
                </a:ext>
              </a:extLst>
            </p:cNvPr>
            <p:cNvSpPr>
              <a:spLocks noChangeAspect="1"/>
            </p:cNvSpPr>
            <p:nvPr>
              <p:custDataLst>
                <p:tags r:id="rId134"/>
              </p:custDataLst>
            </p:nvPr>
          </p:nvSpPr>
          <p:spPr>
            <a:xfrm>
              <a:off x="4334905" y="3282696"/>
              <a:ext cx="292608" cy="292608"/>
            </a:xfrm>
            <a:custGeom>
              <a:avLst/>
              <a:gdLst/>
              <a:ahLst/>
              <a:cxnLst/>
              <a:rect l="l" t="t" r="r" b="b"/>
              <a:pathLst>
                <a:path w="635000" h="635000">
                  <a:moveTo>
                    <a:pt x="317500" y="0"/>
                  </a:moveTo>
                  <a:arcTo wR="317500" hR="317500" stAng="16200000" swAng="21600000"/>
                  <a:close/>
                </a:path>
              </a:pathLst>
            </a:custGeom>
            <a:grpFill/>
            <a:ln w="19050" cmpd="sng">
              <a:solidFill>
                <a:schemeClr val="tx1"/>
              </a:solidFill>
            </a:ln>
          </p:spPr>
          <p:txBody>
            <a:bodyPr/>
            <a:lstStyle/>
            <a:p>
              <a:endParaRPr lang="en-GB" b="0" i="0" dirty="0">
                <a:latin typeface="72 Brand" panose="020B0504030603020204" pitchFamily="34" charset="0"/>
              </a:endParaRPr>
            </a:p>
          </p:txBody>
        </p:sp>
      </p:grpSp>
      <p:sp>
        <p:nvSpPr>
          <p:cNvPr id="131" name="Footnote [Placeholder]" hidden="1">
            <a:extLst>
              <a:ext uri="{FF2B5EF4-FFF2-40B4-BE49-F238E27FC236}">
                <a16:creationId xmlns:a16="http://schemas.microsoft.com/office/drawing/2014/main" id="{1B41FB17-6D57-4EE1-9C4C-9C305D5D6BEC}"/>
              </a:ext>
            </a:extLst>
          </p:cNvPr>
          <p:cNvSpPr txBox="1"/>
          <p:nvPr userDrawn="1"/>
        </p:nvSpPr>
        <p:spPr>
          <a:xfrm>
            <a:off x="503238" y="5984668"/>
            <a:ext cx="10188208" cy="138499"/>
          </a:xfrm>
          <a:prstGeom prst="rect">
            <a:avLst/>
          </a:prstGeom>
          <a:noFill/>
        </p:spPr>
        <p:txBody>
          <a:bodyPr wrap="square" lIns="0" tIns="0" rIns="0" bIns="0" rtlCol="0">
            <a:spAutoFit/>
          </a:bodyPr>
          <a:lstStyle/>
          <a:p>
            <a:pPr fontAlgn="base">
              <a:spcBef>
                <a:spcPct val="50000"/>
              </a:spcBef>
              <a:spcAft>
                <a:spcPct val="0"/>
              </a:spcAft>
              <a:buClr>
                <a:srgbClr val="F0AB00"/>
              </a:buClr>
              <a:buSzPct val="80000"/>
            </a:pPr>
            <a:r>
              <a:rPr lang="en-US" sz="900" b="0" i="0" kern="0" dirty="0">
                <a:latin typeface="72 Brand" panose="020B0504030603020204" pitchFamily="34" charset="0"/>
                <a:ea typeface="72 Brand" pitchFamily="34" charset="-128"/>
                <a:cs typeface="72 Brand" pitchFamily="34" charset="-128"/>
              </a:rPr>
              <a:t>(r) Footnote</a:t>
            </a:r>
          </a:p>
        </p:txBody>
      </p:sp>
      <p:sp>
        <p:nvSpPr>
          <p:cNvPr id="133" name="Discussion [Sticker]" hidden="1">
            <a:extLst>
              <a:ext uri="{FF2B5EF4-FFF2-40B4-BE49-F238E27FC236}">
                <a16:creationId xmlns:a16="http://schemas.microsoft.com/office/drawing/2014/main" id="{7C793D27-9296-461C-878D-BA16CBD91587}"/>
              </a:ext>
            </a:extLst>
          </p:cNvPr>
          <p:cNvSpPr>
            <a:spLocks/>
          </p:cNvSpPr>
          <p:nvPr userDrawn="1"/>
        </p:nvSpPr>
        <p:spPr>
          <a:xfrm>
            <a:off x="10071105" y="896921"/>
            <a:ext cx="2124070" cy="295649"/>
          </a:xfrm>
          <a:prstGeom prst="rect">
            <a:avLst/>
          </a:prstGeom>
          <a:solidFill>
            <a:schemeClr val="accent6">
              <a:lumMod val="60000"/>
              <a:lumOff val="40000"/>
            </a:schemeClr>
          </a:solidFill>
          <a:ln w="19050" cap="flat" cmpd="sng" algn="ctr">
            <a:noFill/>
            <a:prstDash val="solid"/>
          </a:ln>
          <a:effectLst/>
        </p:spPr>
        <p:txBody>
          <a:bodyPr lIns="322318" tIns="46556" rIns="89533" bIns="46556"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395" b="0" i="0" u="none" strike="noStrike" kern="0" cap="none" spc="0" normalizeH="0" baseline="0" noProof="0" dirty="0">
                <a:ln>
                  <a:noFill/>
                </a:ln>
                <a:solidFill>
                  <a:srgbClr val="FFFFFF"/>
                </a:solidFill>
                <a:effectLst/>
                <a:uLnTx/>
                <a:uFillTx/>
                <a:latin typeface="72 Brand" panose="020B0504030603020204" pitchFamily="34" charset="0"/>
                <a:ea typeface="72 Brand Medium" panose="02000000000000000000" pitchFamily="2" charset="0"/>
                <a:cs typeface="+mn-cs"/>
              </a:rPr>
              <a:t>For discussion</a:t>
            </a:r>
          </a:p>
        </p:txBody>
      </p:sp>
      <p:sp>
        <p:nvSpPr>
          <p:cNvPr id="134" name="Internal [Sticker]" hidden="1">
            <a:extLst>
              <a:ext uri="{FF2B5EF4-FFF2-40B4-BE49-F238E27FC236}">
                <a16:creationId xmlns:a16="http://schemas.microsoft.com/office/drawing/2014/main" id="{704CE42F-5A9B-4CC0-8048-99928A53C0C4}"/>
              </a:ext>
            </a:extLst>
          </p:cNvPr>
          <p:cNvSpPr>
            <a:spLocks/>
          </p:cNvSpPr>
          <p:nvPr userDrawn="1"/>
        </p:nvSpPr>
        <p:spPr>
          <a:xfrm>
            <a:off x="10071105" y="896921"/>
            <a:ext cx="2124070" cy="295649"/>
          </a:xfrm>
          <a:prstGeom prst="rect">
            <a:avLst/>
          </a:prstGeom>
          <a:solidFill>
            <a:schemeClr val="accent6">
              <a:lumMod val="60000"/>
              <a:lumOff val="40000"/>
            </a:schemeClr>
          </a:solidFill>
          <a:ln w="19050" cap="flat" cmpd="sng" algn="ctr">
            <a:noFill/>
            <a:prstDash val="solid"/>
          </a:ln>
          <a:effectLst/>
        </p:spPr>
        <p:txBody>
          <a:bodyPr lIns="322318" tIns="46556" rIns="89533" bIns="46556"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395" b="0" i="0" u="none" strike="noStrike" kern="0" cap="none" spc="0" normalizeH="0" baseline="0" noProof="0" dirty="0">
                <a:ln>
                  <a:noFill/>
                </a:ln>
                <a:solidFill>
                  <a:srgbClr val="FFFFFF"/>
                </a:solidFill>
                <a:effectLst/>
                <a:uLnTx/>
                <a:uFillTx/>
                <a:latin typeface="72 Brand" panose="020B0504030603020204" pitchFamily="34" charset="0"/>
                <a:ea typeface="+mn-ea"/>
                <a:cs typeface="+mn-cs"/>
              </a:rPr>
              <a:t>Internal use only</a:t>
            </a:r>
          </a:p>
        </p:txBody>
      </p:sp>
      <p:sp>
        <p:nvSpPr>
          <p:cNvPr id="135" name="Final [Sticker]" hidden="1">
            <a:extLst>
              <a:ext uri="{FF2B5EF4-FFF2-40B4-BE49-F238E27FC236}">
                <a16:creationId xmlns:a16="http://schemas.microsoft.com/office/drawing/2014/main" id="{348603E9-9858-4213-9B5B-929AD136906A}"/>
              </a:ext>
            </a:extLst>
          </p:cNvPr>
          <p:cNvSpPr>
            <a:spLocks/>
          </p:cNvSpPr>
          <p:nvPr userDrawn="1"/>
        </p:nvSpPr>
        <p:spPr>
          <a:xfrm>
            <a:off x="10071105" y="896921"/>
            <a:ext cx="2124070" cy="295649"/>
          </a:xfrm>
          <a:prstGeom prst="rect">
            <a:avLst/>
          </a:prstGeom>
          <a:solidFill>
            <a:schemeClr val="accent6">
              <a:lumMod val="60000"/>
              <a:lumOff val="40000"/>
            </a:schemeClr>
          </a:solidFill>
          <a:ln w="19050" cap="flat" cmpd="sng" algn="ctr">
            <a:noFill/>
            <a:prstDash val="solid"/>
          </a:ln>
          <a:effectLst/>
        </p:spPr>
        <p:txBody>
          <a:bodyPr lIns="322318" tIns="46556" rIns="89533" bIns="46556"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395" b="0" i="0" u="none" strike="noStrike" kern="0" cap="none" spc="0" normalizeH="0" baseline="0" noProof="0" dirty="0">
                <a:ln>
                  <a:noFill/>
                </a:ln>
                <a:solidFill>
                  <a:srgbClr val="FFFFFF"/>
                </a:solidFill>
                <a:effectLst/>
                <a:uLnTx/>
                <a:uFillTx/>
                <a:latin typeface="72 Brand" panose="020B0504030603020204" pitchFamily="34" charset="0"/>
                <a:ea typeface="+mn-ea"/>
                <a:cs typeface="+mn-cs"/>
              </a:rPr>
              <a:t>Final slide</a:t>
            </a:r>
          </a:p>
        </p:txBody>
      </p:sp>
      <p:sp>
        <p:nvSpPr>
          <p:cNvPr id="136" name="Backup [Sticker]" hidden="1">
            <a:extLst>
              <a:ext uri="{FF2B5EF4-FFF2-40B4-BE49-F238E27FC236}">
                <a16:creationId xmlns:a16="http://schemas.microsoft.com/office/drawing/2014/main" id="{7EEB833A-9AFC-4A66-8469-9D3897CE1E66}"/>
              </a:ext>
            </a:extLst>
          </p:cNvPr>
          <p:cNvSpPr>
            <a:spLocks/>
          </p:cNvSpPr>
          <p:nvPr userDrawn="1"/>
        </p:nvSpPr>
        <p:spPr>
          <a:xfrm>
            <a:off x="10071105" y="896921"/>
            <a:ext cx="2124070" cy="295649"/>
          </a:xfrm>
          <a:prstGeom prst="rect">
            <a:avLst/>
          </a:prstGeom>
          <a:solidFill>
            <a:schemeClr val="accent6">
              <a:lumMod val="60000"/>
              <a:lumOff val="40000"/>
            </a:schemeClr>
          </a:solidFill>
          <a:ln w="19050" cap="flat" cmpd="sng" algn="ctr">
            <a:noFill/>
            <a:prstDash val="solid"/>
          </a:ln>
          <a:effectLst/>
        </p:spPr>
        <p:txBody>
          <a:bodyPr lIns="322318" tIns="46556" rIns="89533" bIns="46556"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395" b="0" i="0" u="none" strike="noStrike" kern="0" cap="none" spc="0" normalizeH="0" baseline="0" noProof="0" dirty="0">
                <a:ln>
                  <a:noFill/>
                </a:ln>
                <a:solidFill>
                  <a:srgbClr val="FFFFFF"/>
                </a:solidFill>
                <a:effectLst/>
                <a:uLnTx/>
                <a:uFillTx/>
                <a:latin typeface="72 Brand" panose="020B0504030603020204" pitchFamily="34" charset="0"/>
                <a:ea typeface="+mn-ea"/>
                <a:cs typeface="+mn-cs"/>
              </a:rPr>
              <a:t>Backup</a:t>
            </a:r>
          </a:p>
        </p:txBody>
      </p:sp>
      <p:sp>
        <p:nvSpPr>
          <p:cNvPr id="137" name="Update [Sticker]" hidden="1">
            <a:extLst>
              <a:ext uri="{FF2B5EF4-FFF2-40B4-BE49-F238E27FC236}">
                <a16:creationId xmlns:a16="http://schemas.microsoft.com/office/drawing/2014/main" id="{D41FF937-AB04-46EE-82EF-FCE26A919A7B}"/>
              </a:ext>
            </a:extLst>
          </p:cNvPr>
          <p:cNvSpPr>
            <a:spLocks/>
          </p:cNvSpPr>
          <p:nvPr userDrawn="1"/>
        </p:nvSpPr>
        <p:spPr>
          <a:xfrm>
            <a:off x="10071105" y="896921"/>
            <a:ext cx="2124070" cy="295649"/>
          </a:xfrm>
          <a:prstGeom prst="rect">
            <a:avLst/>
          </a:prstGeom>
          <a:solidFill>
            <a:schemeClr val="accent6">
              <a:lumMod val="60000"/>
              <a:lumOff val="40000"/>
            </a:schemeClr>
          </a:solidFill>
          <a:ln w="19050" cap="flat" cmpd="sng" algn="ctr">
            <a:noFill/>
            <a:prstDash val="solid"/>
          </a:ln>
          <a:effectLst/>
        </p:spPr>
        <p:txBody>
          <a:bodyPr lIns="322318" tIns="46556" rIns="89533" bIns="46556"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395" b="0" i="0" u="none" strike="noStrike" kern="0" cap="none" spc="0" normalizeH="0" baseline="0" noProof="0" dirty="0">
                <a:ln>
                  <a:noFill/>
                </a:ln>
                <a:solidFill>
                  <a:srgbClr val="FFFFFF"/>
                </a:solidFill>
                <a:effectLst/>
                <a:uLnTx/>
                <a:uFillTx/>
                <a:latin typeface="72 Brand" panose="020B0504030603020204" pitchFamily="34" charset="0"/>
                <a:ea typeface="+mn-ea"/>
                <a:cs typeface="+mn-cs"/>
              </a:rPr>
              <a:t>Update data</a:t>
            </a:r>
          </a:p>
        </p:txBody>
      </p:sp>
      <p:sp>
        <p:nvSpPr>
          <p:cNvPr id="138" name="Dummy [Sticker]" hidden="1">
            <a:extLst>
              <a:ext uri="{FF2B5EF4-FFF2-40B4-BE49-F238E27FC236}">
                <a16:creationId xmlns:a16="http://schemas.microsoft.com/office/drawing/2014/main" id="{06C5579C-7A02-48D6-A733-4B9E6D9F1443}"/>
              </a:ext>
            </a:extLst>
          </p:cNvPr>
          <p:cNvSpPr>
            <a:spLocks/>
          </p:cNvSpPr>
          <p:nvPr userDrawn="1"/>
        </p:nvSpPr>
        <p:spPr>
          <a:xfrm>
            <a:off x="10071105" y="896920"/>
            <a:ext cx="2124070" cy="295649"/>
          </a:xfrm>
          <a:prstGeom prst="rect">
            <a:avLst/>
          </a:prstGeom>
          <a:solidFill>
            <a:schemeClr val="accent6">
              <a:lumMod val="60000"/>
              <a:lumOff val="40000"/>
            </a:schemeClr>
          </a:solidFill>
          <a:ln w="19050" cap="flat" cmpd="sng" algn="ctr">
            <a:noFill/>
            <a:prstDash val="solid"/>
          </a:ln>
          <a:effectLst/>
        </p:spPr>
        <p:txBody>
          <a:bodyPr lIns="322318" tIns="46556" rIns="89533" bIns="46556"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395" b="0" i="0" u="none" strike="noStrike" kern="0" cap="none" spc="0" normalizeH="0" baseline="0" noProof="0" dirty="0">
                <a:ln>
                  <a:noFill/>
                </a:ln>
                <a:solidFill>
                  <a:srgbClr val="FFFFFF"/>
                </a:solidFill>
                <a:effectLst/>
                <a:uLnTx/>
                <a:uFillTx/>
                <a:latin typeface="72 Brand" panose="020B0504030603020204" pitchFamily="34" charset="0"/>
              </a:rPr>
              <a:t>Dummy data</a:t>
            </a:r>
          </a:p>
        </p:txBody>
      </p:sp>
      <p:sp>
        <p:nvSpPr>
          <p:cNvPr id="139" name="Formatting [Comment]" hidden="1">
            <a:extLst>
              <a:ext uri="{FF2B5EF4-FFF2-40B4-BE49-F238E27FC236}">
                <a16:creationId xmlns:a16="http://schemas.microsoft.com/office/drawing/2014/main" id="{89EB4C18-DFF3-4A27-ACBB-99DCDC8961A8}"/>
              </a:ext>
            </a:extLst>
          </p:cNvPr>
          <p:cNvSpPr>
            <a:spLocks/>
          </p:cNvSpPr>
          <p:nvPr userDrawn="1"/>
        </p:nvSpPr>
        <p:spPr>
          <a:xfrm>
            <a:off x="9483344" y="1097679"/>
            <a:ext cx="2479101" cy="1277432"/>
          </a:xfrm>
          <a:prstGeom prst="wedgeRectCallout">
            <a:avLst/>
          </a:prstGeom>
          <a:solidFill>
            <a:srgbClr val="FFFF00"/>
          </a:solidFill>
          <a:ln w="12700" cap="flat" cmpd="sng" algn="ctr">
            <a:solidFill>
              <a:srgbClr val="000000"/>
            </a:solidFill>
            <a:prstDash val="solid"/>
            <a:miter lim="800000"/>
          </a:ln>
          <a:effectLst/>
        </p:spPr>
        <p:txBody>
          <a:bodyPr lIns="143252" tIns="143252" rIns="143252" bIns="143252" rtlCol="0" anchor="t"/>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srgbClr val="0A0A0A"/>
                </a:solidFill>
                <a:effectLst/>
                <a:uLnTx/>
                <a:uFillTx/>
                <a:latin typeface="72 Brand" panose="020B0504030603020204" pitchFamily="34" charset="0"/>
              </a:rPr>
              <a:t>&lt;initials&gt; &lt;date&gt;</a:t>
            </a:r>
            <a:r>
              <a:rPr kumimoji="0" lang="en-US" sz="1200" b="0" i="0" u="none" strike="noStrike" kern="0" cap="none" spc="0" normalizeH="0" baseline="0" noProof="0" dirty="0" err="1">
                <a:ln>
                  <a:noFill/>
                </a:ln>
                <a:solidFill>
                  <a:srgbClr val="0A0A0A"/>
                </a:solidFill>
                <a:effectLst/>
                <a:uLnTx/>
                <a:uFillTx/>
                <a:latin typeface="72 Brand" panose="020B0504030603020204" pitchFamily="34" charset="0"/>
              </a:rPr>
              <a:t>yyyy</a:t>
            </a:r>
            <a:r>
              <a:rPr kumimoji="0" lang="en-US" sz="1200" b="0" i="0" u="none" strike="noStrike" kern="0" cap="none" spc="0" normalizeH="0" baseline="0" noProof="0" dirty="0">
                <a:ln>
                  <a:noFill/>
                </a:ln>
                <a:solidFill>
                  <a:srgbClr val="0A0A0A"/>
                </a:solidFill>
                <a:effectLst/>
                <a:uLnTx/>
                <a:uFillTx/>
                <a:latin typeface="72 Brand" panose="020B0504030603020204" pitchFamily="34" charset="0"/>
              </a:rPr>
              <a:t>-MM-dd </a:t>
            </a:r>
            <a:r>
              <a:rPr kumimoji="0" lang="en-US" sz="1200" b="0" i="0" u="none" strike="noStrike" kern="0" cap="none" spc="0" normalizeH="0" baseline="0" noProof="0" dirty="0" err="1">
                <a:ln>
                  <a:noFill/>
                </a:ln>
                <a:solidFill>
                  <a:srgbClr val="0A0A0A"/>
                </a:solidFill>
                <a:effectLst/>
                <a:uLnTx/>
                <a:uFillTx/>
                <a:latin typeface="72 Brand" panose="020B0504030603020204" pitchFamily="34" charset="0"/>
              </a:rPr>
              <a:t>hh:mm</a:t>
            </a:r>
            <a:r>
              <a:rPr kumimoji="0" lang="en-US" sz="1200" b="0" i="0" u="none" strike="noStrike" kern="0" cap="none" spc="0" normalizeH="0" baseline="0" noProof="0" dirty="0">
                <a:ln>
                  <a:noFill/>
                </a:ln>
                <a:solidFill>
                  <a:srgbClr val="0A0A0A"/>
                </a:solidFill>
                <a:effectLst/>
                <a:uLnTx/>
                <a:uFillTx/>
                <a:latin typeface="72 Brand" panose="020B0504030603020204" pitchFamily="34" charset="0"/>
              </a:rPr>
              <a:t>&lt;/date&gt;: </a:t>
            </a:r>
          </a:p>
          <a:p>
            <a:pPr marL="0" marR="0" lvl="0" indent="0" defTabSz="91440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rgbClr val="0A0A0A"/>
              </a:solidFill>
              <a:effectLst/>
              <a:uLnTx/>
              <a:uFillTx/>
              <a:latin typeface="72 Brand" panose="020B0504030603020204" pitchFamily="34" charset="0"/>
            </a:endParaRPr>
          </a:p>
        </p:txBody>
      </p:sp>
      <p:sp>
        <p:nvSpPr>
          <p:cNvPr id="140" name="Content [Comment]" hidden="1">
            <a:extLst>
              <a:ext uri="{FF2B5EF4-FFF2-40B4-BE49-F238E27FC236}">
                <a16:creationId xmlns:a16="http://schemas.microsoft.com/office/drawing/2014/main" id="{906252E7-98DB-45F0-8278-EB60F71B7340}"/>
              </a:ext>
            </a:extLst>
          </p:cNvPr>
          <p:cNvSpPr>
            <a:spLocks/>
          </p:cNvSpPr>
          <p:nvPr userDrawn="1"/>
        </p:nvSpPr>
        <p:spPr>
          <a:xfrm>
            <a:off x="9483344" y="1097671"/>
            <a:ext cx="2479101" cy="1277440"/>
          </a:xfrm>
          <a:prstGeom prst="wedgeRectCallout">
            <a:avLst/>
          </a:prstGeom>
          <a:solidFill>
            <a:srgbClr val="FFFF00"/>
          </a:solidFill>
          <a:ln w="12700" cap="flat" cmpd="sng" algn="ctr">
            <a:solidFill>
              <a:srgbClr val="000000"/>
            </a:solidFill>
            <a:prstDash val="solid"/>
            <a:miter lim="800000"/>
          </a:ln>
          <a:effectLst/>
        </p:spPr>
        <p:txBody>
          <a:bodyPr lIns="143252" tIns="143252" rIns="143252" bIns="143252" rtlCol="0" anchor="t"/>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solidFill>
                  <a:srgbClr val="0A0A0A"/>
                </a:solidFill>
                <a:effectLst/>
                <a:uLnTx/>
                <a:uFillTx/>
                <a:latin typeface="72 Brand" panose="020B0504030603020204" pitchFamily="34" charset="0"/>
              </a:rPr>
              <a:t>&lt;initials&gt; &lt;date&gt;</a:t>
            </a:r>
            <a:r>
              <a:rPr kumimoji="0" lang="en-US" sz="1200" b="0" i="0" u="none" strike="noStrike" kern="0" cap="none" spc="0" normalizeH="0" baseline="0" noProof="0" err="1">
                <a:ln>
                  <a:noFill/>
                </a:ln>
                <a:solidFill>
                  <a:srgbClr val="0A0A0A"/>
                </a:solidFill>
                <a:effectLst/>
                <a:uLnTx/>
                <a:uFillTx/>
                <a:latin typeface="72 Brand" panose="020B0504030603020204" pitchFamily="34" charset="0"/>
              </a:rPr>
              <a:t>yyyy</a:t>
            </a:r>
            <a:r>
              <a:rPr kumimoji="0" lang="en-US" sz="1200" b="0" i="0" u="none" strike="noStrike" kern="0" cap="none" spc="0" normalizeH="0" baseline="0" noProof="0">
                <a:ln>
                  <a:noFill/>
                </a:ln>
                <a:solidFill>
                  <a:srgbClr val="0A0A0A"/>
                </a:solidFill>
                <a:effectLst/>
                <a:uLnTx/>
                <a:uFillTx/>
                <a:latin typeface="72 Brand" panose="020B0504030603020204" pitchFamily="34" charset="0"/>
              </a:rPr>
              <a:t>-MM-dd </a:t>
            </a:r>
            <a:r>
              <a:rPr kumimoji="0" lang="en-US" sz="1200" b="0" i="0" u="none" strike="noStrike" kern="0" cap="none" spc="0" normalizeH="0" baseline="0" noProof="0" err="1">
                <a:ln>
                  <a:noFill/>
                </a:ln>
                <a:solidFill>
                  <a:srgbClr val="0A0A0A"/>
                </a:solidFill>
                <a:effectLst/>
                <a:uLnTx/>
                <a:uFillTx/>
                <a:latin typeface="72 Brand" panose="020B0504030603020204" pitchFamily="34" charset="0"/>
              </a:rPr>
              <a:t>hh:mm</a:t>
            </a:r>
            <a:r>
              <a:rPr kumimoji="0" lang="en-US" sz="1200" b="0" i="0" u="none" strike="noStrike" kern="0" cap="none" spc="0" normalizeH="0" baseline="0" noProof="0">
                <a:ln>
                  <a:noFill/>
                </a:ln>
                <a:solidFill>
                  <a:srgbClr val="0A0A0A"/>
                </a:solidFill>
                <a:effectLst/>
                <a:uLnTx/>
                <a:uFillTx/>
                <a:latin typeface="72 Brand" panose="020B0504030603020204" pitchFamily="34" charset="0"/>
              </a:rPr>
              <a:t>&lt;/date&gt;: </a:t>
            </a:r>
          </a:p>
        </p:txBody>
      </p:sp>
      <p:sp>
        <p:nvSpPr>
          <p:cNvPr id="141" name="Draft [Sticker]" hidden="1">
            <a:extLst>
              <a:ext uri="{FF2B5EF4-FFF2-40B4-BE49-F238E27FC236}">
                <a16:creationId xmlns:a16="http://schemas.microsoft.com/office/drawing/2014/main" id="{904633E3-6BC9-4C5E-B74A-8B9D4AE95B20}"/>
              </a:ext>
            </a:extLst>
          </p:cNvPr>
          <p:cNvSpPr/>
          <p:nvPr userDrawn="1"/>
        </p:nvSpPr>
        <p:spPr bwMode="gray">
          <a:xfrm rot="18900000">
            <a:off x="2916643" y="2819462"/>
            <a:ext cx="6361889" cy="1219077"/>
          </a:xfrm>
          <a:prstGeom prst="rect">
            <a:avLst/>
          </a:prstGeom>
          <a:noFill/>
          <a:ln w="2540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8800" b="0" i="0" u="none" strike="noStrike" kern="0" cap="none" spc="0" normalizeH="0" baseline="0" noProof="0">
                <a:ln>
                  <a:noFill/>
                </a:ln>
                <a:solidFill>
                  <a:schemeClr val="tx2"/>
                </a:solidFill>
                <a:effectLst/>
                <a:uLnTx/>
                <a:uFillTx/>
                <a:latin typeface="72 Brand" panose="020B0504030603020204" pitchFamily="34" charset="0"/>
                <a:ea typeface="72 Brand" pitchFamily="34" charset="-128"/>
                <a:cs typeface="72 Brand" pitchFamily="34" charset="-128"/>
              </a:rPr>
              <a:t>DRAFT</a:t>
            </a:r>
          </a:p>
        </p:txBody>
      </p:sp>
    </p:spTree>
    <p:extLst>
      <p:ext uri="{BB962C8B-B14F-4D97-AF65-F5344CB8AC3E}">
        <p14:creationId xmlns:p14="http://schemas.microsoft.com/office/powerpoint/2010/main" val="3408294523"/>
      </p:ext>
    </p:extLst>
  </p:cSld>
  <p:clrMap bg1="lt1" tx1="dk1" bg2="lt2" tx2="dk2" accent1="accent1" accent2="accent2" accent3="accent3" accent4="accent4" accent5="accent5" accent6="accent6" hlink="hlink" folHlink="folHlink"/>
  <p:sldLayoutIdLst>
    <p:sldLayoutId id="2147483780" r:id="rId1"/>
    <p:sldLayoutId id="2147483861" r:id="rId2"/>
    <p:sldLayoutId id="2147483862" r:id="rId3"/>
    <p:sldLayoutId id="2147483819" r:id="rId4"/>
    <p:sldLayoutId id="2147483741" r:id="rId5"/>
    <p:sldLayoutId id="2147483765" r:id="rId6"/>
    <p:sldLayoutId id="2147483800" r:id="rId7"/>
    <p:sldLayoutId id="2147483744" r:id="rId8"/>
    <p:sldLayoutId id="2147483860" r:id="rId9"/>
    <p:sldLayoutId id="2147483864" r:id="rId10"/>
    <p:sldLayoutId id="2147483865" r:id="rId11"/>
    <p:sldLayoutId id="2147483743" r:id="rId12"/>
    <p:sldLayoutId id="2147483774" r:id="rId13"/>
    <p:sldLayoutId id="2147483863" r:id="rId14"/>
    <p:sldLayoutId id="2147483745" r:id="rId15"/>
    <p:sldLayoutId id="2147483760" r:id="rId16"/>
    <p:sldLayoutId id="2147483768" r:id="rId17"/>
    <p:sldLayoutId id="2147483769" r:id="rId18"/>
    <p:sldLayoutId id="2147483770" r:id="rId19"/>
    <p:sldLayoutId id="2147483757" r:id="rId20"/>
    <p:sldLayoutId id="2147483771" r:id="rId21"/>
    <p:sldLayoutId id="2147483763" r:id="rId22"/>
    <p:sldLayoutId id="2147483751" r:id="rId23"/>
    <p:sldLayoutId id="2147483824" r:id="rId24"/>
    <p:sldLayoutId id="2147483802" r:id="rId25"/>
    <p:sldLayoutId id="2147483867" r:id="rId26"/>
    <p:sldLayoutId id="2147483868" r:id="rId27"/>
    <p:sldLayoutId id="2147483869" r:id="rId28"/>
  </p:sldLayoutIdLst>
  <p:hf hdr="0" ftr="0" dt="0"/>
  <p:txStyles>
    <p:titleStyle>
      <a:lvl1pPr algn="l" defTabSz="1088558" rtl="0" eaLnBrk="1" latinLnBrk="0" hangingPunct="1">
        <a:spcBef>
          <a:spcPct val="0"/>
        </a:spcBef>
        <a:buNone/>
        <a:defRPr sz="2400" b="0" i="0" kern="1200" baseline="0">
          <a:solidFill>
            <a:schemeClr val="tx1"/>
          </a:solidFill>
          <a:latin typeface="72 Brand Medium" panose="020B0504030603020204" pitchFamily="34" charset="0"/>
          <a:ea typeface="+mj-ea"/>
          <a:cs typeface="+mj-cs"/>
        </a:defRPr>
      </a:lvl1pPr>
    </p:titleStyle>
    <p:bodyStyle>
      <a:lvl1pPr marL="0" indent="0" algn="l" defTabSz="1088558" rtl="0" eaLnBrk="1" latinLnBrk="0" hangingPunct="1">
        <a:spcBef>
          <a:spcPts val="1800"/>
        </a:spcBef>
        <a:buClrTx/>
        <a:buSzPct val="80000"/>
        <a:buFont typeface="72 Brand" panose="02000000000000000000" pitchFamily="2" charset="0"/>
        <a:buChar char="​"/>
        <a:defRPr sz="2000" b="0" i="0" kern="1200">
          <a:solidFill>
            <a:schemeClr val="tx1"/>
          </a:solidFill>
          <a:latin typeface="+mn-lt"/>
          <a:ea typeface="+mn-ea"/>
          <a:cs typeface="+mn-cs"/>
        </a:defRPr>
      </a:lvl1pPr>
      <a:lvl2pPr marL="179964" indent="-179964" algn="l" defTabSz="1088558" rtl="0" eaLnBrk="1" latinLnBrk="0" hangingPunct="1">
        <a:spcBef>
          <a:spcPts val="600"/>
        </a:spcBef>
        <a:buClr>
          <a:schemeClr val="tx1"/>
        </a:buClr>
        <a:buSzPct val="100000"/>
        <a:buFont typeface="Arial" panose="020B0604020202020204" pitchFamily="34" charset="0"/>
        <a:buChar char="•"/>
        <a:defRPr sz="1800" b="0" i="0" kern="1200">
          <a:solidFill>
            <a:schemeClr val="tx1"/>
          </a:solidFill>
          <a:latin typeface="+mn-lt"/>
          <a:ea typeface="+mn-ea"/>
          <a:cs typeface="+mn-cs"/>
        </a:defRPr>
      </a:lvl2pPr>
      <a:lvl3pPr marL="358775" indent="-179388" algn="l" defTabSz="1088558" rtl="0" eaLnBrk="1" latinLnBrk="0" hangingPunct="1">
        <a:spcBef>
          <a:spcPts val="300"/>
        </a:spcBef>
        <a:buClr>
          <a:schemeClr val="tx1"/>
        </a:buClr>
        <a:buSzPct val="100000"/>
        <a:buFont typeface="Arial" panose="020B0604020202020204" pitchFamily="34" charset="0"/>
        <a:buChar char="–"/>
        <a:defRPr lang="en-US" sz="1800" b="0" i="0" kern="1200" noProof="0" dirty="0" smtClean="0">
          <a:solidFill>
            <a:schemeClr val="tx1"/>
          </a:solidFill>
          <a:latin typeface="+mn-lt"/>
          <a:ea typeface="+mn-ea"/>
          <a:cs typeface="+mn-cs"/>
        </a:defRPr>
      </a:lvl3pPr>
      <a:lvl4pPr marL="539892" indent="-179964" algn="l" defTabSz="1088558" rtl="0" eaLnBrk="1" latinLnBrk="0" hangingPunct="1">
        <a:spcBef>
          <a:spcPts val="300"/>
        </a:spcBef>
        <a:buClr>
          <a:schemeClr val="tx1"/>
        </a:buClr>
        <a:buSzPct val="80000"/>
        <a:buFont typeface="Courier New" panose="02070309020205020404" pitchFamily="49" charset="0"/>
        <a:buChar char="o"/>
        <a:defRPr sz="1600" b="0" i="0" kern="1200">
          <a:solidFill>
            <a:schemeClr val="tx1"/>
          </a:solidFill>
          <a:latin typeface="+mn-lt"/>
          <a:ea typeface="+mn-ea"/>
          <a:cs typeface="+mn-cs"/>
        </a:defRPr>
      </a:lvl4pPr>
      <a:lvl5pPr marL="719856" indent="-179964" algn="l" defTabSz="1088558" rtl="0" eaLnBrk="1" latinLnBrk="0" hangingPunct="1">
        <a:spcBef>
          <a:spcPts val="100"/>
        </a:spcBef>
        <a:buClr>
          <a:schemeClr val="tx1"/>
        </a:buClr>
        <a:buSzPct val="100000"/>
        <a:buFont typeface="Symbol" panose="05050102010706020507" pitchFamily="18" charset="2"/>
        <a:buChar char="-"/>
        <a:defRPr sz="1400" b="0" i="0" kern="1200" baseline="0">
          <a:solidFill>
            <a:schemeClr val="tx1"/>
          </a:solidFill>
          <a:latin typeface="+mn-lt"/>
          <a:ea typeface="+mn-ea"/>
          <a:cs typeface="+mn-cs"/>
        </a:defRPr>
      </a:lvl5pPr>
      <a:lvl6pPr marL="2993535"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6pPr>
      <a:lvl7pPr marL="3537814"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7pPr>
      <a:lvl8pPr marL="408209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8pPr>
      <a:lvl9pPr marL="462637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9pPr>
    </p:bodyStyle>
    <p:otherStyle>
      <a:defPPr>
        <a:defRPr lang="de-DE"/>
      </a:defPPr>
      <a:lvl1pPr marL="0" algn="l" defTabSz="1088558" rtl="0" eaLnBrk="1" latinLnBrk="0" hangingPunct="1">
        <a:defRPr sz="2100" kern="1200">
          <a:solidFill>
            <a:schemeClr val="tx1"/>
          </a:solidFill>
          <a:latin typeface="+mn-lt"/>
          <a:ea typeface="+mn-ea"/>
          <a:cs typeface="+mn-cs"/>
        </a:defRPr>
      </a:lvl1pPr>
      <a:lvl2pPr marL="544279" algn="l" defTabSz="1088558" rtl="0" eaLnBrk="1" latinLnBrk="0" hangingPunct="1">
        <a:defRPr sz="2100" kern="1200">
          <a:solidFill>
            <a:schemeClr val="tx1"/>
          </a:solidFill>
          <a:latin typeface="+mn-lt"/>
          <a:ea typeface="+mn-ea"/>
          <a:cs typeface="+mn-cs"/>
        </a:defRPr>
      </a:lvl2pPr>
      <a:lvl3pPr marL="1088558" algn="l" defTabSz="1088558" rtl="0" eaLnBrk="1" latinLnBrk="0" hangingPunct="1">
        <a:defRPr sz="2100" kern="1200">
          <a:solidFill>
            <a:schemeClr val="tx1"/>
          </a:solidFill>
          <a:latin typeface="+mn-lt"/>
          <a:ea typeface="+mn-ea"/>
          <a:cs typeface="+mn-cs"/>
        </a:defRPr>
      </a:lvl3pPr>
      <a:lvl4pPr marL="1632837" algn="l" defTabSz="1088558" rtl="0" eaLnBrk="1" latinLnBrk="0" hangingPunct="1">
        <a:defRPr sz="2100" kern="1200">
          <a:solidFill>
            <a:schemeClr val="tx1"/>
          </a:solidFill>
          <a:latin typeface="+mn-lt"/>
          <a:ea typeface="+mn-ea"/>
          <a:cs typeface="+mn-cs"/>
        </a:defRPr>
      </a:lvl4pPr>
      <a:lvl5pPr marL="2177116" algn="l" defTabSz="1088558" rtl="0" eaLnBrk="1" latinLnBrk="0" hangingPunct="1">
        <a:defRPr sz="2100" kern="1200">
          <a:solidFill>
            <a:schemeClr val="tx1"/>
          </a:solidFill>
          <a:latin typeface="+mn-lt"/>
          <a:ea typeface="+mn-ea"/>
          <a:cs typeface="+mn-cs"/>
        </a:defRPr>
      </a:lvl5pPr>
      <a:lvl6pPr marL="2721396" algn="l" defTabSz="1088558" rtl="0" eaLnBrk="1" latinLnBrk="0" hangingPunct="1">
        <a:defRPr sz="2100" kern="1200">
          <a:solidFill>
            <a:schemeClr val="tx1"/>
          </a:solidFill>
          <a:latin typeface="+mn-lt"/>
          <a:ea typeface="+mn-ea"/>
          <a:cs typeface="+mn-cs"/>
        </a:defRPr>
      </a:lvl6pPr>
      <a:lvl7pPr marL="3265675" algn="l" defTabSz="1088558" rtl="0" eaLnBrk="1" latinLnBrk="0" hangingPunct="1">
        <a:defRPr sz="2100" kern="1200">
          <a:solidFill>
            <a:schemeClr val="tx1"/>
          </a:solidFill>
          <a:latin typeface="+mn-lt"/>
          <a:ea typeface="+mn-ea"/>
          <a:cs typeface="+mn-cs"/>
        </a:defRPr>
      </a:lvl7pPr>
      <a:lvl8pPr marL="3809954" algn="l" defTabSz="1088558" rtl="0" eaLnBrk="1" latinLnBrk="0" hangingPunct="1">
        <a:defRPr sz="2100" kern="1200">
          <a:solidFill>
            <a:schemeClr val="tx1"/>
          </a:solidFill>
          <a:latin typeface="+mn-lt"/>
          <a:ea typeface="+mn-ea"/>
          <a:cs typeface="+mn-cs"/>
        </a:defRPr>
      </a:lvl8pPr>
      <a:lvl9pPr marL="4354233" algn="l" defTabSz="1088558" rtl="0" eaLnBrk="1" latinLnBrk="0" hangingPunct="1">
        <a:defRPr sz="21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973" userDrawn="1">
          <p15:clr>
            <a:srgbClr val="F26B43"/>
          </p15:clr>
        </p15:guide>
        <p15:guide id="3" orient="horz" pos="317" userDrawn="1">
          <p15:clr>
            <a:srgbClr val="F26B43"/>
          </p15:clr>
        </p15:guide>
        <p15:guide id="4" pos="317" userDrawn="1">
          <p15:clr>
            <a:srgbClr val="F26B43"/>
          </p15:clr>
        </p15:guide>
        <p15:guide id="5" pos="7373" userDrawn="1">
          <p15:clr>
            <a:srgbClr val="F26B43"/>
          </p15:clr>
        </p15:guide>
        <p15:guide id="6" orient="horz" pos="3997"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5.xml"/><Relationship Id="rId2" Type="http://schemas.openxmlformats.org/officeDocument/2006/relationships/customXml" Target="../../customXml/item1.xml"/><Relationship Id="rId1" Type="http://schemas.openxmlformats.org/officeDocument/2006/relationships/customXml" Target="../../customXml/item7.xml"/><Relationship Id="rId6" Type="http://schemas.openxmlformats.org/officeDocument/2006/relationships/image" Target="../media/image18.png"/><Relationship Id="rId5" Type="http://schemas.openxmlformats.org/officeDocument/2006/relationships/image" Target="../media/image17.jpg"/><Relationship Id="rId4"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12.xml"/><Relationship Id="rId1" Type="http://schemas.openxmlformats.org/officeDocument/2006/relationships/tags" Target="../tags/tag125.xml"/><Relationship Id="rId5" Type="http://schemas.openxmlformats.org/officeDocument/2006/relationships/image" Target="../media/image19.emf"/><Relationship Id="rId4" Type="http://schemas.openxmlformats.org/officeDocument/2006/relationships/oleObject" Target="../embeddings/oleObject1.bin"/></Relationships>
</file>

<file path=ppt/slides/_rels/slide5.xml.rels><?xml version="1.0" encoding="UTF-8" standalone="yes"?>
<Relationships xmlns="http://schemas.openxmlformats.org/package/2006/relationships"><Relationship Id="rId3" Type="http://schemas.openxmlformats.org/officeDocument/2006/relationships/hyperlink" Target="https://api.sap.com/" TargetMode="External"/><Relationship Id="rId2" Type="http://schemas.openxmlformats.org/officeDocument/2006/relationships/notesSlide" Target="../notesSlides/notesSlide3.xml"/><Relationship Id="rId1" Type="http://schemas.openxmlformats.org/officeDocument/2006/relationships/slideLayout" Target="../slideLayouts/slideLayout15.xml"/><Relationship Id="rId5" Type="http://schemas.openxmlformats.org/officeDocument/2006/relationships/hyperlink" Target="https://www.sap.com/products/technology-platform/build.html" TargetMode="External"/><Relationship Id="rId4" Type="http://schemas.openxmlformats.org/officeDocument/2006/relationships/hyperlink" Target="https://sap.github.io/abap-atc-cr-cv-s4hc/?version=objectClassifications.json"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20.png"/><Relationship Id="rId7" Type="http://schemas.openxmlformats.org/officeDocument/2006/relationships/image" Target="../media/image23.png"/><Relationship Id="rId2" Type="http://schemas.openxmlformats.org/officeDocument/2006/relationships/notesSlide" Target="../notesSlides/notesSlide4.xml"/><Relationship Id="rId1" Type="http://schemas.openxmlformats.org/officeDocument/2006/relationships/slideLayout" Target="../slideLayouts/slideLayout26.xml"/><Relationship Id="rId6" Type="http://schemas.openxmlformats.org/officeDocument/2006/relationships/image" Target="../media/image22.png"/><Relationship Id="rId5" Type="http://schemas.openxmlformats.org/officeDocument/2006/relationships/hyperlink" Target="https://help.sap.com/docs/sap-btp-guidance-framework/sap-application-extension-methodology/sap-application-extension-methodology-overview" TargetMode="External"/><Relationship Id="rId4" Type="http://schemas.openxmlformats.org/officeDocument/2006/relationships/image" Target="../media/image21.png"/></Relationships>
</file>

<file path=ppt/slides/_rels/slide8.xml.rels><?xml version="1.0" encoding="UTF-8" standalone="yes"?>
<Relationships xmlns="http://schemas.openxmlformats.org/package/2006/relationships"><Relationship Id="rId3" Type="http://schemas.openxmlformats.org/officeDocument/2006/relationships/hyperlink" Target="https://me.sap.com/notes/3578329" TargetMode="External"/><Relationship Id="rId2" Type="http://schemas.openxmlformats.org/officeDocument/2006/relationships/notesSlide" Target="../notesSlides/notesSlide5.xml"/><Relationship Id="rId1" Type="http://schemas.openxmlformats.org/officeDocument/2006/relationships/slideLayout" Target="../slideLayouts/slideLayout2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hyperlink" Target="https://www.linkedin.com/in/marcomatha/" TargetMode="External"/><Relationship Id="rId1" Type="http://schemas.openxmlformats.org/officeDocument/2006/relationships/slideLayout" Target="../slideLayouts/slideLayout2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6.xml"/></Relationships>
</file>

<file path=ppt/slides/_rels/slide1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8.xml"/><Relationship Id="rId1" Type="http://schemas.openxmlformats.org/officeDocument/2006/relationships/slideLayout" Target="../slideLayouts/slideLayout2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6.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6.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6.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8" Type="http://schemas.openxmlformats.org/officeDocument/2006/relationships/image" Target="../media/image31.png"/><Relationship Id="rId13" Type="http://schemas.openxmlformats.org/officeDocument/2006/relationships/image" Target="../media/image36.png"/><Relationship Id="rId3" Type="http://schemas.openxmlformats.org/officeDocument/2006/relationships/image" Target="../media/image26.svg"/><Relationship Id="rId7" Type="http://schemas.openxmlformats.org/officeDocument/2006/relationships/image" Target="../media/image30.svg"/><Relationship Id="rId12" Type="http://schemas.openxmlformats.org/officeDocument/2006/relationships/image" Target="../media/image35.svg"/><Relationship Id="rId2" Type="http://schemas.openxmlformats.org/officeDocument/2006/relationships/image" Target="../media/image25.png"/><Relationship Id="rId16" Type="http://schemas.openxmlformats.org/officeDocument/2006/relationships/image" Target="../media/image39.svg"/><Relationship Id="rId1" Type="http://schemas.openxmlformats.org/officeDocument/2006/relationships/slideLayout" Target="../slideLayouts/slideLayout12.xml"/><Relationship Id="rId6" Type="http://schemas.openxmlformats.org/officeDocument/2006/relationships/image" Target="../media/image29.png"/><Relationship Id="rId11" Type="http://schemas.openxmlformats.org/officeDocument/2006/relationships/image" Target="../media/image34.png"/><Relationship Id="rId5" Type="http://schemas.openxmlformats.org/officeDocument/2006/relationships/image" Target="../media/image28.svg"/><Relationship Id="rId15" Type="http://schemas.openxmlformats.org/officeDocument/2006/relationships/image" Target="../media/image38.png"/><Relationship Id="rId10" Type="http://schemas.openxmlformats.org/officeDocument/2006/relationships/image" Target="../media/image33.png"/><Relationship Id="rId4" Type="http://schemas.openxmlformats.org/officeDocument/2006/relationships/image" Target="../media/image27.png"/><Relationship Id="rId9" Type="http://schemas.openxmlformats.org/officeDocument/2006/relationships/image" Target="../media/image32.svg"/><Relationship Id="rId14" Type="http://schemas.openxmlformats.org/officeDocument/2006/relationships/image" Target="../media/image37.sv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6.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6.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6.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6.xml"/></Relationships>
</file>

<file path=ppt/slides/_rels/slide30.xml.rels><?xml version="1.0" encoding="UTF-8" standalone="yes"?>
<Relationships xmlns="http://schemas.openxmlformats.org/package/2006/relationships"><Relationship Id="rId8" Type="http://schemas.openxmlformats.org/officeDocument/2006/relationships/image" Target="../media/image40.png"/><Relationship Id="rId13" Type="http://schemas.openxmlformats.org/officeDocument/2006/relationships/image" Target="../media/image33.png"/><Relationship Id="rId18" Type="http://schemas.openxmlformats.org/officeDocument/2006/relationships/image" Target="../media/image38.png"/><Relationship Id="rId3" Type="http://schemas.openxmlformats.org/officeDocument/2006/relationships/image" Target="../media/image26.svg"/><Relationship Id="rId7" Type="http://schemas.openxmlformats.org/officeDocument/2006/relationships/image" Target="../media/image30.svg"/><Relationship Id="rId12" Type="http://schemas.openxmlformats.org/officeDocument/2006/relationships/image" Target="../media/image32.svg"/><Relationship Id="rId17" Type="http://schemas.openxmlformats.org/officeDocument/2006/relationships/image" Target="../media/image37.svg"/><Relationship Id="rId2" Type="http://schemas.openxmlformats.org/officeDocument/2006/relationships/image" Target="../media/image25.png"/><Relationship Id="rId16" Type="http://schemas.openxmlformats.org/officeDocument/2006/relationships/image" Target="../media/image36.png"/><Relationship Id="rId1" Type="http://schemas.openxmlformats.org/officeDocument/2006/relationships/slideLayout" Target="../slideLayouts/slideLayout12.xml"/><Relationship Id="rId6" Type="http://schemas.openxmlformats.org/officeDocument/2006/relationships/image" Target="../media/image29.png"/><Relationship Id="rId11" Type="http://schemas.openxmlformats.org/officeDocument/2006/relationships/image" Target="../media/image31.png"/><Relationship Id="rId5" Type="http://schemas.openxmlformats.org/officeDocument/2006/relationships/image" Target="../media/image28.svg"/><Relationship Id="rId15" Type="http://schemas.openxmlformats.org/officeDocument/2006/relationships/image" Target="../media/image35.svg"/><Relationship Id="rId10" Type="http://schemas.openxmlformats.org/officeDocument/2006/relationships/image" Target="../media/image42.png"/><Relationship Id="rId19" Type="http://schemas.openxmlformats.org/officeDocument/2006/relationships/image" Target="../media/image39.svg"/><Relationship Id="rId4" Type="http://schemas.openxmlformats.org/officeDocument/2006/relationships/image" Target="../media/image27.png"/><Relationship Id="rId9" Type="http://schemas.openxmlformats.org/officeDocument/2006/relationships/image" Target="../media/image41.png"/><Relationship Id="rId14" Type="http://schemas.openxmlformats.org/officeDocument/2006/relationships/image" Target="../media/image3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F835580-24E3-5075-99E6-64142035AA39}"/>
              </a:ext>
            </a:extLst>
          </p:cNvPr>
          <p:cNvSpPr>
            <a:spLocks noGrp="1"/>
          </p:cNvSpPr>
          <p:nvPr>
            <p:ph type="title"/>
          </p:nvPr>
        </p:nvSpPr>
        <p:spPr/>
        <p:txBody>
          <a:bodyPr/>
          <a:lstStyle/>
          <a:p>
            <a:r>
              <a:rPr lang="en-US" b="1" dirty="0"/>
              <a:t>XP262 </a:t>
            </a:r>
            <a:r>
              <a:rPr lang="en-US" dirty="0"/>
              <a:t> | </a:t>
            </a:r>
            <a:br>
              <a:rPr lang="en-US" dirty="0"/>
            </a:br>
            <a:r>
              <a:rPr lang="en-US" b="1" dirty="0"/>
              <a:t>Best practices for a successful clean core journey with</a:t>
            </a:r>
            <a:br>
              <a:rPr lang="en-US" b="1" dirty="0"/>
            </a:br>
            <a:r>
              <a:rPr lang="en-US" b="1" dirty="0"/>
              <a:t>SAP Build solutions</a:t>
            </a:r>
            <a:endParaRPr lang="de-DE" dirty="0"/>
          </a:p>
        </p:txBody>
      </p:sp>
      <p:sp>
        <p:nvSpPr>
          <p:cNvPr id="3" name="Textplatzhalter 2">
            <a:extLst>
              <a:ext uri="{FF2B5EF4-FFF2-40B4-BE49-F238E27FC236}">
                <a16:creationId xmlns:a16="http://schemas.microsoft.com/office/drawing/2014/main" id="{BB2F0D3F-582A-6500-4836-99E448836160}"/>
              </a:ext>
            </a:extLst>
          </p:cNvPr>
          <p:cNvSpPr>
            <a:spLocks noGrp="1"/>
          </p:cNvSpPr>
          <p:nvPr>
            <p:ph type="body" sz="quarter" idx="23"/>
          </p:nvPr>
        </p:nvSpPr>
        <p:spPr/>
        <p:txBody>
          <a:bodyPr>
            <a:normAutofit fontScale="77500" lnSpcReduction="20000"/>
          </a:bodyPr>
          <a:lstStyle/>
          <a:p>
            <a:r>
              <a:rPr lang="de-DE" dirty="0"/>
              <a:t>Marco Matha</a:t>
            </a:r>
          </a:p>
          <a:p>
            <a:endParaRPr lang="de-DE" dirty="0"/>
          </a:p>
          <a:p>
            <a:r>
              <a:rPr lang="de-DE" dirty="0"/>
              <a:t>Katrin von Ahsen, Marc Huber, Niklas Siemer</a:t>
            </a:r>
            <a:endParaRPr lang="de-DE" dirty="0">
              <a:ea typeface="72 Brand"/>
            </a:endParaRPr>
          </a:p>
        </p:txBody>
      </p:sp>
      <p:sp>
        <p:nvSpPr>
          <p:cNvPr id="4" name="Textplatzhalter 3">
            <a:extLst>
              <a:ext uri="{FF2B5EF4-FFF2-40B4-BE49-F238E27FC236}">
                <a16:creationId xmlns:a16="http://schemas.microsoft.com/office/drawing/2014/main" id="{68FBC666-28A0-B37D-A748-E3973951B0EC}"/>
              </a:ext>
            </a:extLst>
          </p:cNvPr>
          <p:cNvSpPr>
            <a:spLocks noGrp="1"/>
          </p:cNvSpPr>
          <p:nvPr>
            <p:ph type="body" sz="quarter" idx="25"/>
          </p:nvPr>
        </p:nvSpPr>
        <p:spPr/>
        <p:txBody>
          <a:bodyPr/>
          <a:lstStyle/>
          <a:p>
            <a:r>
              <a:rPr lang="de-DE"/>
              <a:t>November 2025</a:t>
            </a:r>
          </a:p>
        </p:txBody>
      </p:sp>
    </p:spTree>
    <p:extLst>
      <p:ext uri="{BB962C8B-B14F-4D97-AF65-F5344CB8AC3E}">
        <p14:creationId xmlns:p14="http://schemas.microsoft.com/office/powerpoint/2010/main" val="355980204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Bildplatzhalter 6">
            <a:extLst>
              <a:ext uri="{FF2B5EF4-FFF2-40B4-BE49-F238E27FC236}">
                <a16:creationId xmlns:a16="http://schemas.microsoft.com/office/drawing/2014/main" id="{0367C36E-CF08-8171-4E41-AF488350814C}"/>
              </a:ext>
            </a:extLst>
          </p:cNvPr>
          <p:cNvPicPr>
            <a:picLocks noGrp="1" noChangeAspect="1"/>
          </p:cNvPicPr>
          <p:nvPr>
            <p:ph type="pic" sz="quarter" idx="10"/>
          </p:nvPr>
        </p:nvPicPr>
        <p:blipFill>
          <a:blip r:embed="rId5"/>
          <a:srcRect l="21895" r="35004" b="8131"/>
          <a:stretch>
            <a:fillRect/>
          </a:stretch>
        </p:blipFill>
        <p:spPr>
          <a:xfrm>
            <a:off x="7364186" y="0"/>
            <a:ext cx="4830989" cy="6858000"/>
          </a:xfrm>
        </p:spPr>
      </p:pic>
      <p:sp>
        <p:nvSpPr>
          <p:cNvPr id="2" name="Agenda"/>
          <p:cNvSpPr>
            <a:spLocks noGrp="1"/>
          </p:cNvSpPr>
          <p:nvPr>
            <p:ph type="title"/>
          </p:nvPr>
        </p:nvSpPr>
        <p:spPr bwMode="gray"/>
        <p:txBody>
          <a:bodyPr/>
          <a:lstStyle/>
          <a:p>
            <a:r>
              <a:rPr lang="en-US"/>
              <a:t>Agenda</a:t>
            </a:r>
          </a:p>
        </p:txBody>
      </p:sp>
      <p:sp>
        <p:nvSpPr>
          <p:cNvPr id="3" name="Agenda items"/>
          <p:cNvSpPr>
            <a:spLocks noGrp="1"/>
          </p:cNvSpPr>
          <p:nvPr>
            <p:ph type="body" sz="quarter" idx="11"/>
          </p:nvPr>
        </p:nvSpPr>
        <p:spPr bwMode="gray">
          <a:xfrm>
            <a:off x="504000" y="1058333"/>
            <a:ext cx="6212683" cy="5277567"/>
          </a:xfrm>
        </p:spPr>
        <p:txBody>
          <a:bodyPr>
            <a:noAutofit/>
          </a:bodyPr>
          <a:lstStyle/>
          <a:p>
            <a:pPr marL="0" lvl="1" indent="0">
              <a:buNone/>
            </a:pPr>
            <a:r>
              <a:rPr lang="en-US" sz="2000" dirty="0"/>
              <a:t>Introduction</a:t>
            </a:r>
          </a:p>
          <a:p>
            <a:pPr lvl="1"/>
            <a:r>
              <a:rPr lang="en-US" dirty="0"/>
              <a:t>Clean Core </a:t>
            </a:r>
          </a:p>
          <a:p>
            <a:pPr lvl="1"/>
            <a:r>
              <a:rPr lang="en-US" dirty="0"/>
              <a:t>SAP Application Extension Methodology</a:t>
            </a:r>
          </a:p>
          <a:p>
            <a:r>
              <a:rPr lang="en-US" dirty="0"/>
              <a:t>Exercise 1 – SAP Application Extension Methodology</a:t>
            </a:r>
          </a:p>
          <a:p>
            <a:pPr lvl="1"/>
            <a:r>
              <a:rPr lang="en-US" dirty="0"/>
              <a:t>Start at 10:40 AM CET</a:t>
            </a:r>
          </a:p>
          <a:p>
            <a:pPr lvl="1"/>
            <a:r>
              <a:rPr lang="en-US" dirty="0"/>
              <a:t>50 minutes</a:t>
            </a:r>
          </a:p>
          <a:p>
            <a:r>
              <a:rPr lang="en-US" dirty="0"/>
              <a:t>Exercise 2 – SAP Build Process Automation</a:t>
            </a:r>
          </a:p>
          <a:p>
            <a:pPr lvl="1"/>
            <a:r>
              <a:rPr lang="en-US" dirty="0"/>
              <a:t>Start at 11:30 AM CET</a:t>
            </a:r>
          </a:p>
          <a:p>
            <a:pPr lvl="1"/>
            <a:r>
              <a:rPr lang="en-US" dirty="0"/>
              <a:t>30 minutes</a:t>
            </a:r>
          </a:p>
          <a:p>
            <a:r>
              <a:rPr lang="en-US" dirty="0"/>
              <a:t>Exercise 3 – SAP Build Apps</a:t>
            </a:r>
          </a:p>
          <a:p>
            <a:pPr lvl="1"/>
            <a:r>
              <a:rPr lang="en-US" dirty="0"/>
              <a:t>Start at 12:00 AM CET</a:t>
            </a:r>
          </a:p>
          <a:p>
            <a:pPr lvl="1"/>
            <a:r>
              <a:rPr lang="en-US" dirty="0"/>
              <a:t>30 minutes</a:t>
            </a:r>
          </a:p>
        </p:txBody>
      </p:sp>
      <p:pic>
        <p:nvPicPr>
          <p:cNvPr id="9" name="Grafik 8" descr="Ein Bild, das Screenshot, Farbigkeit, Grafiken, Kreis enthält.&#10;&#10;KI-generierte Inhalte können fehlerhaft sein.">
            <a:extLst>
              <a:ext uri="{FF2B5EF4-FFF2-40B4-BE49-F238E27FC236}">
                <a16:creationId xmlns:a16="http://schemas.microsoft.com/office/drawing/2014/main" id="{8AC5F34D-605B-D432-C560-DFC00893E5CD}"/>
              </a:ext>
            </a:extLst>
          </p:cNvPr>
          <p:cNvPicPr>
            <a:picLocks noChangeAspect="1"/>
          </p:cNvPicPr>
          <p:nvPr/>
        </p:nvPicPr>
        <p:blipFill>
          <a:blip r:embed="rId6"/>
          <a:stretch>
            <a:fillRect/>
          </a:stretch>
        </p:blipFill>
        <p:spPr>
          <a:xfrm>
            <a:off x="7364186" y="220337"/>
            <a:ext cx="2809649" cy="6436921"/>
          </a:xfrm>
          <a:prstGeom prst="rect">
            <a:avLst/>
          </a:prstGeom>
        </p:spPr>
      </p:pic>
    </p:spTree>
    <p:custDataLst>
      <p:custData r:id="rId1"/>
      <p:custData r:id="rId2"/>
    </p:custDataLst>
    <p:extLst>
      <p:ext uri="{BB962C8B-B14F-4D97-AF65-F5344CB8AC3E}">
        <p14:creationId xmlns:p14="http://schemas.microsoft.com/office/powerpoint/2010/main" val="167799503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348AAF9-0DC8-B649-BCA1-F28D886DDE06}"/>
              </a:ext>
            </a:extLst>
          </p:cNvPr>
          <p:cNvSpPr>
            <a:spLocks noGrp="1"/>
          </p:cNvSpPr>
          <p:nvPr>
            <p:ph type="ctrTitle"/>
          </p:nvPr>
        </p:nvSpPr>
        <p:spPr/>
        <p:txBody>
          <a:bodyPr/>
          <a:lstStyle/>
          <a:p>
            <a:r>
              <a:rPr lang="de-DE" dirty="0"/>
              <a:t>Clean Core</a:t>
            </a:r>
          </a:p>
        </p:txBody>
      </p:sp>
    </p:spTree>
    <p:extLst>
      <p:ext uri="{BB962C8B-B14F-4D97-AF65-F5344CB8AC3E}">
        <p14:creationId xmlns:p14="http://schemas.microsoft.com/office/powerpoint/2010/main" val="12814199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hink-cell data - do not delete" hidden="1">
            <a:extLst>
              <a:ext uri="{FF2B5EF4-FFF2-40B4-BE49-F238E27FC236}">
                <a16:creationId xmlns:a16="http://schemas.microsoft.com/office/drawing/2014/main" id="{A9CB348F-749E-D172-E89F-1F612EEE81D9}"/>
              </a:ext>
            </a:extLst>
          </p:cNvPr>
          <p:cNvGraphicFramePr>
            <a:graphicFrameLocks noChangeAspect="1"/>
          </p:cNvGraphicFramePr>
          <p:nvPr>
            <p:custDataLst>
              <p:tags r:id="rId1"/>
            </p:custData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Slide" r:id="rId4" imgW="7772400" imgH="10058400" progId="TCLayout.ActiveDocument.1">
                  <p:embed/>
                </p:oleObj>
              </mc:Choice>
              <mc:Fallback>
                <p:oleObj name="think-cell Slide" r:id="rId4" imgW="7772400" imgH="10058400" progId="TCLayout.ActiveDocument.1">
                  <p:embed/>
                  <p:pic>
                    <p:nvPicPr>
                      <p:cNvPr id="5" name="think-cell data - do not delete" hidden="1">
                        <a:extLst>
                          <a:ext uri="{FF2B5EF4-FFF2-40B4-BE49-F238E27FC236}">
                            <a16:creationId xmlns:a16="http://schemas.microsoft.com/office/drawing/2014/main" id="{A9CB348F-749E-D172-E89F-1F612EEE81D9}"/>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grpSp>
        <p:nvGrpSpPr>
          <p:cNvPr id="6" name="Gruppieren 5">
            <a:extLst>
              <a:ext uri="{FF2B5EF4-FFF2-40B4-BE49-F238E27FC236}">
                <a16:creationId xmlns:a16="http://schemas.microsoft.com/office/drawing/2014/main" id="{F73D6D57-AFAF-9BF9-DEEE-566B9A9B1D5E}"/>
              </a:ext>
            </a:extLst>
          </p:cNvPr>
          <p:cNvGrpSpPr/>
          <p:nvPr/>
        </p:nvGrpSpPr>
        <p:grpSpPr>
          <a:xfrm>
            <a:off x="503846" y="1525033"/>
            <a:ext cx="5095428" cy="4411436"/>
            <a:chOff x="503846" y="1525033"/>
            <a:chExt cx="5095428" cy="4411436"/>
          </a:xfrm>
        </p:grpSpPr>
        <p:sp>
          <p:nvSpPr>
            <p:cNvPr id="61" name="Rectangle: Rounded Corners 28">
              <a:extLst>
                <a:ext uri="{FF2B5EF4-FFF2-40B4-BE49-F238E27FC236}">
                  <a16:creationId xmlns:a16="http://schemas.microsoft.com/office/drawing/2014/main" id="{21F7F341-14CC-BEEF-393E-E6124CAFED33}"/>
                </a:ext>
              </a:extLst>
            </p:cNvPr>
            <p:cNvSpPr>
              <a:spLocks/>
            </p:cNvSpPr>
            <p:nvPr/>
          </p:nvSpPr>
          <p:spPr bwMode="gray">
            <a:xfrm>
              <a:off x="503846" y="1525033"/>
              <a:ext cx="5095428" cy="4411436"/>
            </a:xfrm>
            <a:prstGeom prst="roundRect">
              <a:avLst>
                <a:gd name="adj" fmla="val 4619"/>
              </a:avLst>
            </a:prstGeom>
            <a:gradFill>
              <a:gsLst>
                <a:gs pos="100000">
                  <a:srgbClr val="D1EFFF">
                    <a:alpha val="28069"/>
                  </a:srgbClr>
                </a:gs>
                <a:gs pos="0">
                  <a:schemeClr val="bg1"/>
                </a:gs>
              </a:gsLst>
              <a:lin ang="5400000" scaled="0"/>
            </a:gradFill>
            <a:ln w="9525" algn="ctr">
              <a:solidFill>
                <a:srgbClr val="89D1FF"/>
              </a:solidFill>
              <a:miter lim="800000"/>
              <a:headEnd/>
              <a:tailEnd/>
            </a:ln>
          </p:spPr>
          <p:txBody>
            <a:bodyPr lIns="182880" tIns="146304" rIns="182880" bIns="146304" rtlCol="0" anchor="t"/>
            <a:lstStyle/>
            <a:p>
              <a:pPr defTabSz="1088014" fontAlgn="base">
                <a:lnSpc>
                  <a:spcPct val="90000"/>
                </a:lnSpc>
                <a:spcBef>
                  <a:spcPct val="50000"/>
                </a:spcBef>
                <a:spcAft>
                  <a:spcPts val="1200"/>
                </a:spcAft>
                <a:buClr>
                  <a:srgbClr val="BFBFBF"/>
                </a:buClr>
                <a:buSzPct val="80000"/>
                <a:defRPr/>
              </a:pPr>
              <a:endParaRPr lang="en-US" sz="1800">
                <a:gradFill>
                  <a:gsLst>
                    <a:gs pos="0">
                      <a:srgbClr val="000000"/>
                    </a:gs>
                    <a:gs pos="100000">
                      <a:srgbClr val="00144A"/>
                    </a:gs>
                  </a:gsLst>
                  <a:lin ang="5400000" scaled="1"/>
                </a:gradFill>
                <a:latin typeface="72 Brand Medium"/>
                <a:ea typeface="+mn-lt"/>
                <a:cs typeface="+mn-lt"/>
              </a:endParaRPr>
            </a:p>
          </p:txBody>
        </p:sp>
        <p:sp>
          <p:nvSpPr>
            <p:cNvPr id="77" name="Text Placeholder 3">
              <a:extLst>
                <a:ext uri="{FF2B5EF4-FFF2-40B4-BE49-F238E27FC236}">
                  <a16:creationId xmlns:a16="http://schemas.microsoft.com/office/drawing/2014/main" id="{1CFA2DF0-2C99-14A4-B479-F66D592BF7AD}"/>
                </a:ext>
              </a:extLst>
            </p:cNvPr>
            <p:cNvSpPr txBox="1">
              <a:spLocks/>
            </p:cNvSpPr>
            <p:nvPr/>
          </p:nvSpPr>
          <p:spPr>
            <a:xfrm>
              <a:off x="976158" y="2411883"/>
              <a:ext cx="4094502" cy="2708434"/>
            </a:xfrm>
            <a:prstGeom prst="rect">
              <a:avLst/>
            </a:prstGeom>
          </p:spPr>
          <p:txBody>
            <a:bodyPr wrap="square" lIns="0" tIns="0" rIns="0" bIns="0" anchor="ctr" anchorCtr="0">
              <a:spAutoFit/>
            </a:bodyPr>
            <a:lstStyle>
              <a:defPPr>
                <a:defRPr lang="de-DE"/>
              </a:defPPr>
              <a:lvl1pPr marL="0" algn="l" defTabSz="1088776" rtl="0" eaLnBrk="1" latinLnBrk="0" hangingPunct="1">
                <a:defRPr lang="de-DE" sz="2100" kern="1200">
                  <a:solidFill>
                    <a:schemeClr val="tx1"/>
                  </a:solidFill>
                  <a:latin typeface="Arial"/>
                  <a:ea typeface="+mn-ea"/>
                  <a:cs typeface="+mn-cs"/>
                </a:defRPr>
              </a:lvl1pPr>
              <a:lvl2pPr marL="544388" algn="l" defTabSz="1088776" rtl="0" eaLnBrk="1" latinLnBrk="0" hangingPunct="1">
                <a:buClr>
                  <a:srgbClr val="FDB913"/>
                </a:buClr>
                <a:buSzPct val="100000"/>
                <a:buFont typeface="wingdings"/>
                <a:buChar char=""/>
                <a:defRPr lang="de-DE" sz="2100" kern="1200">
                  <a:solidFill>
                    <a:schemeClr val="tx1"/>
                  </a:solidFill>
                  <a:latin typeface="Arial"/>
                  <a:ea typeface="+mn-ea"/>
                  <a:cs typeface="+mn-cs"/>
                </a:defRPr>
              </a:lvl2pPr>
              <a:lvl3pPr marL="1088776" algn="l" defTabSz="1088776" rtl="0" eaLnBrk="1" latinLnBrk="0" hangingPunct="1">
                <a:buClr>
                  <a:srgbClr val="666666"/>
                </a:buClr>
                <a:buSzPct val="80000"/>
                <a:buFont typeface="Wingdings"/>
                <a:buChar char="n"/>
                <a:defRPr lang="de-DE" sz="1700" kern="1200">
                  <a:solidFill>
                    <a:schemeClr val="tx1"/>
                  </a:solidFill>
                  <a:latin typeface="Arial"/>
                  <a:ea typeface="+mn-ea"/>
                  <a:cs typeface="+mn-cs"/>
                </a:defRPr>
              </a:lvl3pPr>
              <a:lvl4pPr marL="1633164" algn="l" defTabSz="1088776" rtl="0" eaLnBrk="1" latinLnBrk="0" hangingPunct="1">
                <a:buClr>
                  <a:srgbClr val="666666"/>
                </a:buClr>
                <a:buSzPct val="80000"/>
                <a:buFont typeface="Arial"/>
                <a:buChar char=""/>
                <a:defRPr lang="de-DE" sz="1400" kern="1200">
                  <a:solidFill>
                    <a:schemeClr val="tx1"/>
                  </a:solidFill>
                  <a:latin typeface="Arial"/>
                  <a:ea typeface="+mn-ea"/>
                  <a:cs typeface="+mn-cs"/>
                </a:defRPr>
              </a:lvl4pPr>
              <a:lvl5pPr marL="2177552" algn="l" defTabSz="1088776" rtl="0" eaLnBrk="1" latinLnBrk="0" hangingPunct="1">
                <a:buClr>
                  <a:srgbClr val="666666"/>
                </a:buClr>
                <a:buSzPct val="80000"/>
                <a:buFont typeface="Arial"/>
                <a:buChar char=""/>
                <a:defRPr lang="de-DE" sz="1200" kern="1200">
                  <a:solidFill>
                    <a:schemeClr val="tx1"/>
                  </a:solidFill>
                  <a:latin typeface="Arial"/>
                  <a:ea typeface="+mn-ea"/>
                  <a:cs typeface="+mn-cs"/>
                </a:defRPr>
              </a:lvl5pPr>
              <a:lvl6pPr marL="2721940" algn="l" defTabSz="1088776" rtl="0" eaLnBrk="1" latinLnBrk="0" hangingPunct="1">
                <a:defRPr sz="2100" kern="1200">
                  <a:solidFill>
                    <a:schemeClr val="tx1"/>
                  </a:solidFill>
                  <a:latin typeface="+mn-lt"/>
                  <a:ea typeface="+mn-ea"/>
                  <a:cs typeface="+mn-cs"/>
                </a:defRPr>
              </a:lvl6pPr>
              <a:lvl7pPr marL="3266328" algn="l" defTabSz="1088776" rtl="0" eaLnBrk="1" latinLnBrk="0" hangingPunct="1">
                <a:defRPr sz="2100" kern="1200">
                  <a:solidFill>
                    <a:schemeClr val="tx1"/>
                  </a:solidFill>
                  <a:latin typeface="+mn-lt"/>
                  <a:ea typeface="+mn-ea"/>
                  <a:cs typeface="+mn-cs"/>
                </a:defRPr>
              </a:lvl7pPr>
              <a:lvl8pPr marL="3810716" algn="l" defTabSz="1088776" rtl="0" eaLnBrk="1" latinLnBrk="0" hangingPunct="1">
                <a:defRPr sz="2100" kern="1200">
                  <a:solidFill>
                    <a:schemeClr val="tx1"/>
                  </a:solidFill>
                  <a:latin typeface="+mn-lt"/>
                  <a:ea typeface="+mn-ea"/>
                  <a:cs typeface="+mn-cs"/>
                </a:defRPr>
              </a:lvl8pPr>
              <a:lvl9pPr marL="4355104" algn="l" defTabSz="1088776" rtl="0" eaLnBrk="1" latinLnBrk="0" hangingPunct="1">
                <a:defRPr sz="2100" kern="1200">
                  <a:solidFill>
                    <a:schemeClr val="tx1"/>
                  </a:solidFill>
                  <a:latin typeface="+mn-lt"/>
                  <a:ea typeface="+mn-ea"/>
                  <a:cs typeface="+mn-cs"/>
                </a:defRPr>
              </a:lvl9pPr>
            </a:lstStyle>
            <a:p>
              <a:pPr fontAlgn="base">
                <a:spcAft>
                  <a:spcPct val="0"/>
                </a:spcAft>
                <a:buClr>
                  <a:srgbClr val="F0AB00"/>
                </a:buClr>
                <a:buSzPct val="80000"/>
              </a:pPr>
              <a:r>
                <a:rPr lang="en-US" sz="1600" dirty="0">
                  <a:solidFill>
                    <a:schemeClr val="tx1"/>
                  </a:solidFill>
                  <a:latin typeface="72 Brand" panose="020B0504030603020204" pitchFamily="34" charset="0"/>
                  <a:cs typeface="72" panose="020B0503030000000003" pitchFamily="34" charset="0"/>
                  <a:sym typeface="Wingdings" panose="05000000000000000000" pitchFamily="2" charset="2"/>
                </a:rPr>
                <a:t>Five </a:t>
              </a:r>
              <a:r>
                <a:rPr lang="en-US" sz="1600" b="1" dirty="0">
                  <a:solidFill>
                    <a:schemeClr val="tx1"/>
                  </a:solidFill>
                  <a:latin typeface="72 Brand" panose="020B0504030603020204" pitchFamily="34" charset="0"/>
                  <a:cs typeface="72" panose="020B0503030000000003" pitchFamily="34" charset="0"/>
                  <a:sym typeface="Wingdings" panose="05000000000000000000" pitchFamily="2" charset="2"/>
                </a:rPr>
                <a:t>clean core principles </a:t>
              </a:r>
              <a:r>
                <a:rPr lang="en-US" sz="1600" dirty="0">
                  <a:solidFill>
                    <a:schemeClr val="tx1"/>
                  </a:solidFill>
                  <a:latin typeface="72 Brand" panose="020B0504030603020204" pitchFamily="34" charset="0"/>
                  <a:cs typeface="72" panose="020B0503030000000003" pitchFamily="34" charset="0"/>
                  <a:sym typeface="Wingdings" panose="05000000000000000000" pitchFamily="2" charset="2"/>
                </a:rPr>
                <a:t>ensure that business-critical systems remain </a:t>
              </a:r>
              <a:r>
                <a:rPr lang="en-US" sz="1600" b="1" dirty="0">
                  <a:solidFill>
                    <a:schemeClr val="tx1"/>
                  </a:solidFill>
                  <a:latin typeface="72 Brand" panose="020B0504030603020204" pitchFamily="34" charset="0"/>
                  <a:cs typeface="72" panose="020B0503030000000003" pitchFamily="34" charset="0"/>
                  <a:sym typeface="Wingdings" panose="05000000000000000000" pitchFamily="2" charset="2"/>
                </a:rPr>
                <a:t>agile, cost-efficient, and ready to adopt innovations </a:t>
              </a:r>
              <a:r>
                <a:rPr lang="en-US" sz="1600" dirty="0">
                  <a:solidFill>
                    <a:schemeClr val="tx1"/>
                  </a:solidFill>
                  <a:latin typeface="72 Brand" panose="020B0504030603020204" pitchFamily="34" charset="0"/>
                  <a:cs typeface="72" panose="020B0503030000000003" pitchFamily="34" charset="0"/>
                  <a:sym typeface="Wingdings" panose="05000000000000000000" pitchFamily="2" charset="2"/>
                </a:rPr>
                <a:t>that drive growth.</a:t>
              </a:r>
            </a:p>
            <a:p>
              <a:pPr fontAlgn="base">
                <a:spcAft>
                  <a:spcPct val="0"/>
                </a:spcAft>
                <a:buClr>
                  <a:srgbClr val="F0AB00"/>
                </a:buClr>
                <a:buSzPct val="80000"/>
              </a:pPr>
              <a:endParaRPr lang="en-US" sz="1600" dirty="0">
                <a:solidFill>
                  <a:schemeClr val="tx1"/>
                </a:solidFill>
                <a:latin typeface="72 Brand" panose="020B0504030603020204" pitchFamily="34" charset="0"/>
                <a:cs typeface="72" panose="020B0503030000000003" pitchFamily="34" charset="0"/>
                <a:sym typeface="Wingdings" panose="05000000000000000000" pitchFamily="2" charset="2"/>
              </a:endParaRPr>
            </a:p>
            <a:p>
              <a:pPr fontAlgn="base">
                <a:spcAft>
                  <a:spcPct val="0"/>
                </a:spcAft>
                <a:buClr>
                  <a:srgbClr val="F0AB00"/>
                </a:buClr>
                <a:buSzPct val="80000"/>
              </a:pPr>
              <a:r>
                <a:rPr lang="en-US" sz="1600" dirty="0">
                  <a:solidFill>
                    <a:schemeClr val="tx1"/>
                  </a:solidFill>
                  <a:latin typeface="72 Brand" panose="020B0504030603020204" pitchFamily="34" charset="0"/>
                  <a:cs typeface="72" panose="020B0503030000000003" pitchFamily="34" charset="0"/>
                  <a:sym typeface="Wingdings" panose="05000000000000000000" pitchFamily="2" charset="2"/>
                </a:rPr>
                <a:t>By adopting standard processes, while incorporating stable </a:t>
              </a:r>
              <a:r>
                <a:rPr lang="en-US" sz="1600" b="1" dirty="0">
                  <a:solidFill>
                    <a:schemeClr val="tx1"/>
                  </a:solidFill>
                  <a:latin typeface="72 Brand" panose="020B0504030603020204" pitchFamily="34" charset="0"/>
                  <a:cs typeface="72" panose="020B0503030000000003" pitchFamily="34" charset="0"/>
                  <a:sym typeface="Wingdings" panose="05000000000000000000" pitchFamily="2" charset="2"/>
                </a:rPr>
                <a:t>extensions and integrations for differentiating processes</a:t>
              </a:r>
              <a:r>
                <a:rPr lang="en-US" sz="1600" dirty="0">
                  <a:solidFill>
                    <a:schemeClr val="tx1"/>
                  </a:solidFill>
                  <a:latin typeface="72 Brand" panose="020B0504030603020204" pitchFamily="34" charset="0"/>
                  <a:cs typeface="72" panose="020B0503030000000003" pitchFamily="34" charset="0"/>
                  <a:sym typeface="Wingdings" panose="05000000000000000000" pitchFamily="2" charset="2"/>
                </a:rPr>
                <a:t>, the clean core principles help customers flexibly adapt to changing business requirements</a:t>
              </a:r>
              <a:r>
                <a:rPr lang="en-US" sz="1600" dirty="0">
                  <a:latin typeface="72 Brand" panose="020B0504030603020204" pitchFamily="34" charset="0"/>
                  <a:cs typeface="72" panose="020B0503030000000003" pitchFamily="34" charset="0"/>
                  <a:sym typeface="Wingdings" panose="05000000000000000000" pitchFamily="2" charset="2"/>
                </a:rPr>
                <a:t> and </a:t>
              </a:r>
              <a:r>
                <a:rPr lang="en-US" sz="1600" dirty="0">
                  <a:solidFill>
                    <a:schemeClr val="tx1"/>
                  </a:solidFill>
                  <a:latin typeface="72 Brand" panose="020B0504030603020204" pitchFamily="34" charset="0"/>
                  <a:cs typeface="72" panose="020B0503030000000003" pitchFamily="34" charset="0"/>
                  <a:sym typeface="Wingdings" panose="05000000000000000000" pitchFamily="2" charset="2"/>
                </a:rPr>
                <a:t>adopt new capabilities.</a:t>
              </a:r>
              <a:endParaRPr lang="en-US" sz="1600" dirty="0">
                <a:latin typeface="72 Brand" panose="020B0504030603020204" pitchFamily="34" charset="0"/>
                <a:cs typeface="72" panose="020B0503030000000003" pitchFamily="34" charset="0"/>
              </a:endParaRPr>
            </a:p>
          </p:txBody>
        </p:sp>
      </p:grpSp>
      <p:sp>
        <p:nvSpPr>
          <p:cNvPr id="81" name="Title 80">
            <a:extLst>
              <a:ext uri="{FF2B5EF4-FFF2-40B4-BE49-F238E27FC236}">
                <a16:creationId xmlns:a16="http://schemas.microsoft.com/office/drawing/2014/main" id="{7FB4CE08-76E9-1585-2C73-637EBA22A4C0}"/>
              </a:ext>
            </a:extLst>
          </p:cNvPr>
          <p:cNvSpPr>
            <a:spLocks noGrp="1"/>
          </p:cNvSpPr>
          <p:nvPr>
            <p:ph type="title"/>
          </p:nvPr>
        </p:nvSpPr>
        <p:spPr/>
        <p:txBody>
          <a:bodyPr vert="horz"/>
          <a:lstStyle/>
          <a:p>
            <a:r>
              <a:rPr lang="en-US" dirty="0">
                <a:cs typeface="Arial" panose="020B0604020202020204" pitchFamily="34" charset="0"/>
              </a:rPr>
              <a:t>Clean Core - The five guiding principles</a:t>
            </a:r>
          </a:p>
        </p:txBody>
      </p:sp>
      <p:sp>
        <p:nvSpPr>
          <p:cNvPr id="12" name="TextBox 11">
            <a:extLst>
              <a:ext uri="{FF2B5EF4-FFF2-40B4-BE49-F238E27FC236}">
                <a16:creationId xmlns:a16="http://schemas.microsoft.com/office/drawing/2014/main" id="{A56C1859-3ED2-E98A-26AF-FFD610771582}"/>
              </a:ext>
            </a:extLst>
          </p:cNvPr>
          <p:cNvSpPr txBox="1"/>
          <p:nvPr/>
        </p:nvSpPr>
        <p:spPr>
          <a:xfrm>
            <a:off x="5685130" y="2711981"/>
            <a:ext cx="2551698" cy="369332"/>
          </a:xfrm>
          <a:prstGeom prst="rect">
            <a:avLst/>
          </a:prstGeom>
          <a:noFill/>
        </p:spPr>
        <p:txBody>
          <a:bodyPr wrap="square" lIns="0" tIns="0" rIns="0" bIns="0" rtlCol="0" anchor="ctr" anchorCtr="0">
            <a:spAutoFit/>
          </a:bodyPr>
          <a:lstStyle/>
          <a:p>
            <a:pPr algn="r" fontAlgn="base">
              <a:spcAft>
                <a:spcPct val="0"/>
              </a:spcAft>
              <a:buClr>
                <a:srgbClr val="F0AB00"/>
              </a:buClr>
              <a:buSzPct val="80000"/>
            </a:pPr>
            <a:r>
              <a:rPr lang="en-US" sz="1200" b="1" kern="0" dirty="0">
                <a:solidFill>
                  <a:srgbClr val="1B90FF"/>
                </a:solidFill>
                <a:latin typeface="72 Brand" panose="020B0504030603020204" pitchFamily="34" charset="0"/>
                <a:ea typeface="Arial Unicode MS" pitchFamily="34" charset="-128"/>
                <a:cs typeface="72" panose="020B0503030000000003" pitchFamily="34" charset="0"/>
              </a:rPr>
              <a:t>Decouple extensions</a:t>
            </a:r>
            <a:br>
              <a:rPr lang="en-US" sz="1200" b="1" kern="0" dirty="0">
                <a:solidFill>
                  <a:srgbClr val="4DB2FF"/>
                </a:solidFill>
                <a:latin typeface="72 Brand" panose="020B0504030603020204" pitchFamily="34" charset="0"/>
                <a:ea typeface="Arial Unicode MS" pitchFamily="34" charset="-128"/>
                <a:cs typeface="72" panose="020B0503030000000003" pitchFamily="34" charset="0"/>
              </a:rPr>
            </a:br>
            <a:r>
              <a:rPr lang="en-US" sz="1200" kern="0" dirty="0">
                <a:latin typeface="72 Brand" panose="020B0504030603020204" pitchFamily="34" charset="0"/>
                <a:ea typeface="Arial Unicode MS" pitchFamily="34" charset="-128"/>
                <a:cs typeface="72" panose="020B0503030000000003" pitchFamily="34" charset="0"/>
              </a:rPr>
              <a:t>from the standard core.</a:t>
            </a:r>
          </a:p>
        </p:txBody>
      </p:sp>
      <p:sp>
        <p:nvSpPr>
          <p:cNvPr id="31" name="TextBox 30">
            <a:extLst>
              <a:ext uri="{FF2B5EF4-FFF2-40B4-BE49-F238E27FC236}">
                <a16:creationId xmlns:a16="http://schemas.microsoft.com/office/drawing/2014/main" id="{60F012DA-885D-7771-A8C2-A569CBCE4A2B}"/>
              </a:ext>
            </a:extLst>
          </p:cNvPr>
          <p:cNvSpPr txBox="1"/>
          <p:nvPr/>
        </p:nvSpPr>
        <p:spPr>
          <a:xfrm>
            <a:off x="5676508" y="1862844"/>
            <a:ext cx="2560320" cy="369332"/>
          </a:xfrm>
          <a:prstGeom prst="rect">
            <a:avLst/>
          </a:prstGeom>
          <a:noFill/>
        </p:spPr>
        <p:txBody>
          <a:bodyPr wrap="square" lIns="0" tIns="0" rIns="0" bIns="0" rtlCol="0" anchor="ctr" anchorCtr="0">
            <a:spAutoFit/>
          </a:bodyPr>
          <a:lstStyle/>
          <a:p>
            <a:pPr algn="r" fontAlgn="base">
              <a:spcAft>
                <a:spcPct val="0"/>
              </a:spcAft>
              <a:buClr>
                <a:srgbClr val="F0AB00"/>
              </a:buClr>
              <a:buSzPct val="80000"/>
            </a:pPr>
            <a:r>
              <a:rPr lang="en-US" sz="1200" kern="0">
                <a:latin typeface="72 Brand" panose="020B0504030603020204" pitchFamily="34" charset="0"/>
                <a:ea typeface="Arial Unicode MS" pitchFamily="34" charset="-128"/>
                <a:cs typeface="72" panose="020B0503030000000003" pitchFamily="34" charset="0"/>
              </a:rPr>
              <a:t>Keep </a:t>
            </a:r>
            <a:r>
              <a:rPr lang="en-US" sz="1200" b="1" kern="0">
                <a:solidFill>
                  <a:srgbClr val="89D1FF"/>
                </a:solidFill>
                <a:latin typeface="72 Brand" panose="020B0504030603020204" pitchFamily="34" charset="0"/>
                <a:ea typeface="Arial Unicode MS" pitchFamily="34" charset="-128"/>
                <a:cs typeface="72" panose="020B0503030000000003" pitchFamily="34" charset="0"/>
              </a:rPr>
              <a:t>competitiveness</a:t>
            </a:r>
            <a:r>
              <a:rPr lang="en-US" sz="1200" kern="0">
                <a:latin typeface="72 Brand" panose="020B0504030603020204" pitchFamily="34" charset="0"/>
                <a:ea typeface="Arial Unicode MS" pitchFamily="34" charset="-128"/>
                <a:cs typeface="72" panose="020B0503030000000003" pitchFamily="34" charset="0"/>
              </a:rPr>
              <a:t> while </a:t>
            </a:r>
            <a:r>
              <a:rPr lang="en-US" sz="1200" b="1" kern="0">
                <a:solidFill>
                  <a:srgbClr val="89D1FF"/>
                </a:solidFill>
                <a:latin typeface="72 Brand" panose="020B0504030603020204" pitchFamily="34" charset="0"/>
                <a:ea typeface="Arial Unicode MS" pitchFamily="34" charset="-128"/>
                <a:cs typeface="72" panose="020B0503030000000003" pitchFamily="34" charset="0"/>
              </a:rPr>
              <a:t>reducing complexity</a:t>
            </a:r>
            <a:r>
              <a:rPr lang="en-US" sz="1200" kern="0">
                <a:solidFill>
                  <a:srgbClr val="89D1FF"/>
                </a:solidFill>
                <a:latin typeface="72 Brand" panose="020B0504030603020204" pitchFamily="34" charset="0"/>
                <a:ea typeface="Arial Unicode MS" pitchFamily="34" charset="-128"/>
                <a:cs typeface="72" panose="020B0503030000000003" pitchFamily="34" charset="0"/>
              </a:rPr>
              <a:t>.</a:t>
            </a:r>
          </a:p>
        </p:txBody>
      </p:sp>
      <p:sp>
        <p:nvSpPr>
          <p:cNvPr id="36" name="TextBox 35">
            <a:extLst>
              <a:ext uri="{FF2B5EF4-FFF2-40B4-BE49-F238E27FC236}">
                <a16:creationId xmlns:a16="http://schemas.microsoft.com/office/drawing/2014/main" id="{5C262196-1107-0715-8B2C-1A79F94E6DBC}"/>
              </a:ext>
            </a:extLst>
          </p:cNvPr>
          <p:cNvSpPr txBox="1"/>
          <p:nvPr/>
        </p:nvSpPr>
        <p:spPr>
          <a:xfrm>
            <a:off x="5693119" y="4395316"/>
            <a:ext cx="2560320" cy="369332"/>
          </a:xfrm>
          <a:prstGeom prst="rect">
            <a:avLst/>
          </a:prstGeom>
          <a:noFill/>
        </p:spPr>
        <p:txBody>
          <a:bodyPr wrap="square" lIns="0" tIns="0" rIns="0" bIns="0" rtlCol="0" anchor="ctr" anchorCtr="0">
            <a:spAutoFit/>
          </a:bodyPr>
          <a:lstStyle/>
          <a:p>
            <a:pPr algn="r" fontAlgn="base">
              <a:spcAft>
                <a:spcPct val="0"/>
              </a:spcAft>
              <a:buClr>
                <a:srgbClr val="F0AB00"/>
              </a:buClr>
              <a:buSzPct val="80000"/>
            </a:pPr>
            <a:r>
              <a:rPr lang="en-US" sz="1200" kern="0">
                <a:latin typeface="72 Brand" panose="020B0504030603020204" pitchFamily="34" charset="0"/>
                <a:ea typeface="Arial Unicode MS" pitchFamily="34" charset="-128"/>
                <a:cs typeface="72" panose="020B0503030000000003" pitchFamily="34" charset="0"/>
              </a:rPr>
              <a:t>Keep the system landscape</a:t>
            </a:r>
            <a:br>
              <a:rPr lang="en-US" sz="1200" kern="0">
                <a:latin typeface="72 Brand" panose="020B0504030603020204" pitchFamily="34" charset="0"/>
                <a:ea typeface="Arial Unicode MS" pitchFamily="34" charset="-128"/>
                <a:cs typeface="72" panose="020B0503030000000003" pitchFamily="34" charset="0"/>
              </a:rPr>
            </a:br>
            <a:r>
              <a:rPr lang="en-US" sz="1200" b="1" kern="0">
                <a:solidFill>
                  <a:srgbClr val="002A86"/>
                </a:solidFill>
                <a:latin typeface="72 Brand" panose="020B0504030603020204" pitchFamily="34" charset="0"/>
                <a:ea typeface="Arial Unicode MS" pitchFamily="34" charset="-128"/>
                <a:cs typeface="72" panose="020B0503030000000003" pitchFamily="34" charset="0"/>
              </a:rPr>
              <a:t>reliable and flexible</a:t>
            </a:r>
            <a:r>
              <a:rPr lang="en-US" sz="1200" kern="0">
                <a:solidFill>
                  <a:srgbClr val="002A86"/>
                </a:solidFill>
                <a:latin typeface="72 Brand" panose="020B0504030603020204" pitchFamily="34" charset="0"/>
                <a:ea typeface="Arial Unicode MS" pitchFamily="34" charset="-128"/>
                <a:cs typeface="72" panose="020B0503030000000003" pitchFamily="34" charset="0"/>
              </a:rPr>
              <a:t>.</a:t>
            </a:r>
          </a:p>
        </p:txBody>
      </p:sp>
      <p:sp>
        <p:nvSpPr>
          <p:cNvPr id="42" name="TextBox 41">
            <a:extLst>
              <a:ext uri="{FF2B5EF4-FFF2-40B4-BE49-F238E27FC236}">
                <a16:creationId xmlns:a16="http://schemas.microsoft.com/office/drawing/2014/main" id="{088F0C5B-C70E-A738-F3B4-E018B210069D}"/>
              </a:ext>
            </a:extLst>
          </p:cNvPr>
          <p:cNvSpPr txBox="1"/>
          <p:nvPr/>
        </p:nvSpPr>
        <p:spPr>
          <a:xfrm>
            <a:off x="5685129" y="3530011"/>
            <a:ext cx="2560320" cy="369332"/>
          </a:xfrm>
          <a:prstGeom prst="rect">
            <a:avLst/>
          </a:prstGeom>
          <a:noFill/>
        </p:spPr>
        <p:txBody>
          <a:bodyPr wrap="square" lIns="0" tIns="0" rIns="0" bIns="0" rtlCol="0" anchor="ctr" anchorCtr="0">
            <a:spAutoFit/>
          </a:bodyPr>
          <a:lstStyle/>
          <a:p>
            <a:pPr algn="r" fontAlgn="base">
              <a:spcAft>
                <a:spcPct val="0"/>
              </a:spcAft>
              <a:buClr>
                <a:srgbClr val="F0AB00"/>
              </a:buClr>
              <a:buSzPct val="80000"/>
            </a:pPr>
            <a:r>
              <a:rPr lang="en-US" sz="1200" kern="0">
                <a:latin typeface="72 Brand" panose="020B0504030603020204" pitchFamily="34" charset="0"/>
                <a:ea typeface="Arial Unicode MS" pitchFamily="34" charset="-128"/>
                <a:cs typeface="72" panose="020B0503030000000003" pitchFamily="34" charset="0"/>
              </a:rPr>
              <a:t>Control data according</a:t>
            </a:r>
            <a:br>
              <a:rPr lang="en-US" sz="1200" kern="0">
                <a:latin typeface="72 Brand" panose="020B0504030603020204" pitchFamily="34" charset="0"/>
                <a:ea typeface="Arial Unicode MS" pitchFamily="34" charset="-128"/>
                <a:cs typeface="72" panose="020B0503030000000003" pitchFamily="34" charset="0"/>
              </a:rPr>
            </a:br>
            <a:r>
              <a:rPr lang="en-US" sz="1200" kern="0">
                <a:latin typeface="72 Brand" panose="020B0504030603020204" pitchFamily="34" charset="0"/>
                <a:ea typeface="Arial Unicode MS" pitchFamily="34" charset="-128"/>
                <a:cs typeface="72" panose="020B0503030000000003" pitchFamily="34" charset="0"/>
              </a:rPr>
              <a:t>to the </a:t>
            </a:r>
            <a:r>
              <a:rPr lang="en-US" sz="1200" b="1" kern="0">
                <a:solidFill>
                  <a:srgbClr val="0070F2"/>
                </a:solidFill>
                <a:latin typeface="72 Brand" panose="020B0504030603020204" pitchFamily="34" charset="0"/>
                <a:ea typeface="Arial Unicode MS" pitchFamily="34" charset="-128"/>
                <a:cs typeface="72" panose="020B0503030000000003" pitchFamily="34" charset="0"/>
              </a:rPr>
              <a:t>latest standards</a:t>
            </a:r>
            <a:r>
              <a:rPr lang="en-US" sz="1200" kern="0">
                <a:solidFill>
                  <a:srgbClr val="0070F2"/>
                </a:solidFill>
                <a:latin typeface="72 Brand" panose="020B0504030603020204" pitchFamily="34" charset="0"/>
                <a:ea typeface="Arial Unicode MS" pitchFamily="34" charset="-128"/>
                <a:cs typeface="72" panose="020B0503030000000003" pitchFamily="34" charset="0"/>
              </a:rPr>
              <a:t>.</a:t>
            </a:r>
          </a:p>
        </p:txBody>
      </p:sp>
      <p:sp>
        <p:nvSpPr>
          <p:cNvPr id="4" name="TextBox 3">
            <a:extLst>
              <a:ext uri="{FF2B5EF4-FFF2-40B4-BE49-F238E27FC236}">
                <a16:creationId xmlns:a16="http://schemas.microsoft.com/office/drawing/2014/main" id="{46EBB09F-7597-6AA8-48CB-CE04870B561B}"/>
              </a:ext>
            </a:extLst>
          </p:cNvPr>
          <p:cNvSpPr txBox="1"/>
          <p:nvPr/>
        </p:nvSpPr>
        <p:spPr>
          <a:xfrm>
            <a:off x="5693119" y="5301576"/>
            <a:ext cx="2560320" cy="369332"/>
          </a:xfrm>
          <a:prstGeom prst="rect">
            <a:avLst/>
          </a:prstGeom>
          <a:noFill/>
        </p:spPr>
        <p:txBody>
          <a:bodyPr wrap="square" lIns="0" tIns="0" rIns="0" bIns="0" rtlCol="0" anchor="ctr" anchorCtr="0">
            <a:spAutoFit/>
          </a:bodyPr>
          <a:lstStyle/>
          <a:p>
            <a:pPr algn="r" fontAlgn="base">
              <a:spcAft>
                <a:spcPct val="0"/>
              </a:spcAft>
              <a:buClr>
                <a:srgbClr val="F0AB00"/>
              </a:buClr>
              <a:buSzPct val="80000"/>
            </a:pPr>
            <a:r>
              <a:rPr lang="en-US" sz="1200" kern="0">
                <a:latin typeface="72 Brand" panose="020B0504030603020204" pitchFamily="34" charset="0"/>
                <a:ea typeface="Arial Unicode MS" pitchFamily="34" charset="-128"/>
                <a:cs typeface="72" panose="020B0503030000000003" pitchFamily="34" charset="0"/>
              </a:rPr>
              <a:t>Keep the operations </a:t>
            </a:r>
            <a:br>
              <a:rPr lang="en-US" sz="1200" b="1" kern="0">
                <a:solidFill>
                  <a:srgbClr val="666666"/>
                </a:solidFill>
                <a:latin typeface="72 Brand" panose="020B0504030603020204" pitchFamily="34" charset="0"/>
                <a:ea typeface="Arial Unicode MS" pitchFamily="34" charset="-128"/>
                <a:cs typeface="72" panose="020B0503030000000003" pitchFamily="34" charset="0"/>
              </a:rPr>
            </a:br>
            <a:r>
              <a:rPr lang="en-US" sz="1200" b="1" kern="0">
                <a:solidFill>
                  <a:srgbClr val="00144A"/>
                </a:solidFill>
                <a:latin typeface="72 Brand" panose="020B0504030603020204" pitchFamily="34" charset="0"/>
                <a:ea typeface="Arial Unicode MS" pitchFamily="34" charset="-128"/>
                <a:cs typeface="72" panose="020B0503030000000003" pitchFamily="34" charset="0"/>
              </a:rPr>
              <a:t>effective and efficient</a:t>
            </a:r>
            <a:r>
              <a:rPr lang="en-US" sz="1200" kern="0">
                <a:latin typeface="72 Brand" panose="020B0504030603020204" pitchFamily="34" charset="0"/>
                <a:ea typeface="Arial Unicode MS" pitchFamily="34" charset="-128"/>
                <a:cs typeface="72" panose="020B0503030000000003" pitchFamily="34" charset="0"/>
              </a:rPr>
              <a:t>.</a:t>
            </a:r>
          </a:p>
        </p:txBody>
      </p:sp>
      <p:sp>
        <p:nvSpPr>
          <p:cNvPr id="2" name="Rounded Rectangle 61">
            <a:extLst>
              <a:ext uri="{FF2B5EF4-FFF2-40B4-BE49-F238E27FC236}">
                <a16:creationId xmlns:a16="http://schemas.microsoft.com/office/drawing/2014/main" id="{47DF7EDF-16D0-F855-6607-BC9A98E29BCD}"/>
              </a:ext>
            </a:extLst>
          </p:cNvPr>
          <p:cNvSpPr/>
          <p:nvPr/>
        </p:nvSpPr>
        <p:spPr bwMode="gray">
          <a:xfrm rot="5400000">
            <a:off x="9475545" y="3571437"/>
            <a:ext cx="3843826" cy="319828"/>
          </a:xfrm>
          <a:prstGeom prst="roundRect">
            <a:avLst/>
          </a:prstGeom>
          <a:solidFill>
            <a:srgbClr val="00144A"/>
          </a:solidFill>
          <a:ln w="38100" algn="ctr">
            <a:noFill/>
            <a:miter lim="800000"/>
            <a:headEnd/>
            <a:tailEnd/>
          </a:ln>
        </p:spPr>
        <p:txBody>
          <a:bodyPr lIns="498361" tIns="63293" rIns="63293" bIns="63293" rtlCol="0" anchor="ctr"/>
          <a:lstStyle/>
          <a:p>
            <a:pPr defTabSz="632842">
              <a:spcBef>
                <a:spcPct val="50000"/>
              </a:spcBef>
              <a:buClr>
                <a:srgbClr val="F0AB00"/>
              </a:buClr>
              <a:buSzPct val="80000"/>
            </a:pPr>
            <a:endParaRPr lang="en-US" sz="1400" kern="0">
              <a:solidFill>
                <a:schemeClr val="bg1"/>
              </a:solidFill>
              <a:latin typeface="72 Brand" panose="020B0504030603020204" pitchFamily="34" charset="0"/>
              <a:ea typeface="Arial Unicode MS" pitchFamily="34" charset="-128"/>
              <a:cs typeface="72" panose="020B0503030000000003" pitchFamily="34" charset="0"/>
            </a:endParaRPr>
          </a:p>
        </p:txBody>
      </p:sp>
      <p:sp>
        <p:nvSpPr>
          <p:cNvPr id="45" name="Rounded Rectangle 61">
            <a:extLst>
              <a:ext uri="{FF2B5EF4-FFF2-40B4-BE49-F238E27FC236}">
                <a16:creationId xmlns:a16="http://schemas.microsoft.com/office/drawing/2014/main" id="{1A57E65D-746D-992F-154D-DF5DA7554164}"/>
              </a:ext>
            </a:extLst>
          </p:cNvPr>
          <p:cNvSpPr/>
          <p:nvPr/>
        </p:nvSpPr>
        <p:spPr bwMode="gray">
          <a:xfrm rot="5400000">
            <a:off x="9481121" y="3153570"/>
            <a:ext cx="3022307" cy="334040"/>
          </a:xfrm>
          <a:prstGeom prst="roundRect">
            <a:avLst/>
          </a:prstGeom>
          <a:solidFill>
            <a:srgbClr val="A6E1FF"/>
          </a:solidFill>
          <a:ln w="38100" algn="ctr">
            <a:noFill/>
            <a:miter lim="800000"/>
            <a:headEnd/>
            <a:tailEnd/>
          </a:ln>
        </p:spPr>
        <p:txBody>
          <a:bodyPr lIns="498361" tIns="63293" rIns="63293" bIns="63293" rtlCol="0" anchor="ctr"/>
          <a:lstStyle/>
          <a:p>
            <a:pPr defTabSz="632842">
              <a:spcBef>
                <a:spcPct val="50000"/>
              </a:spcBef>
              <a:buClr>
                <a:srgbClr val="F0AB00"/>
              </a:buClr>
              <a:buSzPct val="80000"/>
            </a:pPr>
            <a:endParaRPr lang="en-US" sz="1400" kern="0">
              <a:solidFill>
                <a:schemeClr val="bg1"/>
              </a:solidFill>
              <a:latin typeface="72 Brand" panose="020B0504030603020204" pitchFamily="34" charset="0"/>
              <a:ea typeface="Arial Unicode MS" pitchFamily="34" charset="-128"/>
              <a:cs typeface="72" panose="020B0503030000000003" pitchFamily="34" charset="0"/>
            </a:endParaRPr>
          </a:p>
        </p:txBody>
      </p:sp>
      <p:grpSp>
        <p:nvGrpSpPr>
          <p:cNvPr id="8" name="Gruppieren 7">
            <a:extLst>
              <a:ext uri="{FF2B5EF4-FFF2-40B4-BE49-F238E27FC236}">
                <a16:creationId xmlns:a16="http://schemas.microsoft.com/office/drawing/2014/main" id="{6EC6AD2B-C7EC-9AF0-FEBD-A1275E2081B3}"/>
              </a:ext>
            </a:extLst>
          </p:cNvPr>
          <p:cNvGrpSpPr/>
          <p:nvPr/>
        </p:nvGrpSpPr>
        <p:grpSpPr>
          <a:xfrm>
            <a:off x="8465173" y="1781850"/>
            <a:ext cx="2994931" cy="505475"/>
            <a:chOff x="8465173" y="1781850"/>
            <a:chExt cx="2994931" cy="505475"/>
          </a:xfrm>
        </p:grpSpPr>
        <p:sp>
          <p:nvSpPr>
            <p:cNvPr id="25" name="Rounded Rectangle 61">
              <a:extLst>
                <a:ext uri="{FF2B5EF4-FFF2-40B4-BE49-F238E27FC236}">
                  <a16:creationId xmlns:a16="http://schemas.microsoft.com/office/drawing/2014/main" id="{0CAEE04B-AB97-3DB1-5947-B34932A8EB34}"/>
                </a:ext>
              </a:extLst>
            </p:cNvPr>
            <p:cNvSpPr/>
            <p:nvPr/>
          </p:nvSpPr>
          <p:spPr bwMode="gray">
            <a:xfrm>
              <a:off x="8720628" y="1880490"/>
              <a:ext cx="2739476" cy="334040"/>
            </a:xfrm>
            <a:prstGeom prst="roundRect">
              <a:avLst/>
            </a:prstGeom>
            <a:solidFill>
              <a:srgbClr val="89D1FF"/>
            </a:solidFill>
            <a:ln w="25400" algn="ctr">
              <a:noFill/>
              <a:miter lim="800000"/>
              <a:headEnd/>
              <a:tailEnd/>
            </a:ln>
          </p:spPr>
          <p:txBody>
            <a:bodyPr lIns="498361" tIns="63293" rIns="62296" bIns="63293" rtlCol="0" anchor="ctr"/>
            <a:lstStyle/>
            <a:p>
              <a:pPr marL="4763" defTabSz="632842">
                <a:spcBef>
                  <a:spcPct val="50000"/>
                </a:spcBef>
                <a:buClr>
                  <a:srgbClr val="F0AB00"/>
                </a:buClr>
                <a:buSzPct val="80000"/>
              </a:pPr>
              <a:r>
                <a:rPr lang="en-US" sz="1200" kern="0">
                  <a:solidFill>
                    <a:schemeClr val="bg1"/>
                  </a:solidFill>
                  <a:latin typeface="72 Brand" panose="020B0504030603020204" pitchFamily="34" charset="0"/>
                  <a:ea typeface="Arial Unicode MS" pitchFamily="34" charset="-128"/>
                  <a:cs typeface="72" panose="020B0503030000000003" pitchFamily="34" charset="0"/>
                </a:rPr>
                <a:t>Business processes</a:t>
              </a:r>
              <a:endParaRPr lang="en-CA" sz="1200" kern="0">
                <a:solidFill>
                  <a:schemeClr val="bg1"/>
                </a:solidFill>
                <a:latin typeface="72 Brand" panose="020B0504030603020204" pitchFamily="34" charset="0"/>
                <a:ea typeface="Arial Unicode MS" pitchFamily="34" charset="-128"/>
                <a:cs typeface="72" panose="020B0503030000000003" pitchFamily="34" charset="0"/>
              </a:endParaRPr>
            </a:p>
          </p:txBody>
        </p:sp>
        <p:sp>
          <p:nvSpPr>
            <p:cNvPr id="47" name="Rectangle: Rounded Corners 37">
              <a:extLst>
                <a:ext uri="{FF2B5EF4-FFF2-40B4-BE49-F238E27FC236}">
                  <a16:creationId xmlns:a16="http://schemas.microsoft.com/office/drawing/2014/main" id="{5A66CD2B-F1C9-E404-3FB6-0787725207E5}"/>
                </a:ext>
              </a:extLst>
            </p:cNvPr>
            <p:cNvSpPr/>
            <p:nvPr/>
          </p:nvSpPr>
          <p:spPr bwMode="gray">
            <a:xfrm>
              <a:off x="8465173" y="1781850"/>
              <a:ext cx="504000" cy="505475"/>
            </a:xfrm>
            <a:prstGeom prst="roundRect">
              <a:avLst>
                <a:gd name="adj" fmla="val 50000"/>
              </a:avLst>
            </a:prstGeom>
            <a:gradFill>
              <a:gsLst>
                <a:gs pos="0">
                  <a:schemeClr val="bg1"/>
                </a:gs>
                <a:gs pos="100000">
                  <a:srgbClr val="DDF3FF"/>
                </a:gs>
              </a:gsLst>
              <a:lin ang="2700000" scaled="1"/>
            </a:gradFill>
            <a:ln w="25400" algn="ctr">
              <a:noFill/>
              <a:miter lim="800000"/>
              <a:headEnd/>
              <a:tailEnd/>
            </a:ln>
            <a:effectLst>
              <a:outerShdw blurRad="50800" dir="2700000" algn="tl" rotWithShape="0">
                <a:prstClr val="black">
                  <a:alpha val="20000"/>
                </a:prstClr>
              </a:outerShdw>
            </a:effectLst>
          </p:spPr>
          <p:txBody>
            <a:bodyPr lIns="182880" tIns="146304" rIns="182880" bIns="146304" rtlCol="0" anchor="t"/>
            <a:lstStyle/>
            <a:p>
              <a:pPr defTabSz="914400" fontAlgn="base">
                <a:spcAft>
                  <a:spcPts val="600"/>
                </a:spcAft>
                <a:buClr>
                  <a:srgbClr val="F0AB00"/>
                </a:buClr>
                <a:buSzPct val="80000"/>
                <a:defRPr/>
              </a:pPr>
              <a:endParaRPr lang="en-GB" sz="1050" i="1">
                <a:gradFill>
                  <a:gsLst>
                    <a:gs pos="0">
                      <a:srgbClr val="00144A"/>
                    </a:gs>
                    <a:gs pos="100000">
                      <a:srgbClr val="00144A"/>
                    </a:gs>
                  </a:gsLst>
                  <a:lin ang="0" scaled="0"/>
                </a:gradFill>
                <a:latin typeface="72 Brand"/>
              </a:endParaRPr>
            </a:p>
          </p:txBody>
        </p:sp>
        <p:sp>
          <p:nvSpPr>
            <p:cNvPr id="48" name="TextBox 47">
              <a:extLst>
                <a:ext uri="{FF2B5EF4-FFF2-40B4-BE49-F238E27FC236}">
                  <a16:creationId xmlns:a16="http://schemas.microsoft.com/office/drawing/2014/main" id="{BF0AD208-7FB5-495D-1AB2-A587678C0042}"/>
                </a:ext>
              </a:extLst>
            </p:cNvPr>
            <p:cNvSpPr txBox="1"/>
            <p:nvPr/>
          </p:nvSpPr>
          <p:spPr>
            <a:xfrm>
              <a:off x="8655865" y="1873002"/>
              <a:ext cx="125317" cy="307777"/>
            </a:xfrm>
            <a:prstGeom prst="rect">
              <a:avLst/>
            </a:prstGeom>
            <a:noFill/>
          </p:spPr>
          <p:txBody>
            <a:bodyPr wrap="square" lIns="0" tIns="0" rIns="0" bIns="0" rtlCol="0">
              <a:spAutoFit/>
            </a:bodyPr>
            <a:lstStyle/>
            <a:p>
              <a:pPr algn="ctr" fontAlgn="base">
                <a:spcBef>
                  <a:spcPct val="50000"/>
                </a:spcBef>
                <a:spcAft>
                  <a:spcPct val="0"/>
                </a:spcAft>
                <a:buClr>
                  <a:srgbClr val="F0AB00"/>
                </a:buClr>
                <a:buSzPct val="80000"/>
              </a:pPr>
              <a:r>
                <a:rPr lang="en-US" sz="2000" b="1" kern="0">
                  <a:solidFill>
                    <a:srgbClr val="89D1FF"/>
                  </a:solidFill>
                  <a:latin typeface="72 Brand" panose="020B0504030603020204" pitchFamily="34" charset="0"/>
                  <a:ea typeface="Arial Unicode MS" pitchFamily="34" charset="-128"/>
                  <a:cs typeface="72" panose="020B0503030000000003" pitchFamily="34" charset="0"/>
                </a:rPr>
                <a:t>1</a:t>
              </a:r>
            </a:p>
          </p:txBody>
        </p:sp>
      </p:grpSp>
      <p:grpSp>
        <p:nvGrpSpPr>
          <p:cNvPr id="9" name="Gruppieren 8">
            <a:extLst>
              <a:ext uri="{FF2B5EF4-FFF2-40B4-BE49-F238E27FC236}">
                <a16:creationId xmlns:a16="http://schemas.microsoft.com/office/drawing/2014/main" id="{451CD2C6-0E28-EB02-738D-D75D68DE7548}"/>
              </a:ext>
            </a:extLst>
          </p:cNvPr>
          <p:cNvGrpSpPr/>
          <p:nvPr/>
        </p:nvGrpSpPr>
        <p:grpSpPr>
          <a:xfrm>
            <a:off x="8465173" y="2629989"/>
            <a:ext cx="3009638" cy="505475"/>
            <a:chOff x="8465173" y="2629989"/>
            <a:chExt cx="3009638" cy="505475"/>
          </a:xfrm>
        </p:grpSpPr>
        <p:sp>
          <p:nvSpPr>
            <p:cNvPr id="14" name="Rounded Rectangle 61">
              <a:extLst>
                <a:ext uri="{FF2B5EF4-FFF2-40B4-BE49-F238E27FC236}">
                  <a16:creationId xmlns:a16="http://schemas.microsoft.com/office/drawing/2014/main" id="{588D5CCD-B173-D977-76EA-6DEDBBE54092}"/>
                </a:ext>
              </a:extLst>
            </p:cNvPr>
            <p:cNvSpPr/>
            <p:nvPr/>
          </p:nvSpPr>
          <p:spPr bwMode="gray">
            <a:xfrm>
              <a:off x="8729537" y="2729627"/>
              <a:ext cx="2745274" cy="334040"/>
            </a:xfrm>
            <a:prstGeom prst="roundRect">
              <a:avLst/>
            </a:prstGeom>
            <a:solidFill>
              <a:srgbClr val="1B90FF"/>
            </a:solidFill>
            <a:ln w="38100" algn="ctr">
              <a:noFill/>
              <a:miter lim="800000"/>
              <a:headEnd/>
              <a:tailEnd/>
            </a:ln>
          </p:spPr>
          <p:txBody>
            <a:bodyPr lIns="498361" tIns="63293" rIns="63293" bIns="63293" rtlCol="0" anchor="ctr"/>
            <a:lstStyle/>
            <a:p>
              <a:pPr defTabSz="632842">
                <a:spcBef>
                  <a:spcPct val="50000"/>
                </a:spcBef>
                <a:buClr>
                  <a:srgbClr val="F0AB00"/>
                </a:buClr>
                <a:buSzPct val="80000"/>
              </a:pPr>
              <a:r>
                <a:rPr lang="en-US" sz="1200" kern="0">
                  <a:solidFill>
                    <a:schemeClr val="bg1"/>
                  </a:solidFill>
                  <a:latin typeface="72 Brand" panose="020B0504030603020204" pitchFamily="34" charset="0"/>
                  <a:ea typeface="Arial Unicode MS" pitchFamily="34" charset="-128"/>
                  <a:cs typeface="72" panose="020B0503030000000003" pitchFamily="34" charset="0"/>
                </a:rPr>
                <a:t>Extensibility</a:t>
              </a:r>
              <a:endParaRPr lang="en-CA" sz="1200" kern="0">
                <a:solidFill>
                  <a:schemeClr val="bg1"/>
                </a:solidFill>
                <a:latin typeface="72 Brand" panose="020B0504030603020204" pitchFamily="34" charset="0"/>
                <a:ea typeface="Arial Unicode MS" pitchFamily="34" charset="-128"/>
                <a:cs typeface="72" panose="020B0503030000000003" pitchFamily="34" charset="0"/>
              </a:endParaRPr>
            </a:p>
          </p:txBody>
        </p:sp>
        <p:sp>
          <p:nvSpPr>
            <p:cNvPr id="51" name="Rectangle: Rounded Corners 37">
              <a:extLst>
                <a:ext uri="{FF2B5EF4-FFF2-40B4-BE49-F238E27FC236}">
                  <a16:creationId xmlns:a16="http://schemas.microsoft.com/office/drawing/2014/main" id="{CE847F65-C0EA-5970-1CDF-35F8C06E2EA2}"/>
                </a:ext>
              </a:extLst>
            </p:cNvPr>
            <p:cNvSpPr/>
            <p:nvPr/>
          </p:nvSpPr>
          <p:spPr bwMode="gray">
            <a:xfrm>
              <a:off x="8465173" y="2629989"/>
              <a:ext cx="504000" cy="505475"/>
            </a:xfrm>
            <a:prstGeom prst="roundRect">
              <a:avLst>
                <a:gd name="adj" fmla="val 50000"/>
              </a:avLst>
            </a:prstGeom>
            <a:gradFill>
              <a:gsLst>
                <a:gs pos="0">
                  <a:schemeClr val="bg1"/>
                </a:gs>
                <a:gs pos="100000">
                  <a:srgbClr val="DDF3FF"/>
                </a:gs>
              </a:gsLst>
              <a:lin ang="2700000" scaled="1"/>
            </a:gradFill>
            <a:ln w="25400" algn="ctr">
              <a:noFill/>
              <a:miter lim="800000"/>
              <a:headEnd/>
              <a:tailEnd/>
            </a:ln>
            <a:effectLst>
              <a:outerShdw blurRad="50800" dir="2700000" algn="tl" rotWithShape="0">
                <a:prstClr val="black">
                  <a:alpha val="20000"/>
                </a:prstClr>
              </a:outerShdw>
            </a:effectLst>
          </p:spPr>
          <p:txBody>
            <a:bodyPr lIns="182880" tIns="146304" rIns="182880" bIns="146304" rtlCol="0" anchor="t"/>
            <a:lstStyle/>
            <a:p>
              <a:pPr defTabSz="914400" fontAlgn="base">
                <a:spcAft>
                  <a:spcPts val="600"/>
                </a:spcAft>
                <a:buClr>
                  <a:srgbClr val="F0AB00"/>
                </a:buClr>
                <a:buSzPct val="80000"/>
                <a:defRPr/>
              </a:pPr>
              <a:endParaRPr lang="en-GB" sz="1050" i="1">
                <a:gradFill>
                  <a:gsLst>
                    <a:gs pos="0">
                      <a:srgbClr val="00144A"/>
                    </a:gs>
                    <a:gs pos="100000">
                      <a:srgbClr val="00144A"/>
                    </a:gs>
                  </a:gsLst>
                  <a:lin ang="0" scaled="0"/>
                </a:gradFill>
                <a:latin typeface="72 Brand"/>
              </a:endParaRPr>
            </a:p>
          </p:txBody>
        </p:sp>
        <p:sp>
          <p:nvSpPr>
            <p:cNvPr id="52" name="TextBox 51">
              <a:extLst>
                <a:ext uri="{FF2B5EF4-FFF2-40B4-BE49-F238E27FC236}">
                  <a16:creationId xmlns:a16="http://schemas.microsoft.com/office/drawing/2014/main" id="{72335102-9B3F-E5DF-129E-DAE81A28542E}"/>
                </a:ext>
              </a:extLst>
            </p:cNvPr>
            <p:cNvSpPr txBox="1"/>
            <p:nvPr/>
          </p:nvSpPr>
          <p:spPr>
            <a:xfrm>
              <a:off x="8656111" y="2728761"/>
              <a:ext cx="125317" cy="307777"/>
            </a:xfrm>
            <a:prstGeom prst="rect">
              <a:avLst/>
            </a:prstGeom>
            <a:noFill/>
          </p:spPr>
          <p:txBody>
            <a:bodyPr wrap="square" lIns="0" tIns="0" rIns="0" bIns="0" rtlCol="0">
              <a:spAutoFit/>
            </a:bodyPr>
            <a:lstStyle/>
            <a:p>
              <a:pPr algn="ctr" fontAlgn="base">
                <a:spcBef>
                  <a:spcPct val="50000"/>
                </a:spcBef>
                <a:spcAft>
                  <a:spcPct val="0"/>
                </a:spcAft>
                <a:buClr>
                  <a:srgbClr val="F0AB00"/>
                </a:buClr>
                <a:buSzPct val="80000"/>
              </a:pPr>
              <a:r>
                <a:rPr lang="en-US" sz="2000" b="1" kern="0">
                  <a:solidFill>
                    <a:srgbClr val="1B90FF"/>
                  </a:solidFill>
                  <a:latin typeface="72 Brand" panose="020B0504030603020204" pitchFamily="34" charset="0"/>
                  <a:ea typeface="Arial Unicode MS" pitchFamily="34" charset="-128"/>
                  <a:cs typeface="72" panose="020B0503030000000003" pitchFamily="34" charset="0"/>
                </a:rPr>
                <a:t>2</a:t>
              </a:r>
            </a:p>
          </p:txBody>
        </p:sp>
      </p:grpSp>
      <p:grpSp>
        <p:nvGrpSpPr>
          <p:cNvPr id="10" name="Gruppieren 9">
            <a:extLst>
              <a:ext uri="{FF2B5EF4-FFF2-40B4-BE49-F238E27FC236}">
                <a16:creationId xmlns:a16="http://schemas.microsoft.com/office/drawing/2014/main" id="{BC690603-1449-2371-C2AF-EDD20FD23B1A}"/>
              </a:ext>
            </a:extLst>
          </p:cNvPr>
          <p:cNvGrpSpPr/>
          <p:nvPr/>
        </p:nvGrpSpPr>
        <p:grpSpPr>
          <a:xfrm>
            <a:off x="8465173" y="3464876"/>
            <a:ext cx="3009636" cy="505475"/>
            <a:chOff x="8465173" y="3464876"/>
            <a:chExt cx="3009636" cy="505475"/>
          </a:xfrm>
        </p:grpSpPr>
        <p:sp>
          <p:nvSpPr>
            <p:cNvPr id="39" name="Rounded Rectangle 61">
              <a:extLst>
                <a:ext uri="{FF2B5EF4-FFF2-40B4-BE49-F238E27FC236}">
                  <a16:creationId xmlns:a16="http://schemas.microsoft.com/office/drawing/2014/main" id="{553B601F-9911-76CC-E687-EE0E9CF0911A}"/>
                </a:ext>
              </a:extLst>
            </p:cNvPr>
            <p:cNvSpPr/>
            <p:nvPr/>
          </p:nvSpPr>
          <p:spPr bwMode="gray">
            <a:xfrm>
              <a:off x="8720626" y="3547657"/>
              <a:ext cx="2754183" cy="334040"/>
            </a:xfrm>
            <a:prstGeom prst="roundRect">
              <a:avLst/>
            </a:prstGeom>
            <a:solidFill>
              <a:srgbClr val="0070F2"/>
            </a:solidFill>
            <a:ln w="25400" algn="ctr">
              <a:noFill/>
              <a:miter lim="800000"/>
              <a:headEnd/>
              <a:tailEnd/>
            </a:ln>
          </p:spPr>
          <p:txBody>
            <a:bodyPr lIns="498361" tIns="63293" rIns="62296" bIns="63293" rtlCol="0" anchor="ctr"/>
            <a:lstStyle/>
            <a:p>
              <a:pPr defTabSz="632842">
                <a:spcBef>
                  <a:spcPct val="50000"/>
                </a:spcBef>
                <a:buClr>
                  <a:srgbClr val="F0AB00"/>
                </a:buClr>
                <a:buSzPct val="80000"/>
              </a:pPr>
              <a:r>
                <a:rPr lang="en-US" sz="1200" kern="0">
                  <a:solidFill>
                    <a:schemeClr val="bg1"/>
                  </a:solidFill>
                  <a:latin typeface="72 Brand" panose="020B0504030603020204" pitchFamily="34" charset="0"/>
                  <a:ea typeface="Arial Unicode MS" pitchFamily="34" charset="-128"/>
                  <a:cs typeface="72" panose="020B0503030000000003" pitchFamily="34" charset="0"/>
                </a:rPr>
                <a:t>Data</a:t>
              </a:r>
              <a:endParaRPr lang="en-CA" sz="1200" kern="0">
                <a:solidFill>
                  <a:schemeClr val="bg1"/>
                </a:solidFill>
                <a:latin typeface="72 Brand" panose="020B0504030603020204" pitchFamily="34" charset="0"/>
                <a:ea typeface="Arial Unicode MS" pitchFamily="34" charset="-128"/>
                <a:cs typeface="72" panose="020B0503030000000003" pitchFamily="34" charset="0"/>
              </a:endParaRPr>
            </a:p>
          </p:txBody>
        </p:sp>
        <p:sp>
          <p:nvSpPr>
            <p:cNvPr id="53" name="Rectangle: Rounded Corners 37">
              <a:extLst>
                <a:ext uri="{FF2B5EF4-FFF2-40B4-BE49-F238E27FC236}">
                  <a16:creationId xmlns:a16="http://schemas.microsoft.com/office/drawing/2014/main" id="{28A079B0-93A0-780D-A5E0-51CAF8A69310}"/>
                </a:ext>
              </a:extLst>
            </p:cNvPr>
            <p:cNvSpPr>
              <a:spLocks/>
            </p:cNvSpPr>
            <p:nvPr/>
          </p:nvSpPr>
          <p:spPr bwMode="gray">
            <a:xfrm>
              <a:off x="8465173" y="3464876"/>
              <a:ext cx="504000" cy="505475"/>
            </a:xfrm>
            <a:prstGeom prst="roundRect">
              <a:avLst>
                <a:gd name="adj" fmla="val 50000"/>
              </a:avLst>
            </a:prstGeom>
            <a:gradFill>
              <a:gsLst>
                <a:gs pos="0">
                  <a:schemeClr val="bg1"/>
                </a:gs>
                <a:gs pos="100000">
                  <a:srgbClr val="DDF3FF"/>
                </a:gs>
              </a:gsLst>
              <a:lin ang="2700000" scaled="1"/>
            </a:gradFill>
            <a:ln w="25400" algn="ctr">
              <a:noFill/>
              <a:miter lim="800000"/>
              <a:headEnd/>
              <a:tailEnd/>
            </a:ln>
            <a:effectLst>
              <a:outerShdw blurRad="50800" dir="2700000" algn="tl" rotWithShape="0">
                <a:prstClr val="black">
                  <a:alpha val="20000"/>
                </a:prstClr>
              </a:outerShdw>
            </a:effectLst>
          </p:spPr>
          <p:txBody>
            <a:bodyPr lIns="182880" tIns="146304" rIns="182880" bIns="146304" rtlCol="0" anchor="t"/>
            <a:lstStyle/>
            <a:p>
              <a:pPr defTabSz="914400" fontAlgn="base">
                <a:spcAft>
                  <a:spcPts val="600"/>
                </a:spcAft>
                <a:buClr>
                  <a:srgbClr val="F0AB00"/>
                </a:buClr>
                <a:buSzPct val="80000"/>
                <a:defRPr/>
              </a:pPr>
              <a:endParaRPr lang="en-GB" sz="1050" i="1">
                <a:gradFill>
                  <a:gsLst>
                    <a:gs pos="0">
                      <a:srgbClr val="00144A"/>
                    </a:gs>
                    <a:gs pos="100000">
                      <a:srgbClr val="00144A"/>
                    </a:gs>
                  </a:gsLst>
                  <a:lin ang="0" scaled="0"/>
                </a:gradFill>
                <a:latin typeface="72 Brand"/>
              </a:endParaRPr>
            </a:p>
          </p:txBody>
        </p:sp>
        <p:sp>
          <p:nvSpPr>
            <p:cNvPr id="54" name="TextBox 53">
              <a:extLst>
                <a:ext uri="{FF2B5EF4-FFF2-40B4-BE49-F238E27FC236}">
                  <a16:creationId xmlns:a16="http://schemas.microsoft.com/office/drawing/2014/main" id="{54853526-3383-7C0E-D448-BC930EFACFC2}"/>
                </a:ext>
              </a:extLst>
            </p:cNvPr>
            <p:cNvSpPr txBox="1"/>
            <p:nvPr/>
          </p:nvSpPr>
          <p:spPr>
            <a:xfrm>
              <a:off x="8648491" y="3563648"/>
              <a:ext cx="125317" cy="307777"/>
            </a:xfrm>
            <a:prstGeom prst="rect">
              <a:avLst/>
            </a:prstGeom>
            <a:noFill/>
          </p:spPr>
          <p:txBody>
            <a:bodyPr wrap="square" lIns="0" tIns="0" rIns="0" bIns="0" rtlCol="0">
              <a:spAutoFit/>
            </a:bodyPr>
            <a:lstStyle/>
            <a:p>
              <a:pPr algn="ctr" fontAlgn="base">
                <a:spcBef>
                  <a:spcPct val="50000"/>
                </a:spcBef>
                <a:spcAft>
                  <a:spcPct val="0"/>
                </a:spcAft>
                <a:buClr>
                  <a:srgbClr val="F0AB00"/>
                </a:buClr>
                <a:buSzPct val="80000"/>
              </a:pPr>
              <a:r>
                <a:rPr lang="en-US" sz="2000" b="1" kern="0">
                  <a:solidFill>
                    <a:srgbClr val="0070F2"/>
                  </a:solidFill>
                  <a:latin typeface="72 Brand" panose="020B0504030603020204" pitchFamily="34" charset="0"/>
                  <a:ea typeface="Arial Unicode MS" pitchFamily="34" charset="-128"/>
                  <a:cs typeface="72" panose="020B0503030000000003" pitchFamily="34" charset="0"/>
                </a:rPr>
                <a:t>3</a:t>
              </a:r>
            </a:p>
          </p:txBody>
        </p:sp>
      </p:grpSp>
      <p:grpSp>
        <p:nvGrpSpPr>
          <p:cNvPr id="11" name="Gruppieren 10">
            <a:extLst>
              <a:ext uri="{FF2B5EF4-FFF2-40B4-BE49-F238E27FC236}">
                <a16:creationId xmlns:a16="http://schemas.microsoft.com/office/drawing/2014/main" id="{E7A01C12-699D-8659-FE22-D687659340C8}"/>
              </a:ext>
            </a:extLst>
          </p:cNvPr>
          <p:cNvGrpSpPr/>
          <p:nvPr/>
        </p:nvGrpSpPr>
        <p:grpSpPr>
          <a:xfrm>
            <a:off x="8465173" y="4326268"/>
            <a:ext cx="3009636" cy="505475"/>
            <a:chOff x="8465173" y="4326268"/>
            <a:chExt cx="3009636" cy="505475"/>
          </a:xfrm>
        </p:grpSpPr>
        <p:sp>
          <p:nvSpPr>
            <p:cNvPr id="33" name="Rounded Rectangle 61">
              <a:extLst>
                <a:ext uri="{FF2B5EF4-FFF2-40B4-BE49-F238E27FC236}">
                  <a16:creationId xmlns:a16="http://schemas.microsoft.com/office/drawing/2014/main" id="{BC32E7BA-9467-FDBE-8626-E8FA764476C6}"/>
                </a:ext>
              </a:extLst>
            </p:cNvPr>
            <p:cNvSpPr/>
            <p:nvPr/>
          </p:nvSpPr>
          <p:spPr bwMode="gray">
            <a:xfrm>
              <a:off x="8720627" y="4412962"/>
              <a:ext cx="2754182" cy="334040"/>
            </a:xfrm>
            <a:prstGeom prst="roundRect">
              <a:avLst/>
            </a:prstGeom>
            <a:solidFill>
              <a:srgbClr val="002A86"/>
            </a:solidFill>
            <a:ln w="25400" algn="ctr">
              <a:noFill/>
              <a:miter lim="800000"/>
              <a:headEnd/>
              <a:tailEnd/>
            </a:ln>
          </p:spPr>
          <p:txBody>
            <a:bodyPr lIns="498361" tIns="63293" rIns="62296" bIns="63293" rtlCol="0" anchor="ctr"/>
            <a:lstStyle/>
            <a:p>
              <a:pPr defTabSz="632842">
                <a:spcBef>
                  <a:spcPct val="50000"/>
                </a:spcBef>
                <a:buClr>
                  <a:srgbClr val="F0AB00"/>
                </a:buClr>
                <a:buSzPct val="80000"/>
              </a:pPr>
              <a:r>
                <a:rPr lang="en-US" sz="1200" kern="0">
                  <a:solidFill>
                    <a:schemeClr val="bg1"/>
                  </a:solidFill>
                  <a:latin typeface="72 Brand" panose="020B0504030603020204" pitchFamily="34" charset="0"/>
                  <a:ea typeface="Arial Unicode MS" pitchFamily="34" charset="-128"/>
                  <a:cs typeface="72" panose="020B0503030000000003" pitchFamily="34" charset="0"/>
                </a:rPr>
                <a:t>Integration</a:t>
              </a:r>
              <a:endParaRPr lang="en-CA" sz="1200" kern="0">
                <a:solidFill>
                  <a:schemeClr val="bg1"/>
                </a:solidFill>
                <a:latin typeface="72 Brand" panose="020B0504030603020204" pitchFamily="34" charset="0"/>
                <a:ea typeface="Arial Unicode MS" pitchFamily="34" charset="-128"/>
                <a:cs typeface="72" panose="020B0503030000000003" pitchFamily="34" charset="0"/>
              </a:endParaRPr>
            </a:p>
          </p:txBody>
        </p:sp>
        <p:sp>
          <p:nvSpPr>
            <p:cNvPr id="55" name="Rectangle: Rounded Corners 37">
              <a:extLst>
                <a:ext uri="{FF2B5EF4-FFF2-40B4-BE49-F238E27FC236}">
                  <a16:creationId xmlns:a16="http://schemas.microsoft.com/office/drawing/2014/main" id="{18044E5A-D731-EA97-D795-A7CC8662030B}"/>
                </a:ext>
              </a:extLst>
            </p:cNvPr>
            <p:cNvSpPr/>
            <p:nvPr/>
          </p:nvSpPr>
          <p:spPr bwMode="gray">
            <a:xfrm>
              <a:off x="8465173" y="4326268"/>
              <a:ext cx="504000" cy="505475"/>
            </a:xfrm>
            <a:prstGeom prst="roundRect">
              <a:avLst>
                <a:gd name="adj" fmla="val 50000"/>
              </a:avLst>
            </a:prstGeom>
            <a:gradFill>
              <a:gsLst>
                <a:gs pos="0">
                  <a:schemeClr val="bg1"/>
                </a:gs>
                <a:gs pos="100000">
                  <a:srgbClr val="DDF3FF"/>
                </a:gs>
              </a:gsLst>
              <a:lin ang="2700000" scaled="1"/>
            </a:gradFill>
            <a:ln w="25400" algn="ctr">
              <a:noFill/>
              <a:miter lim="800000"/>
              <a:headEnd/>
              <a:tailEnd/>
            </a:ln>
            <a:effectLst>
              <a:outerShdw blurRad="50800" dir="2700000" algn="tl" rotWithShape="0">
                <a:prstClr val="black">
                  <a:alpha val="20000"/>
                </a:prstClr>
              </a:outerShdw>
            </a:effectLst>
          </p:spPr>
          <p:txBody>
            <a:bodyPr lIns="182880" tIns="146304" rIns="182880" bIns="146304" rtlCol="0" anchor="t"/>
            <a:lstStyle/>
            <a:p>
              <a:pPr defTabSz="914400" fontAlgn="base">
                <a:spcAft>
                  <a:spcPts val="600"/>
                </a:spcAft>
                <a:buClr>
                  <a:srgbClr val="F0AB00"/>
                </a:buClr>
                <a:buSzPct val="80000"/>
                <a:defRPr/>
              </a:pPr>
              <a:endParaRPr lang="en-GB" sz="1050" i="1">
                <a:gradFill>
                  <a:gsLst>
                    <a:gs pos="0">
                      <a:srgbClr val="00144A"/>
                    </a:gs>
                    <a:gs pos="100000">
                      <a:srgbClr val="00144A"/>
                    </a:gs>
                  </a:gsLst>
                  <a:lin ang="0" scaled="0"/>
                </a:gradFill>
                <a:latin typeface="72 Brand"/>
              </a:endParaRPr>
            </a:p>
          </p:txBody>
        </p:sp>
        <p:sp>
          <p:nvSpPr>
            <p:cNvPr id="56" name="TextBox 55">
              <a:extLst>
                <a:ext uri="{FF2B5EF4-FFF2-40B4-BE49-F238E27FC236}">
                  <a16:creationId xmlns:a16="http://schemas.microsoft.com/office/drawing/2014/main" id="{064C9B23-0EC6-5525-8E70-41C1C53CB921}"/>
                </a:ext>
              </a:extLst>
            </p:cNvPr>
            <p:cNvSpPr txBox="1"/>
            <p:nvPr/>
          </p:nvSpPr>
          <p:spPr>
            <a:xfrm>
              <a:off x="8640871" y="4432660"/>
              <a:ext cx="125317" cy="307777"/>
            </a:xfrm>
            <a:prstGeom prst="rect">
              <a:avLst/>
            </a:prstGeom>
            <a:noFill/>
          </p:spPr>
          <p:txBody>
            <a:bodyPr wrap="square" lIns="0" tIns="0" rIns="0" bIns="0" rtlCol="0">
              <a:spAutoFit/>
            </a:bodyPr>
            <a:lstStyle/>
            <a:p>
              <a:pPr algn="ctr" fontAlgn="base">
                <a:spcBef>
                  <a:spcPct val="50000"/>
                </a:spcBef>
                <a:spcAft>
                  <a:spcPct val="0"/>
                </a:spcAft>
                <a:buClr>
                  <a:srgbClr val="F0AB00"/>
                </a:buClr>
                <a:buSzPct val="80000"/>
              </a:pPr>
              <a:r>
                <a:rPr lang="en-US" sz="2000" b="1" kern="0">
                  <a:solidFill>
                    <a:srgbClr val="002A86"/>
                  </a:solidFill>
                  <a:latin typeface="72 Brand" panose="020B0504030603020204" pitchFamily="34" charset="0"/>
                  <a:ea typeface="Arial Unicode MS" pitchFamily="34" charset="-128"/>
                  <a:cs typeface="72" panose="020B0503030000000003" pitchFamily="34" charset="0"/>
                </a:rPr>
                <a:t>4</a:t>
              </a:r>
            </a:p>
          </p:txBody>
        </p:sp>
      </p:grpSp>
      <p:grpSp>
        <p:nvGrpSpPr>
          <p:cNvPr id="13" name="Gruppieren 12">
            <a:extLst>
              <a:ext uri="{FF2B5EF4-FFF2-40B4-BE49-F238E27FC236}">
                <a16:creationId xmlns:a16="http://schemas.microsoft.com/office/drawing/2014/main" id="{AF23E8FE-6D27-1636-F472-78FF834D4653}"/>
              </a:ext>
            </a:extLst>
          </p:cNvPr>
          <p:cNvGrpSpPr/>
          <p:nvPr/>
        </p:nvGrpSpPr>
        <p:grpSpPr>
          <a:xfrm>
            <a:off x="8465173" y="5226216"/>
            <a:ext cx="3009635" cy="505475"/>
            <a:chOff x="8465173" y="5226216"/>
            <a:chExt cx="3009635" cy="505475"/>
          </a:xfrm>
        </p:grpSpPr>
        <p:sp>
          <p:nvSpPr>
            <p:cNvPr id="7" name="Rounded Rectangle 61">
              <a:extLst>
                <a:ext uri="{FF2B5EF4-FFF2-40B4-BE49-F238E27FC236}">
                  <a16:creationId xmlns:a16="http://schemas.microsoft.com/office/drawing/2014/main" id="{81E0D6E3-301C-413A-5465-E22D039BC899}"/>
                </a:ext>
              </a:extLst>
            </p:cNvPr>
            <p:cNvSpPr/>
            <p:nvPr/>
          </p:nvSpPr>
          <p:spPr bwMode="gray">
            <a:xfrm>
              <a:off x="8578901" y="5319222"/>
              <a:ext cx="2895907" cy="334040"/>
            </a:xfrm>
            <a:prstGeom prst="roundRect">
              <a:avLst/>
            </a:prstGeom>
            <a:solidFill>
              <a:srgbClr val="00144A"/>
            </a:solidFill>
            <a:ln w="38100" algn="ctr">
              <a:noFill/>
              <a:miter lim="800000"/>
              <a:headEnd/>
              <a:tailEnd/>
            </a:ln>
          </p:spPr>
          <p:txBody>
            <a:bodyPr lIns="498361" tIns="63293" rIns="63293" bIns="63293" rtlCol="0" anchor="ctr"/>
            <a:lstStyle/>
            <a:p>
              <a:pPr defTabSz="632842">
                <a:spcBef>
                  <a:spcPct val="50000"/>
                </a:spcBef>
                <a:buClr>
                  <a:srgbClr val="F0AB00"/>
                </a:buClr>
                <a:buSzPct val="80000"/>
              </a:pPr>
              <a:r>
                <a:rPr lang="en-US" sz="1200" kern="0">
                  <a:solidFill>
                    <a:schemeClr val="bg1"/>
                  </a:solidFill>
                  <a:latin typeface="72 Brand" panose="020B0504030603020204" pitchFamily="34" charset="0"/>
                  <a:ea typeface="Arial Unicode MS" pitchFamily="34" charset="-128"/>
                  <a:cs typeface="72" panose="020B0503030000000003" pitchFamily="34" charset="0"/>
                </a:rPr>
                <a:t>   Operations</a:t>
              </a:r>
              <a:endParaRPr lang="en-CA" sz="1200" kern="0">
                <a:solidFill>
                  <a:schemeClr val="bg1"/>
                </a:solidFill>
                <a:latin typeface="72 Brand" panose="020B0504030603020204" pitchFamily="34" charset="0"/>
                <a:ea typeface="Arial Unicode MS" pitchFamily="34" charset="-128"/>
                <a:cs typeface="72" panose="020B0503030000000003" pitchFamily="34" charset="0"/>
              </a:endParaRPr>
            </a:p>
          </p:txBody>
        </p:sp>
        <p:sp>
          <p:nvSpPr>
            <p:cNvPr id="57" name="Rectangle: Rounded Corners 37">
              <a:extLst>
                <a:ext uri="{FF2B5EF4-FFF2-40B4-BE49-F238E27FC236}">
                  <a16:creationId xmlns:a16="http://schemas.microsoft.com/office/drawing/2014/main" id="{AAA7DB7A-604A-8D45-E2BC-C45A1862B658}"/>
                </a:ext>
              </a:extLst>
            </p:cNvPr>
            <p:cNvSpPr/>
            <p:nvPr/>
          </p:nvSpPr>
          <p:spPr bwMode="gray">
            <a:xfrm>
              <a:off x="8465173" y="5226216"/>
              <a:ext cx="504000" cy="505475"/>
            </a:xfrm>
            <a:prstGeom prst="roundRect">
              <a:avLst>
                <a:gd name="adj" fmla="val 50000"/>
              </a:avLst>
            </a:prstGeom>
            <a:gradFill>
              <a:gsLst>
                <a:gs pos="0">
                  <a:schemeClr val="bg1"/>
                </a:gs>
                <a:gs pos="100000">
                  <a:srgbClr val="DDF3FF"/>
                </a:gs>
              </a:gsLst>
              <a:lin ang="2700000" scaled="1"/>
            </a:gradFill>
            <a:ln w="25400" algn="ctr">
              <a:noFill/>
              <a:miter lim="800000"/>
              <a:headEnd/>
              <a:tailEnd/>
            </a:ln>
            <a:effectLst>
              <a:outerShdw blurRad="50800" dir="2700000" algn="tl" rotWithShape="0">
                <a:prstClr val="black">
                  <a:alpha val="20000"/>
                </a:prstClr>
              </a:outerShdw>
            </a:effectLst>
          </p:spPr>
          <p:txBody>
            <a:bodyPr lIns="182880" tIns="146304" rIns="182880" bIns="146304" rtlCol="0" anchor="t"/>
            <a:lstStyle/>
            <a:p>
              <a:pPr defTabSz="914400" fontAlgn="base">
                <a:spcAft>
                  <a:spcPts val="600"/>
                </a:spcAft>
                <a:buClr>
                  <a:srgbClr val="F0AB00"/>
                </a:buClr>
                <a:buSzPct val="80000"/>
                <a:defRPr/>
              </a:pPr>
              <a:endParaRPr lang="en-GB" sz="1050" i="1">
                <a:gradFill>
                  <a:gsLst>
                    <a:gs pos="0">
                      <a:srgbClr val="00144A"/>
                    </a:gs>
                    <a:gs pos="100000">
                      <a:srgbClr val="00144A"/>
                    </a:gs>
                  </a:gsLst>
                  <a:lin ang="0" scaled="0"/>
                </a:gradFill>
                <a:latin typeface="72 Brand"/>
              </a:endParaRPr>
            </a:p>
          </p:txBody>
        </p:sp>
        <p:sp>
          <p:nvSpPr>
            <p:cNvPr id="58" name="TextBox 57">
              <a:extLst>
                <a:ext uri="{FF2B5EF4-FFF2-40B4-BE49-F238E27FC236}">
                  <a16:creationId xmlns:a16="http://schemas.microsoft.com/office/drawing/2014/main" id="{FD5FAB9A-C345-DB21-7A26-473E88B861AB}"/>
                </a:ext>
              </a:extLst>
            </p:cNvPr>
            <p:cNvSpPr txBox="1"/>
            <p:nvPr/>
          </p:nvSpPr>
          <p:spPr>
            <a:xfrm>
              <a:off x="8648491" y="5332608"/>
              <a:ext cx="125317" cy="307777"/>
            </a:xfrm>
            <a:prstGeom prst="rect">
              <a:avLst/>
            </a:prstGeom>
            <a:noFill/>
          </p:spPr>
          <p:txBody>
            <a:bodyPr wrap="square" lIns="0" tIns="0" rIns="0" bIns="0" rtlCol="0">
              <a:spAutoFit/>
            </a:bodyPr>
            <a:lstStyle/>
            <a:p>
              <a:pPr algn="ctr" fontAlgn="base">
                <a:spcBef>
                  <a:spcPct val="50000"/>
                </a:spcBef>
                <a:spcAft>
                  <a:spcPct val="0"/>
                </a:spcAft>
                <a:buClr>
                  <a:srgbClr val="F0AB00"/>
                </a:buClr>
                <a:buSzPct val="80000"/>
              </a:pPr>
              <a:r>
                <a:rPr lang="en-US" sz="2000" b="1" kern="0">
                  <a:solidFill>
                    <a:srgbClr val="00144A"/>
                  </a:solidFill>
                  <a:latin typeface="72 Brand" panose="020B0504030603020204" pitchFamily="34" charset="0"/>
                  <a:ea typeface="Arial Unicode MS" pitchFamily="34" charset="-128"/>
                  <a:cs typeface="72" panose="020B0503030000000003" pitchFamily="34" charset="0"/>
                </a:rPr>
                <a:t>5</a:t>
              </a:r>
            </a:p>
          </p:txBody>
        </p:sp>
      </p:grpSp>
    </p:spTree>
    <p:extLst>
      <p:ext uri="{BB962C8B-B14F-4D97-AF65-F5344CB8AC3E}">
        <p14:creationId xmlns:p14="http://schemas.microsoft.com/office/powerpoint/2010/main" val="186886623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par>
                          <p:cTn id="8" fill="hold">
                            <p:stCondLst>
                              <p:cond delay="500"/>
                            </p:stCondLst>
                            <p:childTnLst>
                              <p:par>
                                <p:cTn id="9" presetID="10" presetClass="entr" presetSubtype="0" fill="hold" nodeType="afterEffect">
                                  <p:stCondLst>
                                    <p:cond delay="50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childTnLst>
                                </p:cTn>
                              </p:par>
                            </p:childTnLst>
                          </p:cTn>
                        </p:par>
                        <p:par>
                          <p:cTn id="12" fill="hold">
                            <p:stCondLst>
                              <p:cond delay="1500"/>
                            </p:stCondLst>
                            <p:childTnLst>
                              <p:par>
                                <p:cTn id="13" presetID="10" presetClass="entr" presetSubtype="0" fill="hold" grpId="0" nodeType="afterEffect">
                                  <p:stCondLst>
                                    <p:cond delay="0"/>
                                  </p:stCondLst>
                                  <p:childTnLst>
                                    <p:set>
                                      <p:cBhvr>
                                        <p:cTn id="14" dur="1" fill="hold">
                                          <p:stCondLst>
                                            <p:cond delay="0"/>
                                          </p:stCondLst>
                                        </p:cTn>
                                        <p:tgtEl>
                                          <p:spTgt spid="31"/>
                                        </p:tgtEl>
                                        <p:attrNameLst>
                                          <p:attrName>style.visibility</p:attrName>
                                        </p:attrNameLst>
                                      </p:cBhvr>
                                      <p:to>
                                        <p:strVal val="visible"/>
                                      </p:to>
                                    </p:set>
                                    <p:animEffect transition="in" filter="fade">
                                      <p:cBhvr>
                                        <p:cTn id="15" dur="500"/>
                                        <p:tgtEl>
                                          <p:spTgt spid="31"/>
                                        </p:tgtEl>
                                      </p:cBhvr>
                                    </p:animEffect>
                                  </p:childTnLst>
                                </p:cTn>
                              </p:par>
                              <p:par>
                                <p:cTn id="16" presetID="42" presetClass="path" presetSubtype="0" decel="50000" fill="hold" grpId="1" nodeType="withEffect">
                                  <p:stCondLst>
                                    <p:cond delay="0"/>
                                  </p:stCondLst>
                                  <p:childTnLst>
                                    <p:animMotion origin="layout" path="M 0.0302 3.7037E-7 L -4.36865E-6 3.7037E-7 " pathEditMode="relative" rAng="0" ptsTypes="AA">
                                      <p:cBhvr>
                                        <p:cTn id="17" dur="500" fill="hold"/>
                                        <p:tgtEl>
                                          <p:spTgt spid="31"/>
                                        </p:tgtEl>
                                        <p:attrNameLst>
                                          <p:attrName>ppt_x</p:attrName>
                                          <p:attrName>ppt_y</p:attrName>
                                        </p:attrNameLst>
                                      </p:cBhvr>
                                      <p:rCtr x="-1510" y="0"/>
                                    </p:animMotion>
                                  </p:childTnLst>
                                </p:cTn>
                              </p:par>
                            </p:childTnLst>
                          </p:cTn>
                        </p:par>
                        <p:par>
                          <p:cTn id="18" fill="hold">
                            <p:stCondLst>
                              <p:cond delay="2000"/>
                            </p:stCondLst>
                            <p:childTnLst>
                              <p:par>
                                <p:cTn id="19" presetID="10" presetClass="entr" presetSubtype="0" fill="hold" nodeType="afterEffect">
                                  <p:stCondLst>
                                    <p:cond delay="50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500"/>
                                        <p:tgtEl>
                                          <p:spTgt spid="9"/>
                                        </p:tgtEl>
                                      </p:cBhvr>
                                    </p:animEffect>
                                  </p:childTnLst>
                                </p:cTn>
                              </p:par>
                            </p:childTnLst>
                          </p:cTn>
                        </p:par>
                        <p:par>
                          <p:cTn id="22" fill="hold">
                            <p:stCondLst>
                              <p:cond delay="3000"/>
                            </p:stCondLst>
                            <p:childTnLst>
                              <p:par>
                                <p:cTn id="23" presetID="10" presetClass="entr" presetSubtype="0" fill="hold" grpId="0" nodeType="after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500"/>
                                        <p:tgtEl>
                                          <p:spTgt spid="12"/>
                                        </p:tgtEl>
                                      </p:cBhvr>
                                    </p:animEffect>
                                  </p:childTnLst>
                                </p:cTn>
                              </p:par>
                              <p:par>
                                <p:cTn id="26" presetID="42" presetClass="path" presetSubtype="0" decel="50000" fill="hold" grpId="1" nodeType="withEffect">
                                  <p:stCondLst>
                                    <p:cond delay="0"/>
                                  </p:stCondLst>
                                  <p:childTnLst>
                                    <p:animMotion origin="layout" path="M 0.0302 3.7037E-7 L -4.36865E-6 3.7037E-7 " pathEditMode="relative" rAng="0" ptsTypes="AA">
                                      <p:cBhvr>
                                        <p:cTn id="27" dur="500" fill="hold"/>
                                        <p:tgtEl>
                                          <p:spTgt spid="12"/>
                                        </p:tgtEl>
                                        <p:attrNameLst>
                                          <p:attrName>ppt_x</p:attrName>
                                          <p:attrName>ppt_y</p:attrName>
                                        </p:attrNameLst>
                                      </p:cBhvr>
                                      <p:rCtr x="-1510" y="0"/>
                                    </p:animMotion>
                                  </p:childTnLst>
                                </p:cTn>
                              </p:par>
                            </p:childTnLst>
                          </p:cTn>
                        </p:par>
                        <p:par>
                          <p:cTn id="28" fill="hold">
                            <p:stCondLst>
                              <p:cond delay="3500"/>
                            </p:stCondLst>
                            <p:childTnLst>
                              <p:par>
                                <p:cTn id="29" presetID="10" presetClass="entr" presetSubtype="0" fill="hold" nodeType="afterEffect">
                                  <p:stCondLst>
                                    <p:cond delay="50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500"/>
                                        <p:tgtEl>
                                          <p:spTgt spid="10"/>
                                        </p:tgtEl>
                                      </p:cBhvr>
                                    </p:animEffect>
                                  </p:childTnLst>
                                </p:cTn>
                              </p:par>
                            </p:childTnLst>
                          </p:cTn>
                        </p:par>
                        <p:par>
                          <p:cTn id="32" fill="hold">
                            <p:stCondLst>
                              <p:cond delay="4500"/>
                            </p:stCondLst>
                            <p:childTnLst>
                              <p:par>
                                <p:cTn id="33" presetID="10" presetClass="entr" presetSubtype="0" fill="hold" grpId="0" nodeType="afterEffect">
                                  <p:stCondLst>
                                    <p:cond delay="0"/>
                                  </p:stCondLst>
                                  <p:childTnLst>
                                    <p:set>
                                      <p:cBhvr>
                                        <p:cTn id="34" dur="1" fill="hold">
                                          <p:stCondLst>
                                            <p:cond delay="0"/>
                                          </p:stCondLst>
                                        </p:cTn>
                                        <p:tgtEl>
                                          <p:spTgt spid="42"/>
                                        </p:tgtEl>
                                        <p:attrNameLst>
                                          <p:attrName>style.visibility</p:attrName>
                                        </p:attrNameLst>
                                      </p:cBhvr>
                                      <p:to>
                                        <p:strVal val="visible"/>
                                      </p:to>
                                    </p:set>
                                    <p:animEffect transition="in" filter="fade">
                                      <p:cBhvr>
                                        <p:cTn id="35" dur="500"/>
                                        <p:tgtEl>
                                          <p:spTgt spid="42"/>
                                        </p:tgtEl>
                                      </p:cBhvr>
                                    </p:animEffect>
                                  </p:childTnLst>
                                </p:cTn>
                              </p:par>
                              <p:par>
                                <p:cTn id="36" presetID="42" presetClass="path" presetSubtype="0" decel="50000" fill="hold" grpId="1" nodeType="withEffect">
                                  <p:stCondLst>
                                    <p:cond delay="0"/>
                                  </p:stCondLst>
                                  <p:childTnLst>
                                    <p:animMotion origin="layout" path="M 0.0302 3.7037E-7 L -4.36865E-6 3.7037E-7 " pathEditMode="relative" rAng="0" ptsTypes="AA">
                                      <p:cBhvr>
                                        <p:cTn id="37" dur="500" fill="hold"/>
                                        <p:tgtEl>
                                          <p:spTgt spid="42"/>
                                        </p:tgtEl>
                                        <p:attrNameLst>
                                          <p:attrName>ppt_x</p:attrName>
                                          <p:attrName>ppt_y</p:attrName>
                                        </p:attrNameLst>
                                      </p:cBhvr>
                                      <p:rCtr x="-1510" y="0"/>
                                    </p:animMotion>
                                  </p:childTnLst>
                                </p:cTn>
                              </p:par>
                            </p:childTnLst>
                          </p:cTn>
                        </p:par>
                        <p:par>
                          <p:cTn id="38" fill="hold">
                            <p:stCondLst>
                              <p:cond delay="5000"/>
                            </p:stCondLst>
                            <p:childTnLst>
                              <p:par>
                                <p:cTn id="39" presetID="10" presetClass="entr" presetSubtype="0" fill="hold" nodeType="afterEffect">
                                  <p:stCondLst>
                                    <p:cond delay="500"/>
                                  </p:stCondLst>
                                  <p:childTnLst>
                                    <p:set>
                                      <p:cBhvr>
                                        <p:cTn id="40" dur="1" fill="hold">
                                          <p:stCondLst>
                                            <p:cond delay="0"/>
                                          </p:stCondLst>
                                        </p:cTn>
                                        <p:tgtEl>
                                          <p:spTgt spid="11"/>
                                        </p:tgtEl>
                                        <p:attrNameLst>
                                          <p:attrName>style.visibility</p:attrName>
                                        </p:attrNameLst>
                                      </p:cBhvr>
                                      <p:to>
                                        <p:strVal val="visible"/>
                                      </p:to>
                                    </p:set>
                                    <p:animEffect transition="in" filter="fade">
                                      <p:cBhvr>
                                        <p:cTn id="41" dur="500"/>
                                        <p:tgtEl>
                                          <p:spTgt spid="11"/>
                                        </p:tgtEl>
                                      </p:cBhvr>
                                    </p:animEffect>
                                  </p:childTnLst>
                                </p:cTn>
                              </p:par>
                            </p:childTnLst>
                          </p:cTn>
                        </p:par>
                        <p:par>
                          <p:cTn id="42" fill="hold">
                            <p:stCondLst>
                              <p:cond delay="6000"/>
                            </p:stCondLst>
                            <p:childTnLst>
                              <p:par>
                                <p:cTn id="43" presetID="10" presetClass="entr" presetSubtype="0" fill="hold" grpId="0" nodeType="afterEffect">
                                  <p:stCondLst>
                                    <p:cond delay="0"/>
                                  </p:stCondLst>
                                  <p:childTnLst>
                                    <p:set>
                                      <p:cBhvr>
                                        <p:cTn id="44" dur="1" fill="hold">
                                          <p:stCondLst>
                                            <p:cond delay="0"/>
                                          </p:stCondLst>
                                        </p:cTn>
                                        <p:tgtEl>
                                          <p:spTgt spid="36"/>
                                        </p:tgtEl>
                                        <p:attrNameLst>
                                          <p:attrName>style.visibility</p:attrName>
                                        </p:attrNameLst>
                                      </p:cBhvr>
                                      <p:to>
                                        <p:strVal val="visible"/>
                                      </p:to>
                                    </p:set>
                                    <p:animEffect transition="in" filter="fade">
                                      <p:cBhvr>
                                        <p:cTn id="45" dur="500"/>
                                        <p:tgtEl>
                                          <p:spTgt spid="36"/>
                                        </p:tgtEl>
                                      </p:cBhvr>
                                    </p:animEffect>
                                  </p:childTnLst>
                                </p:cTn>
                              </p:par>
                              <p:par>
                                <p:cTn id="46" presetID="42" presetClass="path" presetSubtype="0" decel="50000" fill="hold" grpId="1" nodeType="withEffect">
                                  <p:stCondLst>
                                    <p:cond delay="0"/>
                                  </p:stCondLst>
                                  <p:childTnLst>
                                    <p:animMotion origin="layout" path="M 0.0302 3.7037E-7 L -4.36865E-6 3.7037E-7 " pathEditMode="relative" rAng="0" ptsTypes="AA">
                                      <p:cBhvr>
                                        <p:cTn id="47" dur="500" fill="hold"/>
                                        <p:tgtEl>
                                          <p:spTgt spid="36"/>
                                        </p:tgtEl>
                                        <p:attrNameLst>
                                          <p:attrName>ppt_x</p:attrName>
                                          <p:attrName>ppt_y</p:attrName>
                                        </p:attrNameLst>
                                      </p:cBhvr>
                                      <p:rCtr x="-1510" y="0"/>
                                    </p:animMotion>
                                  </p:childTnLst>
                                </p:cTn>
                              </p:par>
                            </p:childTnLst>
                          </p:cTn>
                        </p:par>
                        <p:par>
                          <p:cTn id="48" fill="hold">
                            <p:stCondLst>
                              <p:cond delay="6500"/>
                            </p:stCondLst>
                            <p:childTnLst>
                              <p:par>
                                <p:cTn id="49" presetID="10" presetClass="entr" presetSubtype="0" fill="hold" nodeType="afterEffect">
                                  <p:stCondLst>
                                    <p:cond delay="500"/>
                                  </p:stCondLst>
                                  <p:childTnLst>
                                    <p:set>
                                      <p:cBhvr>
                                        <p:cTn id="50" dur="1" fill="hold">
                                          <p:stCondLst>
                                            <p:cond delay="0"/>
                                          </p:stCondLst>
                                        </p:cTn>
                                        <p:tgtEl>
                                          <p:spTgt spid="13"/>
                                        </p:tgtEl>
                                        <p:attrNameLst>
                                          <p:attrName>style.visibility</p:attrName>
                                        </p:attrNameLst>
                                      </p:cBhvr>
                                      <p:to>
                                        <p:strVal val="visible"/>
                                      </p:to>
                                    </p:set>
                                    <p:animEffect transition="in" filter="fade">
                                      <p:cBhvr>
                                        <p:cTn id="51" dur="500"/>
                                        <p:tgtEl>
                                          <p:spTgt spid="13"/>
                                        </p:tgtEl>
                                      </p:cBhvr>
                                    </p:animEffect>
                                  </p:childTnLst>
                                </p:cTn>
                              </p:par>
                            </p:childTnLst>
                          </p:cTn>
                        </p:par>
                        <p:par>
                          <p:cTn id="52" fill="hold">
                            <p:stCondLst>
                              <p:cond delay="7500"/>
                            </p:stCondLst>
                            <p:childTnLst>
                              <p:par>
                                <p:cTn id="53" presetID="10" presetClass="entr" presetSubtype="0" fill="hold" grpId="0" nodeType="afterEffect">
                                  <p:stCondLst>
                                    <p:cond delay="0"/>
                                  </p:stCondLst>
                                  <p:childTnLst>
                                    <p:set>
                                      <p:cBhvr>
                                        <p:cTn id="54" dur="1" fill="hold">
                                          <p:stCondLst>
                                            <p:cond delay="0"/>
                                          </p:stCondLst>
                                        </p:cTn>
                                        <p:tgtEl>
                                          <p:spTgt spid="4"/>
                                        </p:tgtEl>
                                        <p:attrNameLst>
                                          <p:attrName>style.visibility</p:attrName>
                                        </p:attrNameLst>
                                      </p:cBhvr>
                                      <p:to>
                                        <p:strVal val="visible"/>
                                      </p:to>
                                    </p:set>
                                    <p:animEffect transition="in" filter="fade">
                                      <p:cBhvr>
                                        <p:cTn id="55" dur="500"/>
                                        <p:tgtEl>
                                          <p:spTgt spid="4"/>
                                        </p:tgtEl>
                                      </p:cBhvr>
                                    </p:animEffect>
                                  </p:childTnLst>
                                </p:cTn>
                              </p:par>
                              <p:par>
                                <p:cTn id="56" presetID="42" presetClass="path" presetSubtype="0" decel="50000" fill="hold" grpId="1" nodeType="withEffect">
                                  <p:stCondLst>
                                    <p:cond delay="0"/>
                                  </p:stCondLst>
                                  <p:childTnLst>
                                    <p:animMotion origin="layout" path="M 0.0302 3.7037E-7 L -4.36865E-6 3.7037E-7 " pathEditMode="relative" rAng="0" ptsTypes="AA">
                                      <p:cBhvr>
                                        <p:cTn id="57" dur="500" fill="hold"/>
                                        <p:tgtEl>
                                          <p:spTgt spid="4"/>
                                        </p:tgtEl>
                                        <p:attrNameLst>
                                          <p:attrName>ppt_x</p:attrName>
                                          <p:attrName>ppt_y</p:attrName>
                                        </p:attrNameLst>
                                      </p:cBhvr>
                                      <p:rCtr x="-1510" y="0"/>
                                    </p:animMotion>
                                  </p:childTnLst>
                                </p:cTn>
                              </p:par>
                            </p:childTnLst>
                          </p:cTn>
                        </p:par>
                        <p:par>
                          <p:cTn id="58" fill="hold">
                            <p:stCondLst>
                              <p:cond delay="8000"/>
                            </p:stCondLst>
                            <p:childTnLst>
                              <p:par>
                                <p:cTn id="59" presetID="10" presetClass="entr" presetSubtype="0" fill="hold" grpId="0" nodeType="afterEffect">
                                  <p:stCondLst>
                                    <p:cond delay="500"/>
                                  </p:stCondLst>
                                  <p:childTnLst>
                                    <p:set>
                                      <p:cBhvr>
                                        <p:cTn id="60" dur="1" fill="hold">
                                          <p:stCondLst>
                                            <p:cond delay="0"/>
                                          </p:stCondLst>
                                        </p:cTn>
                                        <p:tgtEl>
                                          <p:spTgt spid="45"/>
                                        </p:tgtEl>
                                        <p:attrNameLst>
                                          <p:attrName>style.visibility</p:attrName>
                                        </p:attrNameLst>
                                      </p:cBhvr>
                                      <p:to>
                                        <p:strVal val="visible"/>
                                      </p:to>
                                    </p:set>
                                    <p:animEffect transition="in" filter="fade">
                                      <p:cBhvr>
                                        <p:cTn id="61" dur="500"/>
                                        <p:tgtEl>
                                          <p:spTgt spid="45"/>
                                        </p:tgtEl>
                                      </p:cBhvr>
                                    </p:animEffect>
                                  </p:childTnLst>
                                </p:cTn>
                              </p:par>
                            </p:childTnLst>
                          </p:cTn>
                        </p:par>
                        <p:par>
                          <p:cTn id="62" fill="hold">
                            <p:stCondLst>
                              <p:cond delay="9000"/>
                            </p:stCondLst>
                            <p:childTnLst>
                              <p:par>
                                <p:cTn id="63" presetID="10" presetClass="entr" presetSubtype="0" fill="hold" grpId="0" nodeType="afterEffect">
                                  <p:stCondLst>
                                    <p:cond delay="500"/>
                                  </p:stCondLst>
                                  <p:childTnLst>
                                    <p:set>
                                      <p:cBhvr>
                                        <p:cTn id="64" dur="1" fill="hold">
                                          <p:stCondLst>
                                            <p:cond delay="0"/>
                                          </p:stCondLst>
                                        </p:cTn>
                                        <p:tgtEl>
                                          <p:spTgt spid="2"/>
                                        </p:tgtEl>
                                        <p:attrNameLst>
                                          <p:attrName>style.visibility</p:attrName>
                                        </p:attrNameLst>
                                      </p:cBhvr>
                                      <p:to>
                                        <p:strVal val="visible"/>
                                      </p:to>
                                    </p:set>
                                    <p:animEffect transition="in" filter="fade">
                                      <p:cBhvr>
                                        <p:cTn id="65"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2" grpId="1"/>
      <p:bldP spid="31" grpId="0"/>
      <p:bldP spid="31" grpId="1"/>
      <p:bldP spid="36" grpId="0"/>
      <p:bldP spid="36" grpId="1"/>
      <p:bldP spid="42" grpId="0"/>
      <p:bldP spid="42" grpId="1"/>
      <p:bldP spid="4" grpId="0"/>
      <p:bldP spid="4" grpId="1"/>
      <p:bldP spid="2" grpId="0" animBg="1"/>
      <p:bldP spid="45"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127472-B659-3734-0470-016333F8E493}"/>
            </a:ext>
          </a:extLst>
        </p:cNvPr>
        <p:cNvGrpSpPr/>
        <p:nvPr/>
      </p:nvGrpSpPr>
      <p:grpSpPr>
        <a:xfrm>
          <a:off x="0" y="0"/>
          <a:ext cx="0" cy="0"/>
          <a:chOff x="0" y="0"/>
          <a:chExt cx="0" cy="0"/>
        </a:xfrm>
      </p:grpSpPr>
      <p:sp>
        <p:nvSpPr>
          <p:cNvPr id="98" name="Rechteck 97">
            <a:extLst>
              <a:ext uri="{FF2B5EF4-FFF2-40B4-BE49-F238E27FC236}">
                <a16:creationId xmlns:a16="http://schemas.microsoft.com/office/drawing/2014/main" id="{3B3023F6-072B-F835-FD69-487A2EFFF7D4}"/>
              </a:ext>
            </a:extLst>
          </p:cNvPr>
          <p:cNvSpPr/>
          <p:nvPr/>
        </p:nvSpPr>
        <p:spPr bwMode="gray">
          <a:xfrm>
            <a:off x="11510112" y="4973393"/>
            <a:ext cx="183584" cy="1091252"/>
          </a:xfrm>
          <a:prstGeom prst="rect">
            <a:avLst/>
          </a:prstGeom>
          <a:solidFill>
            <a:srgbClr val="1B90FF"/>
          </a:solidFill>
          <a:ln w="12700" algn="ctr">
            <a:solidFill>
              <a:schemeClr val="bg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de-DE" sz="1800" b="0" i="0" u="none" strike="noStrike" kern="0" cap="none" spc="0" normalizeH="0" baseline="0" noProof="0">
              <a:ln>
                <a:noFill/>
              </a:ln>
              <a:effectLst/>
              <a:uLnTx/>
              <a:uFillTx/>
              <a:latin typeface="+mn-lt"/>
              <a:ea typeface="Arial Unicode MS" pitchFamily="34" charset="-128"/>
              <a:cs typeface="Arial Unicode MS" pitchFamily="34" charset="-128"/>
            </a:endParaRPr>
          </a:p>
        </p:txBody>
      </p:sp>
      <p:sp>
        <p:nvSpPr>
          <p:cNvPr id="99" name="Rechteck 98">
            <a:extLst>
              <a:ext uri="{FF2B5EF4-FFF2-40B4-BE49-F238E27FC236}">
                <a16:creationId xmlns:a16="http://schemas.microsoft.com/office/drawing/2014/main" id="{7AB9C597-D404-7B94-86D0-0AB7A8909AE0}"/>
              </a:ext>
            </a:extLst>
          </p:cNvPr>
          <p:cNvSpPr/>
          <p:nvPr/>
        </p:nvSpPr>
        <p:spPr bwMode="gray">
          <a:xfrm>
            <a:off x="11510112" y="3891899"/>
            <a:ext cx="183584" cy="1090844"/>
          </a:xfrm>
          <a:prstGeom prst="rect">
            <a:avLst/>
          </a:prstGeom>
          <a:solidFill>
            <a:srgbClr val="0070F2"/>
          </a:solidFill>
          <a:ln w="12700" algn="ctr">
            <a:solidFill>
              <a:schemeClr val="bg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de-DE" sz="1800" b="0" i="0" u="none" strike="noStrike" kern="0" cap="none" spc="0" normalizeH="0" baseline="0" noProof="0">
              <a:ln>
                <a:noFill/>
              </a:ln>
              <a:effectLst/>
              <a:uLnTx/>
              <a:uFillTx/>
              <a:latin typeface="+mn-lt"/>
              <a:ea typeface="Arial Unicode MS" pitchFamily="34" charset="-128"/>
              <a:cs typeface="Arial Unicode MS" pitchFamily="34" charset="-128"/>
            </a:endParaRPr>
          </a:p>
        </p:txBody>
      </p:sp>
      <p:sp>
        <p:nvSpPr>
          <p:cNvPr id="100" name="Rechteck 99">
            <a:extLst>
              <a:ext uri="{FF2B5EF4-FFF2-40B4-BE49-F238E27FC236}">
                <a16:creationId xmlns:a16="http://schemas.microsoft.com/office/drawing/2014/main" id="{086ABBAC-7913-345C-D0B6-F827D2A07FDF}"/>
              </a:ext>
            </a:extLst>
          </p:cNvPr>
          <p:cNvSpPr/>
          <p:nvPr/>
        </p:nvSpPr>
        <p:spPr bwMode="gray">
          <a:xfrm>
            <a:off x="11510112" y="2797135"/>
            <a:ext cx="183584" cy="1104822"/>
          </a:xfrm>
          <a:prstGeom prst="rect">
            <a:avLst/>
          </a:prstGeom>
          <a:solidFill>
            <a:srgbClr val="002A86"/>
          </a:solidFill>
          <a:ln w="12700" algn="ctr">
            <a:solidFill>
              <a:schemeClr val="bg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de-DE" sz="1800" b="0" i="0" u="none" strike="noStrike" kern="0" cap="none" spc="0" normalizeH="0" baseline="0" noProof="0">
              <a:ln>
                <a:noFill/>
              </a:ln>
              <a:effectLst/>
              <a:uLnTx/>
              <a:uFillTx/>
              <a:latin typeface="+mn-lt"/>
              <a:ea typeface="Arial Unicode MS" pitchFamily="34" charset="-128"/>
              <a:cs typeface="Arial Unicode MS" pitchFamily="34" charset="-128"/>
            </a:endParaRPr>
          </a:p>
        </p:txBody>
      </p:sp>
      <p:sp>
        <p:nvSpPr>
          <p:cNvPr id="101" name="Rectangle 23">
            <a:extLst>
              <a:ext uri="{FF2B5EF4-FFF2-40B4-BE49-F238E27FC236}">
                <a16:creationId xmlns:a16="http://schemas.microsoft.com/office/drawing/2014/main" id="{2699709D-064D-0A69-8634-77A7A78BDEEF}"/>
              </a:ext>
            </a:extLst>
          </p:cNvPr>
          <p:cNvSpPr/>
          <p:nvPr/>
        </p:nvSpPr>
        <p:spPr bwMode="gray">
          <a:xfrm>
            <a:off x="11414805" y="1749280"/>
            <a:ext cx="372057" cy="1066505"/>
          </a:xfrm>
          <a:prstGeom prst="upArrow">
            <a:avLst/>
          </a:prstGeom>
          <a:solidFill>
            <a:srgbClr val="00144A"/>
          </a:solidFill>
          <a:ln w="12700" algn="ctr">
            <a:solidFill>
              <a:schemeClr val="bg1"/>
            </a:solidFill>
            <a:miter lim="800000"/>
            <a:headEnd/>
            <a:tailEnd/>
          </a:ln>
        </p:spPr>
        <p:txBody>
          <a:bodyPr lIns="90000" tIns="72000" rIns="90000" bIns="72000" rtlCol="0" anchor="t"/>
          <a:lstStyle/>
          <a:p>
            <a:pPr algn="ctr" defTabSz="914400" fontAlgn="base">
              <a:spcBef>
                <a:spcPct val="50000"/>
              </a:spcBef>
              <a:spcAft>
                <a:spcPct val="0"/>
              </a:spcAft>
              <a:buClr>
                <a:srgbClr val="F0AB00"/>
              </a:buClr>
              <a:buSzPct val="80000"/>
            </a:pPr>
            <a:endParaRPr lang="en-DE" sz="900" kern="0">
              <a:solidFill>
                <a:srgbClr val="000000"/>
              </a:solidFill>
              <a:latin typeface="72 Brand"/>
            </a:endParaRPr>
          </a:p>
        </p:txBody>
      </p:sp>
      <p:sp>
        <p:nvSpPr>
          <p:cNvPr id="102" name="TextBox 20">
            <a:extLst>
              <a:ext uri="{FF2B5EF4-FFF2-40B4-BE49-F238E27FC236}">
                <a16:creationId xmlns:a16="http://schemas.microsoft.com/office/drawing/2014/main" id="{E02744E2-53A2-74EA-3157-961A61C6C320}"/>
              </a:ext>
            </a:extLst>
          </p:cNvPr>
          <p:cNvSpPr txBox="1"/>
          <p:nvPr/>
        </p:nvSpPr>
        <p:spPr>
          <a:xfrm>
            <a:off x="10906552" y="988639"/>
            <a:ext cx="1382092" cy="430887"/>
          </a:xfrm>
          <a:prstGeom prst="rect">
            <a:avLst/>
          </a:prstGeom>
          <a:noFill/>
        </p:spPr>
        <p:txBody>
          <a:bodyPr wrap="square" lIns="0" tIns="0" rIns="0" bIns="0" rtlCol="0">
            <a:spAutoFit/>
          </a:bodyPr>
          <a:lstStyle/>
          <a:p>
            <a:pPr marL="0" marR="0" lvl="0" indent="0" algn="ctr" defTabSz="1088776" rtl="0" eaLnBrk="1" fontAlgn="base" latinLnBrk="0" hangingPunct="1">
              <a:lnSpc>
                <a:spcPct val="100000"/>
              </a:lnSpc>
              <a:spcBef>
                <a:spcPct val="50000"/>
              </a:spcBef>
              <a:spcAft>
                <a:spcPct val="0"/>
              </a:spcAft>
              <a:buClr>
                <a:srgbClr val="000000"/>
              </a:buClr>
              <a:buSzPct val="100000"/>
              <a:buFontTx/>
              <a:buNone/>
              <a:tabLst/>
              <a:defRPr/>
            </a:pPr>
            <a:r>
              <a:rPr kumimoji="0" lang="en-GB" sz="1400" b="1" i="0" u="none" strike="noStrike" kern="0" cap="none" spc="0" normalizeH="0" baseline="0" noProof="0">
                <a:ln>
                  <a:noFill/>
                </a:ln>
                <a:solidFill>
                  <a:srgbClr val="000000"/>
                </a:solidFill>
                <a:effectLst/>
                <a:uLnTx/>
                <a:uFillTx/>
                <a:latin typeface="72 Brand" panose="020B0504030603020204" pitchFamily="34" charset="0"/>
                <a:ea typeface="Arial Unicode MS" pitchFamily="34" charset="-128"/>
                <a:cs typeface="Arial Unicode MS" pitchFamily="34" charset="-128"/>
              </a:rPr>
              <a:t>Clean core </a:t>
            </a:r>
            <a:br>
              <a:rPr kumimoji="0" lang="en-GB" sz="1400" b="1" i="0" u="none" strike="noStrike" kern="0" cap="none" spc="0" normalizeH="0" baseline="0" noProof="0">
                <a:ln>
                  <a:noFill/>
                </a:ln>
                <a:solidFill>
                  <a:srgbClr val="000000"/>
                </a:solidFill>
                <a:effectLst/>
                <a:uLnTx/>
                <a:uFillTx/>
                <a:latin typeface="72 Brand" panose="020B0504030603020204" pitchFamily="34" charset="0"/>
                <a:ea typeface="Arial Unicode MS" pitchFamily="34" charset="-128"/>
                <a:cs typeface="Arial Unicode MS" pitchFamily="34" charset="-128"/>
              </a:rPr>
            </a:br>
            <a:r>
              <a:rPr kumimoji="0" lang="en-GB" sz="1400" b="1" i="0" u="none" strike="noStrike" kern="0" cap="none" spc="0" normalizeH="0" baseline="0" noProof="0">
                <a:ln>
                  <a:noFill/>
                </a:ln>
                <a:solidFill>
                  <a:srgbClr val="000000"/>
                </a:solidFill>
                <a:effectLst/>
                <a:uLnTx/>
                <a:uFillTx/>
                <a:latin typeface="72 Brand" panose="020B0504030603020204" pitchFamily="34" charset="0"/>
                <a:ea typeface="Arial Unicode MS" pitchFamily="34" charset="-128"/>
                <a:cs typeface="Arial Unicode MS" pitchFamily="34" charset="-128"/>
              </a:rPr>
              <a:t>levels</a:t>
            </a:r>
            <a:endParaRPr kumimoji="0" lang="de-DE" sz="1400" b="1" i="0" u="none" strike="noStrike" kern="0" cap="none" spc="0" normalizeH="0" baseline="0" noProof="0">
              <a:ln>
                <a:noFill/>
              </a:ln>
              <a:solidFill>
                <a:srgbClr val="000000"/>
              </a:solidFill>
              <a:effectLst/>
              <a:uLnTx/>
              <a:uFillTx/>
              <a:latin typeface="72 Brand" panose="020B0504030603020204" pitchFamily="34" charset="0"/>
              <a:ea typeface="Arial Unicode MS" pitchFamily="34" charset="-128"/>
              <a:cs typeface="Arial Unicode MS" pitchFamily="34" charset="-128"/>
            </a:endParaRPr>
          </a:p>
        </p:txBody>
      </p:sp>
      <p:sp>
        <p:nvSpPr>
          <p:cNvPr id="103" name="TextBox 20">
            <a:extLst>
              <a:ext uri="{FF2B5EF4-FFF2-40B4-BE49-F238E27FC236}">
                <a16:creationId xmlns:a16="http://schemas.microsoft.com/office/drawing/2014/main" id="{5FC992FA-E560-6ABD-9282-CCE0933F6F10}"/>
              </a:ext>
            </a:extLst>
          </p:cNvPr>
          <p:cNvSpPr txBox="1"/>
          <p:nvPr/>
        </p:nvSpPr>
        <p:spPr>
          <a:xfrm>
            <a:off x="11218786" y="1557369"/>
            <a:ext cx="757624" cy="138499"/>
          </a:xfrm>
          <a:prstGeom prst="rect">
            <a:avLst/>
          </a:prstGeom>
          <a:noFill/>
        </p:spPr>
        <p:txBody>
          <a:bodyPr wrap="square" lIns="0" tIns="0" rIns="0" bIns="0" rtlCol="0">
            <a:spAutoFit/>
          </a:bodyPr>
          <a:lstStyle/>
          <a:p>
            <a:pPr marL="0" marR="0" lvl="0" indent="0" algn="ctr" defTabSz="1088776" rtl="0" eaLnBrk="1" fontAlgn="base" latinLnBrk="0" hangingPunct="1">
              <a:lnSpc>
                <a:spcPct val="100000"/>
              </a:lnSpc>
              <a:spcBef>
                <a:spcPct val="50000"/>
              </a:spcBef>
              <a:spcAft>
                <a:spcPct val="0"/>
              </a:spcAft>
              <a:buClr>
                <a:srgbClr val="000000"/>
              </a:buClr>
              <a:buSzPct val="100000"/>
              <a:buFontTx/>
              <a:buNone/>
              <a:tabLst/>
              <a:defRPr/>
            </a:pPr>
            <a:r>
              <a:rPr kumimoji="0" lang="en-GB" sz="900" i="0" u="none" strike="noStrike" kern="0" cap="none" spc="0" normalizeH="0" baseline="0" noProof="0">
                <a:ln>
                  <a:noFill/>
                </a:ln>
                <a:solidFill>
                  <a:srgbClr val="000000"/>
                </a:solidFill>
                <a:effectLst/>
                <a:uLnTx/>
                <a:uFillTx/>
                <a:latin typeface="72 Brand" panose="020B0504030603020204" pitchFamily="34" charset="0"/>
                <a:ea typeface="Arial Unicode MS" pitchFamily="34" charset="-128"/>
                <a:cs typeface="Arial Unicode MS" pitchFamily="34" charset="-128"/>
              </a:rPr>
              <a:t>highest</a:t>
            </a:r>
            <a:endParaRPr kumimoji="0" lang="de-DE" sz="900" i="0" u="none" strike="noStrike" kern="0" cap="none" spc="0" normalizeH="0" baseline="0" noProof="0">
              <a:ln>
                <a:noFill/>
              </a:ln>
              <a:solidFill>
                <a:srgbClr val="000000"/>
              </a:solidFill>
              <a:effectLst/>
              <a:uLnTx/>
              <a:uFillTx/>
              <a:latin typeface="72 Brand" panose="020B0504030603020204" pitchFamily="34" charset="0"/>
              <a:ea typeface="Arial Unicode MS" pitchFamily="34" charset="-128"/>
              <a:cs typeface="Arial Unicode MS" pitchFamily="34" charset="-128"/>
            </a:endParaRPr>
          </a:p>
        </p:txBody>
      </p:sp>
      <p:sp>
        <p:nvSpPr>
          <p:cNvPr id="104" name="TextBox 20">
            <a:extLst>
              <a:ext uri="{FF2B5EF4-FFF2-40B4-BE49-F238E27FC236}">
                <a16:creationId xmlns:a16="http://schemas.microsoft.com/office/drawing/2014/main" id="{9ACE22F3-2F36-21A9-173C-E9509EEABF56}"/>
              </a:ext>
            </a:extLst>
          </p:cNvPr>
          <p:cNvSpPr txBox="1"/>
          <p:nvPr/>
        </p:nvSpPr>
        <p:spPr>
          <a:xfrm>
            <a:off x="11494278" y="2225164"/>
            <a:ext cx="207057" cy="184666"/>
          </a:xfrm>
          <a:prstGeom prst="rect">
            <a:avLst/>
          </a:prstGeom>
          <a:noFill/>
        </p:spPr>
        <p:txBody>
          <a:bodyPr wrap="square" lIns="0" tIns="0" rIns="0" bIns="0" rtlCol="0">
            <a:spAutoFit/>
          </a:bodyPr>
          <a:lstStyle/>
          <a:p>
            <a:pPr marL="0" marR="0" lvl="0" indent="0" algn="ctr" defTabSz="1088776" rtl="0" eaLnBrk="1" fontAlgn="base" latinLnBrk="0" hangingPunct="1">
              <a:lnSpc>
                <a:spcPct val="100000"/>
              </a:lnSpc>
              <a:spcBef>
                <a:spcPct val="50000"/>
              </a:spcBef>
              <a:spcAft>
                <a:spcPct val="0"/>
              </a:spcAft>
              <a:buClr>
                <a:srgbClr val="000000"/>
              </a:buClr>
              <a:buSzPct val="100000"/>
              <a:buFontTx/>
              <a:buNone/>
              <a:tabLst/>
              <a:defRPr/>
            </a:pPr>
            <a:r>
              <a:rPr kumimoji="0" lang="de-DE" sz="1200" b="1" i="0" u="none" strike="noStrike" kern="0" cap="none" spc="0" normalizeH="0" baseline="0" noProof="0">
                <a:ln>
                  <a:noFill/>
                </a:ln>
                <a:solidFill>
                  <a:schemeClr val="bg1"/>
                </a:solidFill>
                <a:effectLst/>
                <a:uLnTx/>
                <a:uFillTx/>
                <a:latin typeface="72 Brand" panose="020B0504030603020204" pitchFamily="34" charset="0"/>
                <a:ea typeface="Arial Unicode MS" pitchFamily="34" charset="-128"/>
                <a:cs typeface="Arial Unicode MS" pitchFamily="34" charset="-128"/>
              </a:rPr>
              <a:t>A</a:t>
            </a:r>
          </a:p>
        </p:txBody>
      </p:sp>
      <p:sp>
        <p:nvSpPr>
          <p:cNvPr id="106" name="TextBox 20">
            <a:extLst>
              <a:ext uri="{FF2B5EF4-FFF2-40B4-BE49-F238E27FC236}">
                <a16:creationId xmlns:a16="http://schemas.microsoft.com/office/drawing/2014/main" id="{F76F4BAD-CA00-5EC4-80B8-478F7B783F4C}"/>
              </a:ext>
            </a:extLst>
          </p:cNvPr>
          <p:cNvSpPr txBox="1"/>
          <p:nvPr/>
        </p:nvSpPr>
        <p:spPr>
          <a:xfrm>
            <a:off x="11515298" y="3261509"/>
            <a:ext cx="176919" cy="184666"/>
          </a:xfrm>
          <a:prstGeom prst="rect">
            <a:avLst/>
          </a:prstGeom>
          <a:noFill/>
        </p:spPr>
        <p:txBody>
          <a:bodyPr wrap="square" lIns="0" tIns="0" rIns="0" bIns="0" rtlCol="0">
            <a:spAutoFit/>
          </a:bodyPr>
          <a:lstStyle/>
          <a:p>
            <a:pPr marL="0" marR="0" lvl="0" indent="0" algn="ctr" defTabSz="1088776" rtl="0" eaLnBrk="1" fontAlgn="base" latinLnBrk="0" hangingPunct="1">
              <a:lnSpc>
                <a:spcPct val="100000"/>
              </a:lnSpc>
              <a:spcBef>
                <a:spcPct val="50000"/>
              </a:spcBef>
              <a:spcAft>
                <a:spcPct val="0"/>
              </a:spcAft>
              <a:buClr>
                <a:srgbClr val="000000"/>
              </a:buClr>
              <a:buSzPct val="100000"/>
              <a:buFontTx/>
              <a:buNone/>
              <a:tabLst/>
              <a:defRPr/>
            </a:pPr>
            <a:r>
              <a:rPr kumimoji="0" lang="de-DE" sz="1200" b="1" i="0" u="none" strike="noStrike" kern="0" cap="none" spc="0" normalizeH="0" baseline="0" noProof="0">
                <a:ln>
                  <a:noFill/>
                </a:ln>
                <a:solidFill>
                  <a:schemeClr val="bg1"/>
                </a:solidFill>
                <a:effectLst/>
                <a:uLnTx/>
                <a:uFillTx/>
                <a:latin typeface="72 Brand" panose="020B0504030603020204" pitchFamily="34" charset="0"/>
                <a:ea typeface="Arial Unicode MS" pitchFamily="34" charset="-128"/>
                <a:cs typeface="Arial Unicode MS" pitchFamily="34" charset="-128"/>
              </a:rPr>
              <a:t>B</a:t>
            </a:r>
          </a:p>
        </p:txBody>
      </p:sp>
      <p:sp>
        <p:nvSpPr>
          <p:cNvPr id="107" name="TextBox 20">
            <a:extLst>
              <a:ext uri="{FF2B5EF4-FFF2-40B4-BE49-F238E27FC236}">
                <a16:creationId xmlns:a16="http://schemas.microsoft.com/office/drawing/2014/main" id="{7BD7691D-08EB-EA50-3F1E-B431D9516BDA}"/>
              </a:ext>
            </a:extLst>
          </p:cNvPr>
          <p:cNvSpPr txBox="1"/>
          <p:nvPr/>
        </p:nvSpPr>
        <p:spPr>
          <a:xfrm>
            <a:off x="11494278" y="4359786"/>
            <a:ext cx="207057" cy="184666"/>
          </a:xfrm>
          <a:prstGeom prst="rect">
            <a:avLst/>
          </a:prstGeom>
          <a:noFill/>
        </p:spPr>
        <p:txBody>
          <a:bodyPr wrap="square" lIns="0" tIns="0" rIns="0" bIns="0" rtlCol="0">
            <a:spAutoFit/>
          </a:bodyPr>
          <a:lstStyle/>
          <a:p>
            <a:pPr marL="0" marR="0" lvl="0" indent="0" algn="ctr" defTabSz="1088776" rtl="0" eaLnBrk="1" fontAlgn="base" latinLnBrk="0" hangingPunct="1">
              <a:lnSpc>
                <a:spcPct val="100000"/>
              </a:lnSpc>
              <a:spcBef>
                <a:spcPct val="50000"/>
              </a:spcBef>
              <a:spcAft>
                <a:spcPct val="0"/>
              </a:spcAft>
              <a:buClr>
                <a:srgbClr val="000000"/>
              </a:buClr>
              <a:buSzPct val="100000"/>
              <a:buFontTx/>
              <a:buNone/>
              <a:tabLst/>
              <a:defRPr/>
            </a:pPr>
            <a:r>
              <a:rPr kumimoji="0" lang="de-DE" sz="1200" b="1" i="0" u="none" strike="noStrike" kern="0" cap="none" spc="0" normalizeH="0" baseline="0" noProof="0">
                <a:ln>
                  <a:noFill/>
                </a:ln>
                <a:solidFill>
                  <a:schemeClr val="bg1"/>
                </a:solidFill>
                <a:effectLst/>
                <a:uLnTx/>
                <a:uFillTx/>
                <a:latin typeface="72 Brand" panose="020B0504030603020204" pitchFamily="34" charset="0"/>
                <a:ea typeface="Arial Unicode MS" pitchFamily="34" charset="-128"/>
                <a:cs typeface="Arial Unicode MS" pitchFamily="34" charset="-128"/>
              </a:rPr>
              <a:t>C</a:t>
            </a:r>
          </a:p>
        </p:txBody>
      </p:sp>
      <p:sp>
        <p:nvSpPr>
          <p:cNvPr id="108" name="TextBox 20">
            <a:extLst>
              <a:ext uri="{FF2B5EF4-FFF2-40B4-BE49-F238E27FC236}">
                <a16:creationId xmlns:a16="http://schemas.microsoft.com/office/drawing/2014/main" id="{27FF0547-6F11-EBEF-24DE-666E3F85BA8C}"/>
              </a:ext>
            </a:extLst>
          </p:cNvPr>
          <p:cNvSpPr txBox="1"/>
          <p:nvPr/>
        </p:nvSpPr>
        <p:spPr>
          <a:xfrm>
            <a:off x="11515298" y="5422267"/>
            <a:ext cx="176919" cy="184666"/>
          </a:xfrm>
          <a:prstGeom prst="rect">
            <a:avLst/>
          </a:prstGeom>
          <a:noFill/>
        </p:spPr>
        <p:txBody>
          <a:bodyPr wrap="square" lIns="0" tIns="0" rIns="0" bIns="0" rtlCol="0">
            <a:spAutoFit/>
          </a:bodyPr>
          <a:lstStyle/>
          <a:p>
            <a:pPr marL="0" marR="0" lvl="0" indent="0" algn="ctr" defTabSz="1088776" rtl="0" eaLnBrk="1" fontAlgn="base" latinLnBrk="0" hangingPunct="1">
              <a:lnSpc>
                <a:spcPct val="100000"/>
              </a:lnSpc>
              <a:spcBef>
                <a:spcPct val="50000"/>
              </a:spcBef>
              <a:spcAft>
                <a:spcPct val="0"/>
              </a:spcAft>
              <a:buClr>
                <a:srgbClr val="000000"/>
              </a:buClr>
              <a:buSzPct val="100000"/>
              <a:buFontTx/>
              <a:buNone/>
              <a:tabLst/>
              <a:defRPr/>
            </a:pPr>
            <a:r>
              <a:rPr kumimoji="0" lang="de-DE" sz="1200" b="1" i="0" u="none" strike="noStrike" kern="0" cap="none" spc="0" normalizeH="0" baseline="0" noProof="0">
                <a:ln>
                  <a:noFill/>
                </a:ln>
                <a:solidFill>
                  <a:schemeClr val="bg1"/>
                </a:solidFill>
                <a:effectLst/>
                <a:uLnTx/>
                <a:uFillTx/>
                <a:latin typeface="72 Brand" panose="020B0504030603020204" pitchFamily="34" charset="0"/>
                <a:ea typeface="Arial Unicode MS" pitchFamily="34" charset="-128"/>
                <a:cs typeface="Arial Unicode MS" pitchFamily="34" charset="-128"/>
              </a:rPr>
              <a:t>D</a:t>
            </a:r>
          </a:p>
        </p:txBody>
      </p:sp>
      <p:sp>
        <p:nvSpPr>
          <p:cNvPr id="109" name="TextBox 20">
            <a:extLst>
              <a:ext uri="{FF2B5EF4-FFF2-40B4-BE49-F238E27FC236}">
                <a16:creationId xmlns:a16="http://schemas.microsoft.com/office/drawing/2014/main" id="{74B918EB-1104-23E7-29E5-ED4217C30ED8}"/>
              </a:ext>
            </a:extLst>
          </p:cNvPr>
          <p:cNvSpPr txBox="1"/>
          <p:nvPr/>
        </p:nvSpPr>
        <p:spPr>
          <a:xfrm>
            <a:off x="11263391" y="6114857"/>
            <a:ext cx="668414" cy="138499"/>
          </a:xfrm>
          <a:prstGeom prst="rect">
            <a:avLst/>
          </a:prstGeom>
          <a:noFill/>
        </p:spPr>
        <p:txBody>
          <a:bodyPr wrap="square" lIns="0" tIns="0" rIns="0" bIns="0" rtlCol="0">
            <a:spAutoFit/>
          </a:bodyPr>
          <a:lstStyle/>
          <a:p>
            <a:pPr marL="0" marR="0" lvl="0" indent="0" algn="ctr" defTabSz="1088776" rtl="0" eaLnBrk="1" fontAlgn="base" latinLnBrk="0" hangingPunct="1">
              <a:lnSpc>
                <a:spcPct val="100000"/>
              </a:lnSpc>
              <a:spcBef>
                <a:spcPct val="50000"/>
              </a:spcBef>
              <a:spcAft>
                <a:spcPct val="0"/>
              </a:spcAft>
              <a:buClr>
                <a:srgbClr val="000000"/>
              </a:buClr>
              <a:buSzPct val="100000"/>
              <a:buFontTx/>
              <a:buNone/>
              <a:tabLst/>
              <a:defRPr/>
            </a:pPr>
            <a:r>
              <a:rPr kumimoji="0" lang="en-GB" sz="900" i="0" u="none" strike="noStrike" kern="0" cap="none" spc="0" normalizeH="0" baseline="0" noProof="0">
                <a:ln>
                  <a:noFill/>
                </a:ln>
                <a:solidFill>
                  <a:srgbClr val="000000"/>
                </a:solidFill>
                <a:effectLst/>
                <a:uLnTx/>
                <a:uFillTx/>
                <a:latin typeface="72 Brand" panose="020B0504030603020204" pitchFamily="34" charset="0"/>
                <a:ea typeface="Arial Unicode MS" pitchFamily="34" charset="-128"/>
                <a:cs typeface="Arial Unicode MS" pitchFamily="34" charset="-128"/>
              </a:rPr>
              <a:t>lowest</a:t>
            </a:r>
            <a:endParaRPr kumimoji="0" lang="de-DE" sz="900" i="0" u="none" strike="noStrike" kern="0" cap="none" spc="0" normalizeH="0" baseline="0" noProof="0">
              <a:ln>
                <a:noFill/>
              </a:ln>
              <a:solidFill>
                <a:srgbClr val="000000"/>
              </a:solidFill>
              <a:effectLst/>
              <a:uLnTx/>
              <a:uFillTx/>
              <a:latin typeface="72 Brand" panose="020B0504030603020204" pitchFamily="34" charset="0"/>
              <a:ea typeface="Arial Unicode MS" pitchFamily="34" charset="-128"/>
              <a:cs typeface="Arial Unicode MS" pitchFamily="34" charset="-128"/>
            </a:endParaRPr>
          </a:p>
        </p:txBody>
      </p:sp>
      <p:sp>
        <p:nvSpPr>
          <p:cNvPr id="8" name="Arrow: Pentagon 7">
            <a:extLst>
              <a:ext uri="{FF2B5EF4-FFF2-40B4-BE49-F238E27FC236}">
                <a16:creationId xmlns:a16="http://schemas.microsoft.com/office/drawing/2014/main" id="{D1CFF38B-28CD-6802-9A11-CD88064E7709}"/>
              </a:ext>
            </a:extLst>
          </p:cNvPr>
          <p:cNvSpPr/>
          <p:nvPr/>
        </p:nvSpPr>
        <p:spPr bwMode="auto">
          <a:xfrm>
            <a:off x="5237566" y="1735172"/>
            <a:ext cx="4227312" cy="1080000"/>
          </a:xfrm>
          <a:prstGeom prst="homePlate">
            <a:avLst/>
          </a:prstGeom>
          <a:solidFill>
            <a:srgbClr val="00144A"/>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r" defTabSz="932472" rtl="0" eaLnBrk="1" fontAlgn="base" latinLnBrk="0" hangingPunct="1">
              <a:lnSpc>
                <a:spcPct val="100000"/>
              </a:lnSpc>
              <a:spcBef>
                <a:spcPct val="0"/>
              </a:spcBef>
              <a:spcAft>
                <a:spcPct val="0"/>
              </a:spcAft>
              <a:buClrTx/>
              <a:buSzTx/>
              <a:buFontTx/>
              <a:buNone/>
              <a:tabLst/>
              <a:defRPr/>
            </a:pPr>
            <a:r>
              <a:rPr kumimoji="0" lang="de-DE" sz="2000" b="1" u="none" strike="noStrike" kern="1200" cap="none" spc="0" normalizeH="0" baseline="0" noProof="0">
                <a:ln>
                  <a:noFill/>
                </a:ln>
                <a:solidFill>
                  <a:schemeClr val="bg1">
                    <a:alpha val="99000"/>
                  </a:schemeClr>
                </a:solidFill>
                <a:effectLst/>
                <a:uLnTx/>
                <a:uFillTx/>
                <a:latin typeface="72 Brand"/>
                <a:ea typeface="Segoe UI" pitchFamily="34" charset="0"/>
                <a:cs typeface="Arial" panose="020B0604020202020204" pitchFamily="34" charset="0"/>
              </a:rPr>
              <a:t>A</a:t>
            </a:r>
          </a:p>
        </p:txBody>
      </p:sp>
      <p:sp>
        <p:nvSpPr>
          <p:cNvPr id="3" name="Rounded Rectangle 3">
            <a:extLst>
              <a:ext uri="{FF2B5EF4-FFF2-40B4-BE49-F238E27FC236}">
                <a16:creationId xmlns:a16="http://schemas.microsoft.com/office/drawing/2014/main" id="{E9937A8C-1C4C-F829-874A-DD8659BD7FF5}"/>
              </a:ext>
            </a:extLst>
          </p:cNvPr>
          <p:cNvSpPr/>
          <p:nvPr/>
        </p:nvSpPr>
        <p:spPr>
          <a:xfrm>
            <a:off x="48211" y="800101"/>
            <a:ext cx="5189356" cy="5566403"/>
          </a:xfrm>
          <a:prstGeom prst="roundRect">
            <a:avLst>
              <a:gd name="adj" fmla="val 2752"/>
            </a:avLst>
          </a:prstGeom>
          <a:solidFill>
            <a:schemeClr val="bg1"/>
          </a:solidFill>
          <a:ln w="9525">
            <a:solidFill>
              <a:srgbClr val="89D1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DE" sz="1100" u="none" strike="noStrike" kern="120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endParaRPr>
          </a:p>
        </p:txBody>
      </p:sp>
      <p:sp>
        <p:nvSpPr>
          <p:cNvPr id="43" name="Text 23">
            <a:extLst>
              <a:ext uri="{FF2B5EF4-FFF2-40B4-BE49-F238E27FC236}">
                <a16:creationId xmlns:a16="http://schemas.microsoft.com/office/drawing/2014/main" id="{33CFACED-0968-2832-285F-FDF24108CD74}"/>
              </a:ext>
            </a:extLst>
          </p:cNvPr>
          <p:cNvSpPr/>
          <p:nvPr/>
        </p:nvSpPr>
        <p:spPr>
          <a:xfrm>
            <a:off x="286648" y="904291"/>
            <a:ext cx="4125331" cy="362348"/>
          </a:xfrm>
          <a:prstGeom prst="rect">
            <a:avLst/>
          </a:prstGeom>
          <a:noFill/>
          <a:ln/>
        </p:spPr>
        <p:txBody>
          <a:bodyPr wrap="square" lIns="0" tIns="0" rIns="0" bIns="0" rtlCol="0" anchor="t"/>
          <a:lstStyle/>
          <a:p>
            <a:pPr marL="0" marR="0" lvl="0" indent="0" algn="l" defTabSz="1088776" rtl="0" eaLnBrk="1" fontAlgn="auto" latinLnBrk="0" hangingPunct="1">
              <a:spcBef>
                <a:spcPts val="0"/>
              </a:spcBef>
              <a:spcAft>
                <a:spcPts val="0"/>
              </a:spcAft>
              <a:buClrTx/>
              <a:buSzTx/>
              <a:buFontTx/>
              <a:buNone/>
              <a:tabLst/>
              <a:defRPr/>
            </a:pPr>
            <a:r>
              <a:rPr kumimoji="0" lang="en-US" sz="1400" u="none" strike="noStrike" kern="1200" cap="none" spc="0" normalizeH="0" baseline="0" noProof="0" dirty="0">
                <a:ln>
                  <a:noFill/>
                </a:ln>
                <a:solidFill>
                  <a:srgbClr val="002A86"/>
                </a:solidFill>
                <a:effectLst/>
                <a:uLnTx/>
                <a:uFillTx/>
                <a:latin typeface="+mj-lt"/>
                <a:ea typeface="72 Bold" pitchFamily="34" charset="-122"/>
                <a:cs typeface="72 Bold" pitchFamily="34" charset="-120"/>
              </a:rPr>
              <a:t>SAP S/4HANA Cloud Private Edition</a:t>
            </a:r>
            <a:endParaRPr kumimoji="0" lang="en-US" sz="1400" i="0" u="none" strike="noStrike" kern="1200" cap="none" spc="0" normalizeH="0" baseline="0" noProof="0" dirty="0">
              <a:ln>
                <a:noFill/>
              </a:ln>
              <a:solidFill>
                <a:srgbClr val="002A86"/>
              </a:solidFill>
              <a:effectLst/>
              <a:uLnTx/>
              <a:uFillTx/>
              <a:latin typeface="+mj-lt"/>
              <a:ea typeface="+mn-ea"/>
              <a:cs typeface="+mn-cs"/>
            </a:endParaRPr>
          </a:p>
        </p:txBody>
      </p:sp>
      <p:sp>
        <p:nvSpPr>
          <p:cNvPr id="42" name="Title 1">
            <a:extLst>
              <a:ext uri="{FF2B5EF4-FFF2-40B4-BE49-F238E27FC236}">
                <a16:creationId xmlns:a16="http://schemas.microsoft.com/office/drawing/2014/main" id="{760E5510-5243-C1E4-4CA0-BE1C0DB9181C}"/>
              </a:ext>
            </a:extLst>
          </p:cNvPr>
          <p:cNvSpPr>
            <a:spLocks noGrp="1"/>
          </p:cNvSpPr>
          <p:nvPr>
            <p:ph type="title"/>
          </p:nvPr>
        </p:nvSpPr>
        <p:spPr>
          <a:xfrm>
            <a:off x="504349" y="262864"/>
            <a:ext cx="11186476" cy="369332"/>
          </a:xfrm>
        </p:spPr>
        <p:txBody>
          <a:bodyPr/>
          <a:lstStyle/>
          <a:p>
            <a:pPr defTabSz="1088558">
              <a:spcBef>
                <a:spcPts val="0"/>
              </a:spcBef>
              <a:defRPr/>
            </a:pPr>
            <a:r>
              <a:rPr lang="en-GB" sz="2400" dirty="0"/>
              <a:t>Clean core extensibility model</a:t>
            </a:r>
            <a:endParaRPr lang="en-US" sz="1800" kern="1200" dirty="0">
              <a:solidFill>
                <a:schemeClr val="tx1"/>
              </a:solidFill>
              <a:latin typeface="+mn-lt"/>
              <a:ea typeface="+mn-ea"/>
              <a:cs typeface="+mn-cs"/>
            </a:endParaRPr>
          </a:p>
        </p:txBody>
      </p:sp>
      <p:sp>
        <p:nvSpPr>
          <p:cNvPr id="5" name="Arrow: Pentagon 4">
            <a:extLst>
              <a:ext uri="{FF2B5EF4-FFF2-40B4-BE49-F238E27FC236}">
                <a16:creationId xmlns:a16="http://schemas.microsoft.com/office/drawing/2014/main" id="{FDEB4261-AFBF-1DC0-F432-C483F54453C6}"/>
              </a:ext>
            </a:extLst>
          </p:cNvPr>
          <p:cNvSpPr/>
          <p:nvPr/>
        </p:nvSpPr>
        <p:spPr bwMode="auto">
          <a:xfrm>
            <a:off x="5237568" y="4976893"/>
            <a:ext cx="2559425" cy="1080000"/>
          </a:xfrm>
          <a:prstGeom prst="homePlate">
            <a:avLst/>
          </a:prstGeom>
          <a:solidFill>
            <a:srgbClr val="1B90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r" defTabSz="932472" rtl="0" eaLnBrk="1" fontAlgn="base" latinLnBrk="0" hangingPunct="1">
              <a:lnSpc>
                <a:spcPct val="100000"/>
              </a:lnSpc>
              <a:spcBef>
                <a:spcPct val="0"/>
              </a:spcBef>
              <a:spcAft>
                <a:spcPct val="0"/>
              </a:spcAft>
              <a:buClrTx/>
              <a:buSzTx/>
              <a:buFontTx/>
              <a:buNone/>
              <a:tabLst/>
              <a:defRPr/>
            </a:pPr>
            <a:r>
              <a:rPr kumimoji="0" lang="de-DE" sz="2000" b="1" u="none" strike="noStrike" kern="1200" cap="none" spc="0" normalizeH="0" baseline="0" noProof="0">
                <a:ln>
                  <a:noFill/>
                </a:ln>
                <a:solidFill>
                  <a:schemeClr val="bg1">
                    <a:alpha val="99000"/>
                  </a:schemeClr>
                </a:solidFill>
                <a:effectLst/>
                <a:uLnTx/>
                <a:uFillTx/>
                <a:latin typeface="72 Brand"/>
                <a:ea typeface="Segoe UI" pitchFamily="34" charset="0"/>
                <a:cs typeface="Arial" panose="020B0604020202020204" pitchFamily="34" charset="0"/>
              </a:rPr>
              <a:t>D</a:t>
            </a:r>
          </a:p>
        </p:txBody>
      </p:sp>
      <p:sp>
        <p:nvSpPr>
          <p:cNvPr id="6" name="Arrow: Pentagon 5">
            <a:extLst>
              <a:ext uri="{FF2B5EF4-FFF2-40B4-BE49-F238E27FC236}">
                <a16:creationId xmlns:a16="http://schemas.microsoft.com/office/drawing/2014/main" id="{447E6089-0DE2-C369-E80A-1E6ADDC40842}"/>
              </a:ext>
            </a:extLst>
          </p:cNvPr>
          <p:cNvSpPr/>
          <p:nvPr/>
        </p:nvSpPr>
        <p:spPr bwMode="auto">
          <a:xfrm>
            <a:off x="5237568" y="3897486"/>
            <a:ext cx="3121355" cy="1080000"/>
          </a:xfrm>
          <a:prstGeom prst="homePlate">
            <a:avLst/>
          </a:prstGeom>
          <a:solidFill>
            <a:srgbClr val="0070F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r" defTabSz="932472" rtl="0" eaLnBrk="1" fontAlgn="base" latinLnBrk="0" hangingPunct="1">
              <a:lnSpc>
                <a:spcPct val="100000"/>
              </a:lnSpc>
              <a:spcBef>
                <a:spcPct val="0"/>
              </a:spcBef>
              <a:spcAft>
                <a:spcPct val="0"/>
              </a:spcAft>
              <a:buClrTx/>
              <a:buSzTx/>
              <a:buFontTx/>
              <a:buNone/>
              <a:tabLst/>
              <a:defRPr/>
            </a:pPr>
            <a:r>
              <a:rPr kumimoji="0" lang="de-DE" sz="2000" b="1" u="none" strike="noStrike" kern="1200" cap="none" spc="0" normalizeH="0" baseline="0" noProof="0">
                <a:ln>
                  <a:noFill/>
                </a:ln>
                <a:solidFill>
                  <a:schemeClr val="bg1">
                    <a:alpha val="99000"/>
                  </a:schemeClr>
                </a:solidFill>
                <a:effectLst/>
                <a:uLnTx/>
                <a:uFillTx/>
                <a:latin typeface="72 Brand"/>
                <a:ea typeface="Segoe UI" pitchFamily="34" charset="0"/>
                <a:cs typeface="Arial" panose="020B0604020202020204" pitchFamily="34" charset="0"/>
              </a:rPr>
              <a:t>C</a:t>
            </a:r>
          </a:p>
        </p:txBody>
      </p:sp>
      <p:sp>
        <p:nvSpPr>
          <p:cNvPr id="7" name="Arrow: Pentagon 6">
            <a:extLst>
              <a:ext uri="{FF2B5EF4-FFF2-40B4-BE49-F238E27FC236}">
                <a16:creationId xmlns:a16="http://schemas.microsoft.com/office/drawing/2014/main" id="{45CB5B46-00F1-F6FD-528C-A7B4978E7D50}"/>
              </a:ext>
            </a:extLst>
          </p:cNvPr>
          <p:cNvSpPr/>
          <p:nvPr/>
        </p:nvSpPr>
        <p:spPr bwMode="auto">
          <a:xfrm>
            <a:off x="5237567" y="2815250"/>
            <a:ext cx="3696122" cy="1080000"/>
          </a:xfrm>
          <a:prstGeom prst="homePlate">
            <a:avLst/>
          </a:prstGeom>
          <a:solidFill>
            <a:srgbClr val="002A86"/>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r" defTabSz="932472" rtl="0" eaLnBrk="1" fontAlgn="base" latinLnBrk="0" hangingPunct="1">
              <a:lnSpc>
                <a:spcPct val="100000"/>
              </a:lnSpc>
              <a:spcBef>
                <a:spcPct val="0"/>
              </a:spcBef>
              <a:spcAft>
                <a:spcPct val="0"/>
              </a:spcAft>
              <a:buClrTx/>
              <a:buSzTx/>
              <a:buFontTx/>
              <a:buNone/>
              <a:tabLst/>
              <a:defRPr/>
            </a:pPr>
            <a:r>
              <a:rPr kumimoji="0" lang="de-DE" sz="2000" b="1" u="none" strike="noStrike" kern="1200" cap="none" spc="0" normalizeH="0" baseline="0" noProof="0">
                <a:ln>
                  <a:noFill/>
                </a:ln>
                <a:solidFill>
                  <a:schemeClr val="bg1">
                    <a:alpha val="99000"/>
                  </a:schemeClr>
                </a:solidFill>
                <a:effectLst/>
                <a:uLnTx/>
                <a:uFillTx/>
                <a:latin typeface="72 Brand"/>
                <a:ea typeface="Segoe UI" pitchFamily="34" charset="0"/>
                <a:cs typeface="Arial" panose="020B0604020202020204" pitchFamily="34" charset="0"/>
              </a:rPr>
              <a:t>B</a:t>
            </a:r>
          </a:p>
        </p:txBody>
      </p:sp>
      <p:sp>
        <p:nvSpPr>
          <p:cNvPr id="13" name="Rounded Rectangle 3">
            <a:extLst>
              <a:ext uri="{FF2B5EF4-FFF2-40B4-BE49-F238E27FC236}">
                <a16:creationId xmlns:a16="http://schemas.microsoft.com/office/drawing/2014/main" id="{A7A594D3-3DE9-C4B1-E5B3-40CC1D907AB1}"/>
              </a:ext>
            </a:extLst>
          </p:cNvPr>
          <p:cNvSpPr/>
          <p:nvPr/>
        </p:nvSpPr>
        <p:spPr>
          <a:xfrm>
            <a:off x="5476005" y="800101"/>
            <a:ext cx="2800689" cy="1939925"/>
          </a:xfrm>
          <a:prstGeom prst="roundRect">
            <a:avLst>
              <a:gd name="adj" fmla="val 3112"/>
            </a:avLst>
          </a:prstGeom>
          <a:solidFill>
            <a:schemeClr val="bg1"/>
          </a:solidFill>
          <a:ln w="9525">
            <a:solidFill>
              <a:srgbClr val="89D1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1088776" rtl="0" eaLnBrk="1" fontAlgn="auto" latinLnBrk="0" hangingPunct="1">
              <a:lnSpc>
                <a:spcPct val="100000"/>
              </a:lnSpc>
              <a:spcBef>
                <a:spcPts val="0"/>
              </a:spcBef>
              <a:spcAft>
                <a:spcPts val="0"/>
              </a:spcAft>
              <a:buClrTx/>
              <a:buSzTx/>
              <a:buFontTx/>
              <a:buNone/>
              <a:tabLst/>
              <a:defRPr/>
            </a:pPr>
            <a:endParaRPr kumimoji="0" lang="en-DE" sz="1400" b="0" i="0" u="none" strike="noStrike" kern="1200" cap="none" spc="0" normalizeH="0" baseline="0" noProof="0">
              <a:ln>
                <a:noFill/>
              </a:ln>
              <a:solidFill>
                <a:srgbClr val="FFFFFF"/>
              </a:solidFill>
              <a:effectLst/>
              <a:uLnTx/>
              <a:uFillTx/>
              <a:latin typeface="72 Brand"/>
              <a:ea typeface="+mn-ea"/>
              <a:cs typeface="+mn-cs"/>
            </a:endParaRPr>
          </a:p>
        </p:txBody>
      </p:sp>
      <p:sp>
        <p:nvSpPr>
          <p:cNvPr id="48" name="Text 23">
            <a:extLst>
              <a:ext uri="{FF2B5EF4-FFF2-40B4-BE49-F238E27FC236}">
                <a16:creationId xmlns:a16="http://schemas.microsoft.com/office/drawing/2014/main" id="{64997B22-D394-255F-546E-7C6CF63474B6}"/>
              </a:ext>
            </a:extLst>
          </p:cNvPr>
          <p:cNvSpPr/>
          <p:nvPr/>
        </p:nvSpPr>
        <p:spPr>
          <a:xfrm>
            <a:off x="5717811" y="904291"/>
            <a:ext cx="2641112" cy="235783"/>
          </a:xfrm>
          <a:prstGeom prst="rect">
            <a:avLst/>
          </a:prstGeom>
          <a:noFill/>
          <a:ln/>
        </p:spPr>
        <p:txBody>
          <a:bodyPr wrap="square" lIns="0" tIns="0" rIns="0" bIns="0" rtlCol="0" anchor="t"/>
          <a:lstStyle/>
          <a:p>
            <a:pPr marL="0" marR="0" lvl="0" indent="0" algn="l" defTabSz="1088776" rtl="0" eaLnBrk="1" fontAlgn="auto" latinLnBrk="0" hangingPunct="1">
              <a:spcBef>
                <a:spcPts val="0"/>
              </a:spcBef>
              <a:spcAft>
                <a:spcPts val="0"/>
              </a:spcAft>
              <a:buClrTx/>
              <a:buSzTx/>
              <a:buFontTx/>
              <a:buNone/>
              <a:tabLst/>
              <a:defRPr/>
            </a:pPr>
            <a:r>
              <a:rPr kumimoji="0" lang="en-US" sz="1400" u="none" strike="noStrike" kern="1200" cap="none" spc="0" normalizeH="0" baseline="0" noProof="0">
                <a:ln>
                  <a:noFill/>
                </a:ln>
                <a:solidFill>
                  <a:srgbClr val="002A86"/>
                </a:solidFill>
                <a:effectLst/>
                <a:uLnTx/>
                <a:uFillTx/>
                <a:latin typeface="+mj-lt"/>
                <a:ea typeface="72 Bold" pitchFamily="34" charset="-122"/>
                <a:cs typeface="72 Bold" pitchFamily="34" charset="-120"/>
              </a:rPr>
              <a:t>SAP Business Technology Platform</a:t>
            </a:r>
            <a:endParaRPr kumimoji="0" lang="en-US" sz="1400" i="0" u="none" strike="noStrike" kern="1200" cap="none" spc="0" normalizeH="0" baseline="0" noProof="0">
              <a:ln>
                <a:noFill/>
              </a:ln>
              <a:solidFill>
                <a:srgbClr val="002A86"/>
              </a:solidFill>
              <a:effectLst/>
              <a:uLnTx/>
              <a:uFillTx/>
              <a:latin typeface="+mj-lt"/>
              <a:ea typeface="+mn-ea"/>
              <a:cs typeface="+mn-cs"/>
            </a:endParaRPr>
          </a:p>
        </p:txBody>
      </p:sp>
      <p:sp>
        <p:nvSpPr>
          <p:cNvPr id="124" name="Rectangle 1">
            <a:extLst>
              <a:ext uri="{FF2B5EF4-FFF2-40B4-BE49-F238E27FC236}">
                <a16:creationId xmlns:a16="http://schemas.microsoft.com/office/drawing/2014/main" id="{2DF06C0E-7578-B986-2433-851118617B8D}"/>
              </a:ext>
            </a:extLst>
          </p:cNvPr>
          <p:cNvSpPr/>
          <p:nvPr/>
        </p:nvSpPr>
        <p:spPr bwMode="gray">
          <a:xfrm>
            <a:off x="5799060" y="1438332"/>
            <a:ext cx="2160000" cy="1200989"/>
          </a:xfrm>
          <a:prstGeom prst="roundRect">
            <a:avLst>
              <a:gd name="adj" fmla="val 5866"/>
            </a:avLst>
          </a:prstGeom>
          <a:solidFill>
            <a:srgbClr val="ECF9FF"/>
          </a:solidFill>
          <a:ln w="9525" algn="ctr">
            <a:solidFill>
              <a:srgbClr val="89D1FF"/>
            </a:solidFill>
            <a:miter lim="800000"/>
            <a:headEnd/>
            <a:tailEnd/>
          </a:ln>
        </p:spPr>
        <p:txBody>
          <a:bodyPr lIns="90000" tIns="72000" rIns="90000" bIns="72000" rtlCol="0" anchor="t"/>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endParaRPr kumimoji="0" lang="en-DE" sz="1400" b="0" i="0" u="none" strike="noStrike" kern="0" cap="none" spc="0" normalizeH="0" baseline="0" noProof="0">
              <a:ln>
                <a:noFill/>
              </a:ln>
              <a:solidFill>
                <a:srgbClr val="000000"/>
              </a:solidFill>
              <a:effectLst/>
              <a:uLnTx/>
              <a:uFillTx/>
              <a:latin typeface="72 Brand"/>
              <a:ea typeface="72 Brand" pitchFamily="34" charset="-128"/>
              <a:cs typeface="72 Brand" pitchFamily="34" charset="-128"/>
            </a:endParaRPr>
          </a:p>
        </p:txBody>
      </p:sp>
      <p:sp>
        <p:nvSpPr>
          <p:cNvPr id="57" name="Rectangle 23">
            <a:extLst>
              <a:ext uri="{FF2B5EF4-FFF2-40B4-BE49-F238E27FC236}">
                <a16:creationId xmlns:a16="http://schemas.microsoft.com/office/drawing/2014/main" id="{89ECD4F6-4850-02C1-98C0-40F68F911478}"/>
              </a:ext>
            </a:extLst>
          </p:cNvPr>
          <p:cNvSpPr/>
          <p:nvPr/>
        </p:nvSpPr>
        <p:spPr bwMode="gray">
          <a:xfrm>
            <a:off x="5984104" y="1734130"/>
            <a:ext cx="1800000" cy="840992"/>
          </a:xfrm>
          <a:prstGeom prst="roundRect">
            <a:avLst/>
          </a:prstGeom>
          <a:solidFill>
            <a:srgbClr val="00144A"/>
          </a:solidFill>
          <a:ln w="19050" algn="ctr">
            <a:noFill/>
            <a:miter lim="800000"/>
            <a:headEnd/>
            <a:tailEnd/>
          </a:ln>
        </p:spPr>
        <p:txBody>
          <a:bodyPr lIns="90000" tIns="72000" rIns="90000" bIns="72000" rtlCol="0" anchor="ctr"/>
          <a:lstStyle/>
          <a:p>
            <a:pPr lvl="0" algn="ctr" defTabSz="914400" fontAlgn="base">
              <a:spcBef>
                <a:spcPct val="50000"/>
              </a:spcBef>
              <a:spcAft>
                <a:spcPct val="0"/>
              </a:spcAft>
              <a:buClr>
                <a:srgbClr val="F0AB00"/>
              </a:buClr>
              <a:buSzPct val="80000"/>
              <a:defRPr/>
            </a:pPr>
            <a:r>
              <a:rPr lang="en-US" sz="1050" kern="0">
                <a:solidFill>
                  <a:schemeClr val="bg1"/>
                </a:solidFill>
                <a:latin typeface="72 Brand"/>
              </a:rPr>
              <a:t>Extend with ABAP Cloud, CAP, or low-code/no-code tools (SAP Build)</a:t>
            </a:r>
            <a:endParaRPr lang="en-DE" sz="1050" kern="0">
              <a:solidFill>
                <a:schemeClr val="bg1"/>
              </a:solidFill>
              <a:latin typeface="72 Brand"/>
            </a:endParaRPr>
          </a:p>
        </p:txBody>
      </p:sp>
      <p:sp>
        <p:nvSpPr>
          <p:cNvPr id="73" name="Rectangle 1">
            <a:extLst>
              <a:ext uri="{FF2B5EF4-FFF2-40B4-BE49-F238E27FC236}">
                <a16:creationId xmlns:a16="http://schemas.microsoft.com/office/drawing/2014/main" id="{EA88CA97-C9A3-3CC2-77D4-BA0237B6F954}"/>
              </a:ext>
            </a:extLst>
          </p:cNvPr>
          <p:cNvSpPr/>
          <p:nvPr/>
        </p:nvSpPr>
        <p:spPr bwMode="gray">
          <a:xfrm>
            <a:off x="289555" y="1438703"/>
            <a:ext cx="2160000" cy="4680000"/>
          </a:xfrm>
          <a:prstGeom prst="roundRect">
            <a:avLst>
              <a:gd name="adj" fmla="val 5866"/>
            </a:avLst>
          </a:prstGeom>
          <a:solidFill>
            <a:srgbClr val="ECF9FF"/>
          </a:solidFill>
          <a:ln w="9525" algn="ctr">
            <a:solidFill>
              <a:srgbClr val="89D1FF"/>
            </a:solidFill>
            <a:miter lim="800000"/>
            <a:headEnd/>
            <a:tailEnd/>
          </a:ln>
        </p:spPr>
        <p:txBody>
          <a:bodyPr lIns="90000" tIns="72000" rIns="90000" bIns="72000" rtlCol="0" anchor="t"/>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endParaRPr kumimoji="0" lang="en-DE" sz="1400" b="0" i="0" u="none" strike="noStrike" kern="0" cap="none" spc="0" normalizeH="0" baseline="0" noProof="0">
              <a:ln>
                <a:noFill/>
              </a:ln>
              <a:solidFill>
                <a:srgbClr val="000000"/>
              </a:solidFill>
              <a:effectLst/>
              <a:uLnTx/>
              <a:uFillTx/>
              <a:latin typeface="72 Brand"/>
              <a:ea typeface="72 Brand" pitchFamily="34" charset="-128"/>
              <a:cs typeface="72 Brand" pitchFamily="34" charset="-128"/>
            </a:endParaRPr>
          </a:p>
        </p:txBody>
      </p:sp>
      <p:sp>
        <p:nvSpPr>
          <p:cNvPr id="74" name="Rectangle 22">
            <a:extLst>
              <a:ext uri="{FF2B5EF4-FFF2-40B4-BE49-F238E27FC236}">
                <a16:creationId xmlns:a16="http://schemas.microsoft.com/office/drawing/2014/main" id="{4959F4AA-4657-CA60-ED12-5C2B5435998C}"/>
              </a:ext>
            </a:extLst>
          </p:cNvPr>
          <p:cNvSpPr/>
          <p:nvPr/>
        </p:nvSpPr>
        <p:spPr bwMode="gray">
          <a:xfrm>
            <a:off x="474513" y="2076030"/>
            <a:ext cx="1800000" cy="252000"/>
          </a:xfrm>
          <a:prstGeom prst="roundRect">
            <a:avLst/>
          </a:prstGeom>
          <a:solidFill>
            <a:srgbClr val="00144A"/>
          </a:solidFill>
          <a:ln w="19050" algn="ctr">
            <a:noFill/>
            <a:miter lim="800000"/>
            <a:headEnd/>
            <a:tailEnd/>
          </a:ln>
        </p:spPr>
        <p:txBody>
          <a:bodyPr lIns="90000" tIns="72000" rIns="90000" bIns="72000" rtlCol="0" anchor="ctr"/>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r>
              <a:rPr kumimoji="0" lang="en-GB" sz="900" b="0" i="0" u="none" strike="noStrike" kern="0" cap="none" spc="0" normalizeH="0" baseline="0" noProof="0" dirty="0">
                <a:ln>
                  <a:noFill/>
                </a:ln>
                <a:solidFill>
                  <a:schemeClr val="bg1"/>
                </a:solidFill>
                <a:effectLst/>
                <a:uLnTx/>
                <a:uFillTx/>
                <a:latin typeface="72 Brand"/>
                <a:ea typeface="+mn-ea"/>
                <a:cs typeface="+mn-cs"/>
              </a:rPr>
              <a:t>[Released] SAP local API</a:t>
            </a:r>
            <a:endParaRPr kumimoji="0" lang="en-DE" sz="900" b="0" i="0" u="none" strike="noStrike" kern="0" cap="none" spc="0" normalizeH="0" baseline="0" noProof="0">
              <a:ln>
                <a:noFill/>
              </a:ln>
              <a:solidFill>
                <a:schemeClr val="bg1"/>
              </a:solidFill>
              <a:effectLst/>
              <a:uLnTx/>
              <a:uFillTx/>
              <a:latin typeface="72 Brand"/>
              <a:ea typeface="+mn-ea"/>
              <a:cs typeface="+mn-cs"/>
            </a:endParaRPr>
          </a:p>
        </p:txBody>
      </p:sp>
      <p:sp>
        <p:nvSpPr>
          <p:cNvPr id="75" name="Rectangle 23">
            <a:extLst>
              <a:ext uri="{FF2B5EF4-FFF2-40B4-BE49-F238E27FC236}">
                <a16:creationId xmlns:a16="http://schemas.microsoft.com/office/drawing/2014/main" id="{B461D806-F4AD-D56D-9FB7-46AFE8DE1C75}"/>
              </a:ext>
            </a:extLst>
          </p:cNvPr>
          <p:cNvSpPr/>
          <p:nvPr/>
        </p:nvSpPr>
        <p:spPr bwMode="gray">
          <a:xfrm>
            <a:off x="474513" y="1764739"/>
            <a:ext cx="1800000" cy="252000"/>
          </a:xfrm>
          <a:prstGeom prst="roundRect">
            <a:avLst/>
          </a:prstGeom>
          <a:solidFill>
            <a:srgbClr val="00144A"/>
          </a:solidFill>
          <a:ln w="19050" algn="ctr">
            <a:noFill/>
            <a:miter lim="800000"/>
            <a:headEnd/>
            <a:tailEnd/>
          </a:ln>
        </p:spPr>
        <p:txBody>
          <a:bodyPr lIns="90000" tIns="72000" rIns="90000" bIns="72000" rtlCol="0" anchor="ctr"/>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r>
              <a:rPr kumimoji="0" lang="en-GB" sz="900" b="0" i="0" u="none" strike="noStrike" kern="0" cap="none" spc="0" normalizeH="0" baseline="0" noProof="0" dirty="0">
                <a:ln>
                  <a:noFill/>
                </a:ln>
                <a:solidFill>
                  <a:schemeClr val="bg1"/>
                </a:solidFill>
                <a:effectLst/>
                <a:uLnTx/>
                <a:uFillTx/>
                <a:latin typeface="72 Brand"/>
                <a:ea typeface="72 Brand" pitchFamily="34" charset="-128"/>
                <a:cs typeface="72 Brand" pitchFamily="34" charset="-128"/>
              </a:rPr>
              <a:t>[Released] SAP remote API</a:t>
            </a:r>
            <a:endParaRPr kumimoji="0" lang="en-DE" sz="900" b="0" i="0" u="none" strike="noStrike" kern="0" cap="none" spc="0" normalizeH="0" baseline="0" noProof="0">
              <a:ln>
                <a:noFill/>
              </a:ln>
              <a:solidFill>
                <a:schemeClr val="bg1"/>
              </a:solidFill>
              <a:effectLst/>
              <a:uLnTx/>
              <a:uFillTx/>
              <a:latin typeface="72 Brand"/>
              <a:ea typeface="72 Brand" pitchFamily="34" charset="-128"/>
              <a:cs typeface="72 Brand" pitchFamily="34" charset="-128"/>
            </a:endParaRPr>
          </a:p>
        </p:txBody>
      </p:sp>
      <p:sp>
        <p:nvSpPr>
          <p:cNvPr id="76" name="Rectangle 26">
            <a:extLst>
              <a:ext uri="{FF2B5EF4-FFF2-40B4-BE49-F238E27FC236}">
                <a16:creationId xmlns:a16="http://schemas.microsoft.com/office/drawing/2014/main" id="{8E3475CB-5D8E-42A8-285A-78D7EB94C807}"/>
              </a:ext>
            </a:extLst>
          </p:cNvPr>
          <p:cNvSpPr/>
          <p:nvPr/>
        </p:nvSpPr>
        <p:spPr bwMode="gray">
          <a:xfrm>
            <a:off x="474513" y="3352029"/>
            <a:ext cx="1800000" cy="288000"/>
          </a:xfrm>
          <a:prstGeom prst="roundRect">
            <a:avLst/>
          </a:prstGeom>
          <a:solidFill>
            <a:srgbClr val="002A86"/>
          </a:solidFill>
          <a:ln w="19050" algn="ctr">
            <a:noFill/>
            <a:miter lim="800000"/>
            <a:headEnd/>
            <a:tailEnd/>
          </a:ln>
        </p:spPr>
        <p:txBody>
          <a:bodyPr lIns="90000" tIns="72000" rIns="90000" bIns="72000" rtlCol="0" anchor="ctr"/>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r>
              <a:rPr kumimoji="0" lang="en-GB" sz="900" b="0" i="0" u="none" strike="noStrike" kern="0" cap="none" spc="0" normalizeH="0" baseline="0" noProof="0">
                <a:ln>
                  <a:noFill/>
                </a:ln>
                <a:solidFill>
                  <a:schemeClr val="bg1"/>
                </a:solidFill>
                <a:effectLst/>
                <a:uLnTx/>
                <a:uFillTx/>
                <a:latin typeface="72 Brand"/>
                <a:ea typeface="+mn-ea"/>
                <a:cs typeface="+mn-cs"/>
              </a:rPr>
              <a:t>[Classic] SAP API</a:t>
            </a:r>
            <a:endParaRPr kumimoji="0" lang="en-DE" sz="900" b="0" i="0" u="none" strike="noStrike" kern="0" cap="none" spc="0" normalizeH="0" baseline="0" noProof="0">
              <a:ln>
                <a:noFill/>
              </a:ln>
              <a:solidFill>
                <a:schemeClr val="bg1"/>
              </a:solidFill>
              <a:effectLst/>
              <a:uLnTx/>
              <a:uFillTx/>
              <a:latin typeface="72 Brand"/>
              <a:ea typeface="+mn-ea"/>
              <a:cs typeface="+mn-cs"/>
            </a:endParaRPr>
          </a:p>
        </p:txBody>
      </p:sp>
      <p:sp>
        <p:nvSpPr>
          <p:cNvPr id="77" name="Rectangle 29">
            <a:extLst>
              <a:ext uri="{FF2B5EF4-FFF2-40B4-BE49-F238E27FC236}">
                <a16:creationId xmlns:a16="http://schemas.microsoft.com/office/drawing/2014/main" id="{8064DC95-88BE-8269-F8B5-3604FF9059E1}"/>
              </a:ext>
            </a:extLst>
          </p:cNvPr>
          <p:cNvSpPr/>
          <p:nvPr/>
        </p:nvSpPr>
        <p:spPr bwMode="gray">
          <a:xfrm>
            <a:off x="474513" y="5281657"/>
            <a:ext cx="1800000" cy="288000"/>
          </a:xfrm>
          <a:prstGeom prst="roundRect">
            <a:avLst/>
          </a:prstGeom>
          <a:solidFill>
            <a:srgbClr val="1B90FF"/>
          </a:solidFill>
          <a:ln w="19050" algn="ctr">
            <a:noFill/>
            <a:miter lim="800000"/>
            <a:headEnd/>
            <a:tailEnd/>
          </a:ln>
        </p:spPr>
        <p:txBody>
          <a:bodyPr lIns="90000" tIns="72000" rIns="90000" bIns="72000" rtlCol="0" anchor="ctr"/>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r>
              <a:rPr kumimoji="0" lang="en-GB" sz="900" b="0" i="0" u="none" strike="noStrike" kern="0" cap="none" spc="0" normalizeH="0" baseline="0" noProof="0">
                <a:ln>
                  <a:noFill/>
                </a:ln>
                <a:solidFill>
                  <a:schemeClr val="bg1"/>
                </a:solidFill>
                <a:effectLst/>
                <a:uLnTx/>
                <a:uFillTx/>
                <a:latin typeface="72 Brand"/>
                <a:ea typeface="+mn-ea"/>
                <a:cs typeface="+mn-cs"/>
              </a:rPr>
              <a:t>[Not recommended] </a:t>
            </a:r>
            <a:br>
              <a:rPr kumimoji="0" lang="en-GB" sz="900" b="0" i="0" u="none" strike="noStrike" kern="0" cap="none" spc="0" normalizeH="0" baseline="0" noProof="0">
                <a:ln>
                  <a:noFill/>
                </a:ln>
                <a:solidFill>
                  <a:schemeClr val="bg1"/>
                </a:solidFill>
                <a:effectLst/>
                <a:uLnTx/>
                <a:uFillTx/>
                <a:latin typeface="72 Brand"/>
                <a:ea typeface="+mn-ea"/>
                <a:cs typeface="+mn-cs"/>
              </a:rPr>
            </a:br>
            <a:r>
              <a:rPr kumimoji="0" lang="en-GB" sz="900" b="0" i="0" u="none" strike="noStrike" kern="0" cap="none" spc="0" normalizeH="0" baseline="0" noProof="0">
                <a:ln>
                  <a:noFill/>
                </a:ln>
                <a:solidFill>
                  <a:schemeClr val="bg1"/>
                </a:solidFill>
                <a:effectLst/>
                <a:uLnTx/>
                <a:uFillTx/>
                <a:latin typeface="72 Brand"/>
                <a:ea typeface="+mn-ea"/>
                <a:cs typeface="+mn-cs"/>
              </a:rPr>
              <a:t>SAP object</a:t>
            </a:r>
            <a:endParaRPr kumimoji="0" lang="en-DE" sz="900" b="0" i="0" u="none" strike="noStrike" kern="0" cap="none" spc="0" normalizeH="0" baseline="0" noProof="0">
              <a:ln>
                <a:noFill/>
              </a:ln>
              <a:solidFill>
                <a:schemeClr val="bg1"/>
              </a:solidFill>
              <a:effectLst/>
              <a:uLnTx/>
              <a:uFillTx/>
              <a:latin typeface="72 Brand"/>
              <a:ea typeface="+mn-ea"/>
              <a:cs typeface="+mn-cs"/>
            </a:endParaRPr>
          </a:p>
        </p:txBody>
      </p:sp>
      <p:sp>
        <p:nvSpPr>
          <p:cNvPr id="78" name="Rectangle 26">
            <a:extLst>
              <a:ext uri="{FF2B5EF4-FFF2-40B4-BE49-F238E27FC236}">
                <a16:creationId xmlns:a16="http://schemas.microsoft.com/office/drawing/2014/main" id="{8E1084DA-3744-52C7-F1A4-543BF38CCBB4}"/>
              </a:ext>
            </a:extLst>
          </p:cNvPr>
          <p:cNvSpPr/>
          <p:nvPr/>
        </p:nvSpPr>
        <p:spPr bwMode="gray">
          <a:xfrm>
            <a:off x="474513" y="2387321"/>
            <a:ext cx="1800000" cy="252000"/>
          </a:xfrm>
          <a:prstGeom prst="roundRect">
            <a:avLst/>
          </a:prstGeom>
          <a:solidFill>
            <a:srgbClr val="00144A"/>
          </a:solidFill>
          <a:ln w="19050" algn="ctr">
            <a:noFill/>
            <a:miter lim="800000"/>
            <a:headEnd/>
            <a:tailEnd/>
          </a:ln>
        </p:spPr>
        <p:txBody>
          <a:bodyPr lIns="90000" tIns="72000" rIns="90000" bIns="72000" rtlCol="0" anchor="ctr"/>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r>
              <a:rPr kumimoji="0" lang="en-GB" sz="900" b="0" i="0" u="none" strike="noStrike" kern="0" cap="none" spc="0" normalizeH="0" baseline="0" noProof="0">
                <a:ln>
                  <a:noFill/>
                </a:ln>
                <a:solidFill>
                  <a:schemeClr val="bg1"/>
                </a:solidFill>
                <a:effectLst/>
                <a:uLnTx/>
                <a:uFillTx/>
                <a:latin typeface="72 Brand"/>
                <a:ea typeface="+mn-ea"/>
                <a:cs typeface="+mn-cs"/>
              </a:rPr>
              <a:t>[Released] SAP extension point</a:t>
            </a:r>
            <a:endParaRPr kumimoji="0" lang="en-DE" sz="900" b="0" i="0" u="none" strike="noStrike" kern="0" cap="none" spc="0" normalizeH="0" baseline="0" noProof="0">
              <a:ln>
                <a:noFill/>
              </a:ln>
              <a:solidFill>
                <a:schemeClr val="bg1"/>
              </a:solidFill>
              <a:effectLst/>
              <a:uLnTx/>
              <a:uFillTx/>
              <a:latin typeface="72 Brand"/>
              <a:ea typeface="+mn-ea"/>
              <a:cs typeface="+mn-cs"/>
            </a:endParaRPr>
          </a:p>
        </p:txBody>
      </p:sp>
      <p:sp>
        <p:nvSpPr>
          <p:cNvPr id="79" name="Rectangle 26">
            <a:extLst>
              <a:ext uri="{FF2B5EF4-FFF2-40B4-BE49-F238E27FC236}">
                <a16:creationId xmlns:a16="http://schemas.microsoft.com/office/drawing/2014/main" id="{B08D387A-A080-8099-DD8F-0D1220B9B484}"/>
              </a:ext>
            </a:extLst>
          </p:cNvPr>
          <p:cNvSpPr/>
          <p:nvPr/>
        </p:nvSpPr>
        <p:spPr bwMode="gray">
          <a:xfrm>
            <a:off x="474513" y="3003586"/>
            <a:ext cx="1800000" cy="288000"/>
          </a:xfrm>
          <a:prstGeom prst="roundRect">
            <a:avLst/>
          </a:prstGeom>
          <a:solidFill>
            <a:srgbClr val="002A86"/>
          </a:solidFill>
          <a:ln w="19050" algn="ctr">
            <a:noFill/>
            <a:miter lim="800000"/>
            <a:headEnd/>
            <a:tailEnd/>
          </a:ln>
        </p:spPr>
        <p:txBody>
          <a:bodyPr lIns="90000" tIns="72000" rIns="90000" bIns="72000" rtlCol="0" anchor="ctr"/>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r>
              <a:rPr kumimoji="0" lang="en-GB" sz="900" b="0" i="0" u="none" strike="noStrike" kern="0" cap="none" spc="0" normalizeH="0" baseline="0" noProof="0">
                <a:ln>
                  <a:noFill/>
                </a:ln>
                <a:solidFill>
                  <a:schemeClr val="bg1"/>
                </a:solidFill>
                <a:effectLst/>
                <a:uLnTx/>
                <a:uFillTx/>
                <a:latin typeface="72 Brand"/>
                <a:ea typeface="+mn-ea"/>
                <a:cs typeface="+mn-cs"/>
              </a:rPr>
              <a:t>[Classic] SAP extension point</a:t>
            </a:r>
            <a:endParaRPr kumimoji="0" lang="en-DE" sz="900" b="0" i="0" u="none" strike="noStrike" kern="0" cap="none" spc="0" normalizeH="0" baseline="0" noProof="0">
              <a:ln>
                <a:noFill/>
              </a:ln>
              <a:solidFill>
                <a:schemeClr val="bg1"/>
              </a:solidFill>
              <a:effectLst/>
              <a:uLnTx/>
              <a:uFillTx/>
              <a:latin typeface="72 Brand"/>
              <a:ea typeface="+mn-ea"/>
              <a:cs typeface="+mn-cs"/>
            </a:endParaRPr>
          </a:p>
        </p:txBody>
      </p:sp>
      <p:sp>
        <p:nvSpPr>
          <p:cNvPr id="80" name="Rectangle 36">
            <a:extLst>
              <a:ext uri="{FF2B5EF4-FFF2-40B4-BE49-F238E27FC236}">
                <a16:creationId xmlns:a16="http://schemas.microsoft.com/office/drawing/2014/main" id="{B9638BFE-3431-71CC-64BE-4C7998816B83}"/>
              </a:ext>
            </a:extLst>
          </p:cNvPr>
          <p:cNvSpPr/>
          <p:nvPr/>
        </p:nvSpPr>
        <p:spPr bwMode="gray">
          <a:xfrm>
            <a:off x="474513" y="4325406"/>
            <a:ext cx="1800000" cy="288000"/>
          </a:xfrm>
          <a:prstGeom prst="roundRect">
            <a:avLst/>
          </a:prstGeom>
          <a:solidFill>
            <a:srgbClr val="0070F2"/>
          </a:solidFill>
          <a:ln w="19050" algn="ctr">
            <a:noFill/>
            <a:miter lim="800000"/>
            <a:headEnd/>
            <a:tailEnd/>
          </a:ln>
        </p:spPr>
        <p:txBody>
          <a:bodyPr lIns="90000" tIns="72000" rIns="90000" bIns="72000" rtlCol="0" anchor="ctr"/>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r>
              <a:rPr kumimoji="0" lang="en-GB" sz="900" b="0" i="0" u="none" strike="noStrike" kern="0" cap="none" spc="0" normalizeH="0" baseline="0" noProof="0">
                <a:ln>
                  <a:noFill/>
                </a:ln>
                <a:solidFill>
                  <a:schemeClr val="bg1"/>
                </a:solidFill>
                <a:effectLst/>
                <a:uLnTx/>
                <a:uFillTx/>
                <a:latin typeface="72 Brand"/>
                <a:ea typeface="+mn-ea"/>
                <a:cs typeface="+mn-cs"/>
              </a:rPr>
              <a:t>[Internal] SAP object</a:t>
            </a:r>
            <a:endParaRPr kumimoji="0" lang="en-DE" sz="900" b="0" i="0" u="none" strike="noStrike" kern="0" cap="none" spc="0" normalizeH="0" baseline="0" noProof="0">
              <a:ln>
                <a:noFill/>
              </a:ln>
              <a:solidFill>
                <a:schemeClr val="bg1"/>
              </a:solidFill>
              <a:effectLst/>
              <a:uLnTx/>
              <a:uFillTx/>
              <a:latin typeface="72 Brand"/>
              <a:ea typeface="+mn-ea"/>
              <a:cs typeface="+mn-cs"/>
            </a:endParaRPr>
          </a:p>
        </p:txBody>
      </p:sp>
      <p:sp>
        <p:nvSpPr>
          <p:cNvPr id="81" name="Text 26">
            <a:extLst>
              <a:ext uri="{FF2B5EF4-FFF2-40B4-BE49-F238E27FC236}">
                <a16:creationId xmlns:a16="http://schemas.microsoft.com/office/drawing/2014/main" id="{5A7D9304-0345-289A-D0F4-9E582FCAAB3C}"/>
              </a:ext>
            </a:extLst>
          </p:cNvPr>
          <p:cNvSpPr/>
          <p:nvPr/>
        </p:nvSpPr>
        <p:spPr>
          <a:xfrm>
            <a:off x="485647" y="1511817"/>
            <a:ext cx="1511512" cy="132074"/>
          </a:xfrm>
          <a:prstGeom prst="rect">
            <a:avLst/>
          </a:prstGeom>
          <a:noFill/>
          <a:ln/>
        </p:spPr>
        <p:txBody>
          <a:bodyPr wrap="square" lIns="0" tIns="0" rIns="0" bIns="0" rtlCol="0" anchor="t"/>
          <a:lstStyle/>
          <a:p>
            <a:pPr marL="0" marR="0" lvl="0" indent="0" algn="l" defTabSz="1088776" rtl="0" eaLnBrk="1" fontAlgn="auto" latinLnBrk="0" hangingPunct="1">
              <a:lnSpc>
                <a:spcPts val="1100"/>
              </a:lnSpc>
              <a:spcBef>
                <a:spcPts val="0"/>
              </a:spcBef>
              <a:spcAft>
                <a:spcPts val="0"/>
              </a:spcAft>
              <a:buClrTx/>
              <a:buSzTx/>
              <a:buFontTx/>
              <a:buNone/>
              <a:tabLst/>
              <a:defRPr/>
            </a:pPr>
            <a:r>
              <a:rPr kumimoji="0" lang="en-US" sz="900" u="none" strike="noStrike" kern="1200" cap="none" spc="0" normalizeH="0" baseline="0" noProof="0" dirty="0">
                <a:ln>
                  <a:noFill/>
                </a:ln>
                <a:solidFill>
                  <a:srgbClr val="00144A"/>
                </a:solidFill>
                <a:effectLst/>
                <a:uLnTx/>
                <a:uFillTx/>
                <a:latin typeface="+mn-lt"/>
                <a:ea typeface="72 Bold" pitchFamily="34" charset="-122"/>
                <a:cs typeface="72 Bold" pitchFamily="34" charset="-120"/>
              </a:rPr>
              <a:t>SAP standard objects</a:t>
            </a:r>
            <a:endParaRPr kumimoji="0" lang="en-US" sz="900" i="0" u="none" strike="noStrike" kern="1200" cap="none" spc="0" normalizeH="0" baseline="0" noProof="0" dirty="0">
              <a:ln>
                <a:noFill/>
              </a:ln>
              <a:solidFill>
                <a:srgbClr val="00144A"/>
              </a:solidFill>
              <a:effectLst/>
              <a:uLnTx/>
              <a:uFillTx/>
              <a:latin typeface="+mn-lt"/>
              <a:ea typeface="+mn-ea"/>
              <a:cs typeface="+mn-cs"/>
            </a:endParaRPr>
          </a:p>
        </p:txBody>
      </p:sp>
      <p:sp>
        <p:nvSpPr>
          <p:cNvPr id="83" name="Rectangle 1">
            <a:extLst>
              <a:ext uri="{FF2B5EF4-FFF2-40B4-BE49-F238E27FC236}">
                <a16:creationId xmlns:a16="http://schemas.microsoft.com/office/drawing/2014/main" id="{F7D0BC11-6F7A-43BF-C6FA-FA910B3D9334}"/>
              </a:ext>
            </a:extLst>
          </p:cNvPr>
          <p:cNvSpPr/>
          <p:nvPr/>
        </p:nvSpPr>
        <p:spPr bwMode="gray">
          <a:xfrm>
            <a:off x="2808091" y="1438332"/>
            <a:ext cx="2160000" cy="4679998"/>
          </a:xfrm>
          <a:prstGeom prst="roundRect">
            <a:avLst>
              <a:gd name="adj" fmla="val 5866"/>
            </a:avLst>
          </a:prstGeom>
          <a:solidFill>
            <a:srgbClr val="ECF9FF"/>
          </a:solidFill>
          <a:ln w="9525" algn="ctr">
            <a:solidFill>
              <a:srgbClr val="89D1FF"/>
            </a:solidFill>
            <a:miter lim="800000"/>
            <a:headEnd/>
            <a:tailEnd/>
          </a:ln>
        </p:spPr>
        <p:txBody>
          <a:bodyPr lIns="90000" tIns="72000" rIns="90000" bIns="72000" rtlCol="0" anchor="t"/>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endParaRPr kumimoji="0" lang="en-DE" sz="1400" b="0" i="0" u="none" strike="noStrike" kern="0" cap="none" spc="0" normalizeH="0" baseline="0" noProof="0">
              <a:ln>
                <a:noFill/>
              </a:ln>
              <a:solidFill>
                <a:srgbClr val="000000"/>
              </a:solidFill>
              <a:effectLst/>
              <a:uLnTx/>
              <a:uFillTx/>
              <a:latin typeface="72 Brand"/>
              <a:ea typeface="72 Brand" pitchFamily="34" charset="-128"/>
              <a:cs typeface="72 Brand" pitchFamily="34" charset="-128"/>
            </a:endParaRPr>
          </a:p>
        </p:txBody>
      </p:sp>
      <p:sp>
        <p:nvSpPr>
          <p:cNvPr id="84" name="Text 26">
            <a:extLst>
              <a:ext uri="{FF2B5EF4-FFF2-40B4-BE49-F238E27FC236}">
                <a16:creationId xmlns:a16="http://schemas.microsoft.com/office/drawing/2014/main" id="{528151C3-82B2-3954-AF8F-EA1E8558505D}"/>
              </a:ext>
            </a:extLst>
          </p:cNvPr>
          <p:cNvSpPr/>
          <p:nvPr/>
        </p:nvSpPr>
        <p:spPr>
          <a:xfrm>
            <a:off x="3018987" y="1511817"/>
            <a:ext cx="1776404" cy="144743"/>
          </a:xfrm>
          <a:prstGeom prst="rect">
            <a:avLst/>
          </a:prstGeom>
          <a:noFill/>
          <a:ln/>
        </p:spPr>
        <p:txBody>
          <a:bodyPr wrap="square" lIns="0" tIns="0" rIns="0" bIns="0" rtlCol="0" anchor="t"/>
          <a:lstStyle/>
          <a:p>
            <a:pPr marL="0" marR="0" lvl="0" indent="0" algn="l" defTabSz="1088776" rtl="0" eaLnBrk="1" fontAlgn="auto" latinLnBrk="0" hangingPunct="1">
              <a:lnSpc>
                <a:spcPts val="1100"/>
              </a:lnSpc>
              <a:spcBef>
                <a:spcPts val="0"/>
              </a:spcBef>
              <a:spcAft>
                <a:spcPts val="0"/>
              </a:spcAft>
              <a:buClrTx/>
              <a:buSzTx/>
              <a:buFontTx/>
              <a:buNone/>
              <a:tabLst/>
              <a:defRPr/>
            </a:pPr>
            <a:r>
              <a:rPr kumimoji="0" lang="en-US" sz="900" u="none" strike="noStrike" kern="1200" cap="none" spc="0" normalizeH="0" baseline="0" noProof="0" dirty="0">
                <a:ln>
                  <a:noFill/>
                </a:ln>
                <a:solidFill>
                  <a:srgbClr val="00144A"/>
                </a:solidFill>
                <a:effectLst/>
                <a:uLnTx/>
                <a:uFillTx/>
                <a:latin typeface="+mn-lt"/>
                <a:ea typeface="72 Bold" pitchFamily="34" charset="-122"/>
                <a:cs typeface="72 Bold" pitchFamily="34" charset="-120"/>
              </a:rPr>
              <a:t>On-stack extension</a:t>
            </a:r>
            <a:endParaRPr kumimoji="0" lang="en-US" sz="900" i="0" u="none" strike="noStrike" kern="1200" cap="none" spc="0" normalizeH="0" baseline="0" noProof="0" dirty="0">
              <a:ln>
                <a:noFill/>
              </a:ln>
              <a:solidFill>
                <a:srgbClr val="00144A"/>
              </a:solidFill>
              <a:effectLst/>
              <a:uLnTx/>
              <a:uFillTx/>
              <a:latin typeface="+mn-lt"/>
              <a:ea typeface="+mn-ea"/>
              <a:cs typeface="+mn-cs"/>
            </a:endParaRPr>
          </a:p>
        </p:txBody>
      </p:sp>
      <p:sp>
        <p:nvSpPr>
          <p:cNvPr id="125" name="Text 26">
            <a:extLst>
              <a:ext uri="{FF2B5EF4-FFF2-40B4-BE49-F238E27FC236}">
                <a16:creationId xmlns:a16="http://schemas.microsoft.com/office/drawing/2014/main" id="{DF1864AD-98C3-4D44-160A-9B115EB4CCE6}"/>
              </a:ext>
            </a:extLst>
          </p:cNvPr>
          <p:cNvSpPr/>
          <p:nvPr/>
        </p:nvSpPr>
        <p:spPr>
          <a:xfrm>
            <a:off x="6023710" y="1511817"/>
            <a:ext cx="1776404" cy="144743"/>
          </a:xfrm>
          <a:prstGeom prst="rect">
            <a:avLst/>
          </a:prstGeom>
          <a:noFill/>
          <a:ln/>
        </p:spPr>
        <p:txBody>
          <a:bodyPr wrap="square" lIns="0" tIns="0" rIns="0" bIns="0" rtlCol="0" anchor="t"/>
          <a:lstStyle/>
          <a:p>
            <a:pPr marL="0" marR="0" lvl="0" indent="0" algn="l" defTabSz="1088776" rtl="0" eaLnBrk="1" fontAlgn="auto" latinLnBrk="0" hangingPunct="1">
              <a:lnSpc>
                <a:spcPts val="1100"/>
              </a:lnSpc>
              <a:spcBef>
                <a:spcPts val="0"/>
              </a:spcBef>
              <a:spcAft>
                <a:spcPts val="0"/>
              </a:spcAft>
              <a:buClrTx/>
              <a:buSzTx/>
              <a:buFontTx/>
              <a:buNone/>
              <a:tabLst/>
              <a:defRPr/>
            </a:pPr>
            <a:r>
              <a:rPr kumimoji="0" lang="en-US" sz="900" u="none" strike="noStrike" kern="1200" cap="none" spc="0" normalizeH="0" baseline="0" noProof="0">
                <a:ln>
                  <a:noFill/>
                </a:ln>
                <a:solidFill>
                  <a:srgbClr val="00144A"/>
                </a:solidFill>
                <a:effectLst/>
                <a:uLnTx/>
                <a:uFillTx/>
                <a:latin typeface="+mn-lt"/>
                <a:ea typeface="72 Bold" pitchFamily="34" charset="-122"/>
                <a:cs typeface="72 Bold" pitchFamily="34" charset="-120"/>
              </a:rPr>
              <a:t>Side-by-side extension</a:t>
            </a:r>
            <a:endParaRPr kumimoji="0" lang="en-US" sz="900" i="0" u="none" strike="noStrike" kern="1200" cap="none" spc="0" normalizeH="0" baseline="0" noProof="0">
              <a:ln>
                <a:noFill/>
              </a:ln>
              <a:solidFill>
                <a:srgbClr val="00144A"/>
              </a:solidFill>
              <a:effectLst/>
              <a:uLnTx/>
              <a:uFillTx/>
              <a:latin typeface="+mn-lt"/>
              <a:ea typeface="+mn-ea"/>
              <a:cs typeface="+mn-cs"/>
            </a:endParaRPr>
          </a:p>
        </p:txBody>
      </p:sp>
      <p:sp>
        <p:nvSpPr>
          <p:cNvPr id="11" name="TextBox 20">
            <a:extLst>
              <a:ext uri="{FF2B5EF4-FFF2-40B4-BE49-F238E27FC236}">
                <a16:creationId xmlns:a16="http://schemas.microsoft.com/office/drawing/2014/main" id="{9A337D05-E51A-A97F-1901-AEC9FE6D3D6C}"/>
              </a:ext>
            </a:extLst>
          </p:cNvPr>
          <p:cNvSpPr txBox="1"/>
          <p:nvPr/>
        </p:nvSpPr>
        <p:spPr>
          <a:xfrm>
            <a:off x="9387083" y="2094412"/>
            <a:ext cx="2000647" cy="369332"/>
          </a:xfrm>
          <a:prstGeom prst="rect">
            <a:avLst/>
          </a:prstGeom>
          <a:noFill/>
        </p:spPr>
        <p:txBody>
          <a:bodyPr wrap="square" lIns="0" tIns="0" rIns="0" bIns="0" rtlCol="0">
            <a:spAutoFit/>
          </a:bodyPr>
          <a:lstStyle/>
          <a:p>
            <a:pPr marL="0" marR="0" lvl="0" indent="0" algn="r" defTabSz="1088776" rtl="0" eaLnBrk="1" fontAlgn="base" latinLnBrk="0" hangingPunct="1">
              <a:lnSpc>
                <a:spcPct val="100000"/>
              </a:lnSpc>
              <a:spcBef>
                <a:spcPct val="50000"/>
              </a:spcBef>
              <a:spcAft>
                <a:spcPct val="0"/>
              </a:spcAft>
              <a:buClr>
                <a:srgbClr val="000000"/>
              </a:buClr>
              <a:buSzPct val="100000"/>
              <a:buFontTx/>
              <a:buNone/>
              <a:tabLst/>
              <a:defRPr/>
            </a:pPr>
            <a:r>
              <a:rPr kumimoji="0" lang="en-GB" sz="1200" b="0" i="0" u="none" strike="noStrike" kern="0" cap="none" spc="0" normalizeH="0" baseline="0" noProof="0">
                <a:ln>
                  <a:noFill/>
                </a:ln>
                <a:solidFill>
                  <a:srgbClr val="000000"/>
                </a:solidFill>
                <a:effectLst/>
                <a:uLnTx/>
                <a:uFillTx/>
                <a:latin typeface="72 Brand" panose="020B0504030603020204" pitchFamily="34" charset="0"/>
                <a:ea typeface="Arial Unicode MS" pitchFamily="34" charset="-128"/>
                <a:cs typeface="Arial Unicode MS" pitchFamily="34" charset="-128"/>
              </a:rPr>
              <a:t>Cloud development and </a:t>
            </a:r>
            <a:br>
              <a:rPr kumimoji="0" lang="en-GB" sz="1200" b="0" i="0" u="none" strike="noStrike" kern="0" cap="none" spc="0" normalizeH="0" baseline="0" noProof="0">
                <a:ln>
                  <a:noFill/>
                </a:ln>
                <a:solidFill>
                  <a:srgbClr val="000000"/>
                </a:solidFill>
                <a:effectLst/>
                <a:uLnTx/>
                <a:uFillTx/>
                <a:latin typeface="72 Brand" panose="020B0504030603020204" pitchFamily="34" charset="0"/>
                <a:ea typeface="Arial Unicode MS" pitchFamily="34" charset="-128"/>
                <a:cs typeface="Arial Unicode MS" pitchFamily="34" charset="-128"/>
              </a:rPr>
            </a:br>
            <a:r>
              <a:rPr kumimoji="0" lang="en-GB" sz="1200" b="1" i="0" u="none" strike="noStrike" kern="0" cap="none" spc="0" normalizeH="0" baseline="0" noProof="0">
                <a:ln>
                  <a:noFill/>
                </a:ln>
                <a:solidFill>
                  <a:srgbClr val="000000"/>
                </a:solidFill>
                <a:effectLst/>
                <a:uLnTx/>
                <a:uFillTx/>
                <a:latin typeface="72 Brand" panose="020B0504030603020204" pitchFamily="34" charset="0"/>
                <a:ea typeface="Arial Unicode MS" pitchFamily="34" charset="-128"/>
                <a:cs typeface="Arial Unicode MS" pitchFamily="34" charset="-128"/>
              </a:rPr>
              <a:t>usage of released APIs</a:t>
            </a:r>
            <a:r>
              <a:rPr kumimoji="0" lang="en-GB" sz="1200" b="0" i="0" u="none" strike="noStrike" kern="0" cap="none" spc="0" normalizeH="0" baseline="0" noProof="0">
                <a:ln>
                  <a:noFill/>
                </a:ln>
                <a:solidFill>
                  <a:srgbClr val="000000"/>
                </a:solidFill>
                <a:effectLst/>
                <a:uLnTx/>
                <a:uFillTx/>
                <a:latin typeface="72 Brand" panose="020B0504030603020204" pitchFamily="34" charset="0"/>
                <a:ea typeface="Arial Unicode MS" pitchFamily="34" charset="-128"/>
                <a:cs typeface="Arial Unicode MS" pitchFamily="34" charset="-128"/>
              </a:rPr>
              <a:t>*</a:t>
            </a:r>
            <a:endParaRPr kumimoji="0" lang="de-DE" sz="1200" b="0" i="0" u="none" strike="noStrike" kern="0" cap="none" spc="0" normalizeH="0" baseline="0" noProof="0">
              <a:ln>
                <a:noFill/>
              </a:ln>
              <a:solidFill>
                <a:srgbClr val="000000"/>
              </a:solidFill>
              <a:effectLst/>
              <a:uLnTx/>
              <a:uFillTx/>
              <a:latin typeface="72 Brand" panose="020B0504030603020204" pitchFamily="34" charset="0"/>
              <a:ea typeface="Arial Unicode MS" pitchFamily="34" charset="-128"/>
              <a:cs typeface="Arial Unicode MS" pitchFamily="34" charset="-128"/>
            </a:endParaRPr>
          </a:p>
        </p:txBody>
      </p:sp>
      <p:sp>
        <p:nvSpPr>
          <p:cNvPr id="12" name="TextBox 21">
            <a:extLst>
              <a:ext uri="{FF2B5EF4-FFF2-40B4-BE49-F238E27FC236}">
                <a16:creationId xmlns:a16="http://schemas.microsoft.com/office/drawing/2014/main" id="{2E85DB81-6059-BE74-1202-2BD17BF1319C}"/>
              </a:ext>
            </a:extLst>
          </p:cNvPr>
          <p:cNvSpPr txBox="1"/>
          <p:nvPr/>
        </p:nvSpPr>
        <p:spPr>
          <a:xfrm>
            <a:off x="8392117" y="3169027"/>
            <a:ext cx="3000160" cy="369332"/>
          </a:xfrm>
          <a:prstGeom prst="rect">
            <a:avLst/>
          </a:prstGeom>
          <a:noFill/>
        </p:spPr>
        <p:txBody>
          <a:bodyPr wrap="square" lIns="0" tIns="0" rIns="0" bIns="0" rtlCol="0">
            <a:spAutoFit/>
          </a:bodyPr>
          <a:lstStyle/>
          <a:p>
            <a:pPr marL="0" marR="0" lvl="0" indent="0" algn="r" defTabSz="1088776" rtl="0" eaLnBrk="1" fontAlgn="base" latinLnBrk="0" hangingPunct="1">
              <a:lnSpc>
                <a:spcPct val="100000"/>
              </a:lnSpc>
              <a:spcBef>
                <a:spcPct val="50000"/>
              </a:spcBef>
              <a:spcAft>
                <a:spcPct val="0"/>
              </a:spcAft>
              <a:buClr>
                <a:srgbClr val="000000"/>
              </a:buClr>
              <a:buSzPct val="100000"/>
              <a:buFontTx/>
              <a:buNone/>
              <a:tabLst/>
              <a:defRPr/>
            </a:pPr>
            <a:r>
              <a:rPr kumimoji="0" lang="en-GB" sz="1200" b="0" i="0" u="none" strike="noStrike" kern="0" cap="none" spc="0" normalizeH="0" baseline="0" noProof="0">
                <a:ln>
                  <a:noFill/>
                </a:ln>
                <a:solidFill>
                  <a:srgbClr val="000000"/>
                </a:solidFill>
                <a:effectLst/>
                <a:uLnTx/>
                <a:uFillTx/>
                <a:latin typeface="72 Brand" panose="020B0504030603020204" pitchFamily="34" charset="0"/>
                <a:ea typeface="Arial Unicode MS" pitchFamily="34" charset="-128"/>
                <a:cs typeface="Arial Unicode MS" pitchFamily="34" charset="-128"/>
              </a:rPr>
              <a:t>Usage of </a:t>
            </a:r>
            <a:r>
              <a:rPr kumimoji="0" lang="en-GB" sz="1200" b="1" i="0" u="none" strike="noStrike" kern="0" cap="none" spc="0" normalizeH="0" baseline="0" noProof="0">
                <a:ln>
                  <a:noFill/>
                </a:ln>
                <a:solidFill>
                  <a:srgbClr val="000000"/>
                </a:solidFill>
                <a:effectLst/>
                <a:uLnTx/>
                <a:uFillTx/>
                <a:latin typeface="72 Brand" panose="020B0504030603020204" pitchFamily="34" charset="0"/>
                <a:ea typeface="Arial Unicode MS" pitchFamily="34" charset="-128"/>
                <a:cs typeface="Arial Unicode MS" pitchFamily="34" charset="-128"/>
              </a:rPr>
              <a:t>best practice </a:t>
            </a:r>
            <a:br>
              <a:rPr kumimoji="0" lang="en-GB" sz="1200" b="1" i="0" u="none" strike="noStrike" kern="0" cap="none" spc="0" normalizeH="0" baseline="0" noProof="0">
                <a:ln>
                  <a:noFill/>
                </a:ln>
                <a:solidFill>
                  <a:srgbClr val="000000"/>
                </a:solidFill>
                <a:effectLst/>
                <a:uLnTx/>
                <a:uFillTx/>
                <a:latin typeface="72 Brand" panose="020B0504030603020204" pitchFamily="34" charset="0"/>
                <a:ea typeface="Arial Unicode MS" pitchFamily="34" charset="-128"/>
                <a:cs typeface="Arial Unicode MS" pitchFamily="34" charset="-128"/>
              </a:rPr>
            </a:br>
            <a:r>
              <a:rPr kumimoji="0" lang="en-GB" sz="1200" b="1" i="0" u="none" strike="noStrike" kern="0" cap="none" spc="0" normalizeH="0" baseline="0" noProof="0">
                <a:ln>
                  <a:noFill/>
                </a:ln>
                <a:solidFill>
                  <a:srgbClr val="000000"/>
                </a:solidFill>
                <a:effectLst/>
                <a:uLnTx/>
                <a:uFillTx/>
                <a:latin typeface="72 Brand" panose="020B0504030603020204" pitchFamily="34" charset="0"/>
                <a:ea typeface="Arial Unicode MS" pitchFamily="34" charset="-128"/>
                <a:cs typeface="Arial Unicode MS" pitchFamily="34" charset="-128"/>
              </a:rPr>
              <a:t>/ classic API</a:t>
            </a:r>
            <a:r>
              <a:rPr kumimoji="0" lang="en-GB" sz="1200" b="0" i="0" u="none" strike="noStrike" kern="0" cap="none" spc="0" normalizeH="0" baseline="0" noProof="0">
                <a:ln>
                  <a:noFill/>
                </a:ln>
                <a:solidFill>
                  <a:srgbClr val="000000"/>
                </a:solidFill>
                <a:effectLst/>
                <a:uLnTx/>
                <a:uFillTx/>
                <a:latin typeface="72 Brand" panose="020B0504030603020204" pitchFamily="34" charset="0"/>
                <a:ea typeface="Arial Unicode MS" pitchFamily="34" charset="-128"/>
                <a:cs typeface="Arial Unicode MS" pitchFamily="34" charset="-128"/>
              </a:rPr>
              <a:t>**</a:t>
            </a:r>
            <a:endParaRPr kumimoji="0" lang="de-DE" sz="1200" b="0" i="0" u="none" strike="noStrike" kern="0" cap="none" spc="0" normalizeH="0" baseline="0" noProof="0">
              <a:ln>
                <a:noFill/>
              </a:ln>
              <a:solidFill>
                <a:srgbClr val="000000"/>
              </a:solidFill>
              <a:effectLst/>
              <a:uLnTx/>
              <a:uFillTx/>
              <a:latin typeface="72 Brand" panose="020B0504030603020204" pitchFamily="34" charset="0"/>
              <a:ea typeface="Arial Unicode MS" pitchFamily="34" charset="-128"/>
              <a:cs typeface="Arial Unicode MS" pitchFamily="34" charset="-128"/>
            </a:endParaRPr>
          </a:p>
        </p:txBody>
      </p:sp>
      <p:sp>
        <p:nvSpPr>
          <p:cNvPr id="14" name="TextBox 22">
            <a:extLst>
              <a:ext uri="{FF2B5EF4-FFF2-40B4-BE49-F238E27FC236}">
                <a16:creationId xmlns:a16="http://schemas.microsoft.com/office/drawing/2014/main" id="{05120388-B93C-7D59-C110-B2B7DB3A2CF7}"/>
              </a:ext>
            </a:extLst>
          </p:cNvPr>
          <p:cNvSpPr txBox="1"/>
          <p:nvPr/>
        </p:nvSpPr>
        <p:spPr>
          <a:xfrm>
            <a:off x="8867731" y="4166698"/>
            <a:ext cx="2520000" cy="553998"/>
          </a:xfrm>
          <a:prstGeom prst="rect">
            <a:avLst/>
          </a:prstGeom>
          <a:noFill/>
        </p:spPr>
        <p:txBody>
          <a:bodyPr wrap="square" lIns="0" tIns="0" rIns="0" bIns="0" rtlCol="0">
            <a:spAutoFit/>
          </a:bodyPr>
          <a:lstStyle/>
          <a:p>
            <a:pPr marL="0" marR="0" lvl="0" indent="0" algn="r" defTabSz="1088776" rtl="0" eaLnBrk="1" fontAlgn="base" latinLnBrk="0" hangingPunct="1">
              <a:lnSpc>
                <a:spcPct val="100000"/>
              </a:lnSpc>
              <a:spcBef>
                <a:spcPct val="50000"/>
              </a:spcBef>
              <a:spcAft>
                <a:spcPct val="0"/>
              </a:spcAft>
              <a:buClr>
                <a:srgbClr val="000000"/>
              </a:buClr>
              <a:buSzPct val="100000"/>
              <a:buFontTx/>
              <a:buNone/>
              <a:tabLst/>
              <a:defRPr/>
            </a:pPr>
            <a:r>
              <a:rPr kumimoji="0" lang="en-GB" sz="1200" b="0" i="0" u="none" strike="noStrike" kern="0" cap="none" spc="0" normalizeH="0" baseline="0" noProof="0">
                <a:ln>
                  <a:noFill/>
                </a:ln>
                <a:solidFill>
                  <a:srgbClr val="000000"/>
                </a:solidFill>
                <a:effectLst/>
                <a:uLnTx/>
                <a:uFillTx/>
                <a:latin typeface="72 Brand" panose="020B0504030603020204" pitchFamily="34" charset="0"/>
                <a:ea typeface="Arial Unicode MS" pitchFamily="34" charset="-128"/>
                <a:cs typeface="Arial Unicode MS" pitchFamily="34" charset="-128"/>
              </a:rPr>
              <a:t>Consumption of </a:t>
            </a:r>
            <a:r>
              <a:rPr kumimoji="0" lang="en-GB" sz="1200" b="1" i="0" u="none" strike="noStrike" kern="0" cap="none" spc="0" normalizeH="0" baseline="0" noProof="0">
                <a:ln>
                  <a:noFill/>
                </a:ln>
                <a:solidFill>
                  <a:srgbClr val="000000"/>
                </a:solidFill>
                <a:effectLst/>
                <a:uLnTx/>
                <a:uFillTx/>
                <a:latin typeface="72 Brand" panose="020B0504030603020204" pitchFamily="34" charset="0"/>
                <a:ea typeface="Arial Unicode MS" pitchFamily="34" charset="-128"/>
                <a:cs typeface="Arial Unicode MS" pitchFamily="34" charset="-128"/>
              </a:rPr>
              <a:t>internal objects </a:t>
            </a:r>
            <a:br>
              <a:rPr kumimoji="0" lang="en-GB" sz="1200" b="1" i="0" u="none" strike="noStrike" kern="0" cap="none" spc="0" normalizeH="0" baseline="0" noProof="0">
                <a:ln>
                  <a:noFill/>
                </a:ln>
                <a:solidFill>
                  <a:srgbClr val="000000"/>
                </a:solidFill>
                <a:effectLst/>
                <a:uLnTx/>
                <a:uFillTx/>
                <a:latin typeface="72 Brand" panose="020B0504030603020204" pitchFamily="34" charset="0"/>
                <a:ea typeface="Arial Unicode MS" pitchFamily="34" charset="-128"/>
                <a:cs typeface="Arial Unicode MS" pitchFamily="34" charset="-128"/>
              </a:rPr>
            </a:br>
            <a:r>
              <a:rPr kumimoji="0" lang="en-GB" sz="1200" b="0" i="0" u="none" strike="noStrike" kern="0" cap="none" spc="0" normalizeH="0" baseline="0" noProof="0">
                <a:ln>
                  <a:noFill/>
                </a:ln>
                <a:solidFill>
                  <a:srgbClr val="000000"/>
                </a:solidFill>
                <a:effectLst/>
                <a:uLnTx/>
                <a:uFillTx/>
                <a:latin typeface="72 Brand" panose="020B0504030603020204" pitchFamily="34" charset="0"/>
                <a:ea typeface="Arial Unicode MS" pitchFamily="34" charset="-128"/>
                <a:cs typeface="Arial Unicode MS" pitchFamily="34" charset="-128"/>
              </a:rPr>
              <a:t>(</a:t>
            </a:r>
            <a:r>
              <a:rPr kumimoji="0" lang="en-GB" sz="1200" b="1" i="0" u="none" strike="noStrike" kern="0" cap="none" spc="0" normalizeH="0" baseline="0" noProof="0">
                <a:ln>
                  <a:noFill/>
                </a:ln>
                <a:solidFill>
                  <a:srgbClr val="000000"/>
                </a:solidFill>
                <a:effectLst/>
                <a:uLnTx/>
                <a:uFillTx/>
                <a:latin typeface="72 Brand" panose="020B0504030603020204" pitchFamily="34" charset="0"/>
                <a:ea typeface="Arial Unicode MS" pitchFamily="34" charset="-128"/>
                <a:cs typeface="Arial Unicode MS" pitchFamily="34" charset="-128"/>
              </a:rPr>
              <a:t>conditionally</a:t>
            </a:r>
            <a:r>
              <a:rPr kumimoji="0" lang="en-GB" sz="1200" b="0" i="0" u="none" strike="noStrike" kern="0" cap="none" spc="0" normalizeH="0" baseline="0" noProof="0">
                <a:ln>
                  <a:noFill/>
                </a:ln>
                <a:solidFill>
                  <a:srgbClr val="000000"/>
                </a:solidFill>
                <a:effectLst/>
                <a:uLnTx/>
                <a:uFillTx/>
                <a:latin typeface="72 Brand" panose="020B0504030603020204" pitchFamily="34" charset="0"/>
                <a:ea typeface="Arial Unicode MS" pitchFamily="34" charset="-128"/>
                <a:cs typeface="Arial Unicode MS" pitchFamily="34" charset="-128"/>
              </a:rPr>
              <a:t> clean when</a:t>
            </a:r>
            <a:r>
              <a:rPr kumimoji="0" lang="en-GB" sz="1200" b="0" i="0" u="none" strike="noStrike" kern="0" cap="none" spc="0" normalizeH="0" noProof="0">
                <a:ln>
                  <a:noFill/>
                </a:ln>
                <a:solidFill>
                  <a:srgbClr val="000000"/>
                </a:solidFill>
                <a:effectLst/>
                <a:uLnTx/>
                <a:uFillTx/>
                <a:latin typeface="72 Brand" panose="020B0504030603020204" pitchFamily="34" charset="0"/>
                <a:ea typeface="Arial Unicode MS" pitchFamily="34" charset="-128"/>
                <a:cs typeface="Arial Unicode MS" pitchFamily="34" charset="-128"/>
              </a:rPr>
              <a:t> </a:t>
            </a:r>
            <a:r>
              <a:rPr kumimoji="0" lang="en-GB" sz="1200" b="0" i="0" u="none" strike="noStrike" kern="0" cap="none" spc="0" normalizeH="0" baseline="0" noProof="0">
                <a:ln>
                  <a:noFill/>
                </a:ln>
                <a:solidFill>
                  <a:srgbClr val="000000"/>
                </a:solidFill>
                <a:effectLst/>
                <a:uLnTx/>
                <a:uFillTx/>
                <a:latin typeface="72 Brand" panose="020B0504030603020204" pitchFamily="34" charset="0"/>
                <a:ea typeface="Arial Unicode MS" pitchFamily="34" charset="-128"/>
                <a:cs typeface="Arial Unicode MS" pitchFamily="34" charset="-128"/>
              </a:rPr>
              <a:t>applying </a:t>
            </a:r>
            <a:r>
              <a:rPr lang="en-GB" sz="1200" kern="0">
                <a:solidFill>
                  <a:srgbClr val="000000"/>
                </a:solidFill>
                <a:latin typeface="72 Brand" panose="020B0504030603020204" pitchFamily="34" charset="0"/>
                <a:ea typeface="Arial Unicode MS" pitchFamily="34" charset="-128"/>
                <a:cs typeface="Arial Unicode MS" pitchFamily="34" charset="-128"/>
              </a:rPr>
              <a:t>changelog for SAP objects</a:t>
            </a:r>
            <a:r>
              <a:rPr kumimoji="0" lang="en-GB" sz="1200" b="0" i="0" u="none" strike="noStrike" kern="0" cap="none" spc="0" normalizeH="0" baseline="0" noProof="0">
                <a:ln>
                  <a:noFill/>
                </a:ln>
                <a:solidFill>
                  <a:srgbClr val="000000"/>
                </a:solidFill>
                <a:effectLst/>
                <a:uLnTx/>
                <a:uFillTx/>
                <a:latin typeface="72 Brand" panose="020B0504030603020204" pitchFamily="34" charset="0"/>
                <a:ea typeface="Arial Unicode MS" pitchFamily="34" charset="-128"/>
                <a:cs typeface="Arial Unicode MS" pitchFamily="34" charset="-128"/>
              </a:rPr>
              <a:t>)</a:t>
            </a:r>
            <a:endParaRPr kumimoji="0" lang="de-DE" sz="1200" b="0" i="0" u="none" strike="noStrike" kern="0" cap="none" spc="0" normalizeH="0" baseline="0" noProof="0">
              <a:ln>
                <a:noFill/>
              </a:ln>
              <a:solidFill>
                <a:srgbClr val="000000"/>
              </a:solidFill>
              <a:effectLst/>
              <a:uLnTx/>
              <a:uFillTx/>
              <a:latin typeface="72 Brand" panose="020B0504030603020204" pitchFamily="34" charset="0"/>
              <a:ea typeface="Arial Unicode MS" pitchFamily="34" charset="-128"/>
              <a:cs typeface="Arial Unicode MS" pitchFamily="34" charset="-128"/>
            </a:endParaRPr>
          </a:p>
        </p:txBody>
      </p:sp>
      <p:sp>
        <p:nvSpPr>
          <p:cNvPr id="15" name="TextBox 23">
            <a:extLst>
              <a:ext uri="{FF2B5EF4-FFF2-40B4-BE49-F238E27FC236}">
                <a16:creationId xmlns:a16="http://schemas.microsoft.com/office/drawing/2014/main" id="{E3176967-4B5C-B739-91D1-42CC9B60C346}"/>
              </a:ext>
            </a:extLst>
          </p:cNvPr>
          <p:cNvSpPr txBox="1"/>
          <p:nvPr/>
        </p:nvSpPr>
        <p:spPr>
          <a:xfrm>
            <a:off x="8867729" y="5320579"/>
            <a:ext cx="2520000" cy="553998"/>
          </a:xfrm>
          <a:prstGeom prst="rect">
            <a:avLst/>
          </a:prstGeom>
          <a:noFill/>
        </p:spPr>
        <p:txBody>
          <a:bodyPr wrap="square" lIns="0" tIns="0" rIns="0" bIns="0" rtlCol="0">
            <a:spAutoFit/>
          </a:bodyPr>
          <a:lstStyle/>
          <a:p>
            <a:pPr marL="0" marR="0" lvl="0" indent="0" algn="r" defTabSz="1088776" rtl="0" eaLnBrk="1" fontAlgn="base" latinLnBrk="0" hangingPunct="1">
              <a:lnSpc>
                <a:spcPct val="100000"/>
              </a:lnSpc>
              <a:spcBef>
                <a:spcPct val="50000"/>
              </a:spcBef>
              <a:spcAft>
                <a:spcPct val="0"/>
              </a:spcAft>
              <a:buClr>
                <a:srgbClr val="000000"/>
              </a:buClr>
              <a:buSzPct val="100000"/>
              <a:buFontTx/>
              <a:buNone/>
              <a:tabLst/>
              <a:defRPr/>
            </a:pPr>
            <a:r>
              <a:rPr kumimoji="0" lang="en-GB" sz="1200" b="1" i="0" u="none" strike="noStrike" kern="0" cap="none" spc="0" normalizeH="0" baseline="0" noProof="0">
                <a:ln>
                  <a:noFill/>
                </a:ln>
                <a:solidFill>
                  <a:srgbClr val="000000"/>
                </a:solidFill>
                <a:effectLst/>
                <a:uLnTx/>
                <a:uFillTx/>
                <a:latin typeface="72 Brand" panose="020B0504030603020204" pitchFamily="34" charset="0"/>
                <a:ea typeface="Arial Unicode MS" pitchFamily="34" charset="-128"/>
                <a:cs typeface="Arial Unicode MS" pitchFamily="34" charset="-128"/>
              </a:rPr>
              <a:t>Not clean core</a:t>
            </a:r>
            <a:br>
              <a:rPr kumimoji="0" lang="en-GB" sz="1200" b="0" i="0" u="none" strike="noStrike" kern="0" cap="none" spc="0" normalizeH="0" baseline="0" noProof="0">
                <a:ln>
                  <a:noFill/>
                </a:ln>
                <a:solidFill>
                  <a:srgbClr val="000000"/>
                </a:solidFill>
                <a:effectLst/>
                <a:uLnTx/>
                <a:uFillTx/>
                <a:latin typeface="72 Brand" panose="020B0504030603020204" pitchFamily="34" charset="0"/>
                <a:ea typeface="Arial Unicode MS" pitchFamily="34" charset="-128"/>
                <a:cs typeface="Arial Unicode MS" pitchFamily="34" charset="-128"/>
              </a:rPr>
            </a:br>
            <a:r>
              <a:rPr kumimoji="0" lang="en-GB" sz="1200" b="0" i="0" u="none" strike="noStrike" kern="0" cap="none" spc="0" normalizeH="0" baseline="0" noProof="0">
                <a:ln>
                  <a:noFill/>
                </a:ln>
                <a:solidFill>
                  <a:srgbClr val="000000"/>
                </a:solidFill>
                <a:effectLst/>
                <a:uLnTx/>
                <a:uFillTx/>
                <a:latin typeface="72 Brand" panose="020B0504030603020204" pitchFamily="34" charset="0"/>
                <a:ea typeface="Arial Unicode MS" pitchFamily="34" charset="-128"/>
                <a:cs typeface="Arial Unicode MS" pitchFamily="34" charset="-128"/>
              </a:rPr>
              <a:t>Not upgrade-stable, </a:t>
            </a:r>
            <a:br>
              <a:rPr kumimoji="0" lang="en-GB" sz="1200" b="0" i="0" u="none" strike="noStrike" kern="0" cap="none" spc="0" normalizeH="0" baseline="0" noProof="0">
                <a:ln>
                  <a:noFill/>
                </a:ln>
                <a:solidFill>
                  <a:srgbClr val="000000"/>
                </a:solidFill>
                <a:effectLst/>
                <a:uLnTx/>
                <a:uFillTx/>
                <a:latin typeface="72 Brand" panose="020B0504030603020204" pitchFamily="34" charset="0"/>
                <a:ea typeface="Arial Unicode MS" pitchFamily="34" charset="-128"/>
                <a:cs typeface="Arial Unicode MS" pitchFamily="34" charset="-128"/>
              </a:rPr>
            </a:br>
            <a:r>
              <a:rPr kumimoji="0" lang="en-GB" sz="1200" b="0" i="0" u="none" strike="noStrike" kern="0" cap="none" spc="0" normalizeH="0" baseline="0" noProof="0">
                <a:ln>
                  <a:noFill/>
                </a:ln>
                <a:solidFill>
                  <a:srgbClr val="000000"/>
                </a:solidFill>
                <a:effectLst/>
                <a:uLnTx/>
                <a:uFillTx/>
                <a:latin typeface="72 Brand" panose="020B0504030603020204" pitchFamily="34" charset="0"/>
                <a:ea typeface="Arial Unicode MS" pitchFamily="34" charset="-128"/>
                <a:cs typeface="Arial Unicode MS" pitchFamily="34" charset="-128"/>
              </a:rPr>
              <a:t>not recommended</a:t>
            </a:r>
            <a:endParaRPr kumimoji="0" lang="de-DE" sz="1200" b="0" i="0" u="none" strike="noStrike" kern="0" cap="none" spc="0" normalizeH="0" baseline="0" noProof="0">
              <a:ln>
                <a:noFill/>
              </a:ln>
              <a:solidFill>
                <a:srgbClr val="000000"/>
              </a:solidFill>
              <a:effectLst/>
              <a:uLnTx/>
              <a:uFillTx/>
              <a:latin typeface="72 Brand" panose="020B0504030603020204" pitchFamily="34" charset="0"/>
              <a:ea typeface="Arial Unicode MS" pitchFamily="34" charset="-128"/>
              <a:cs typeface="Arial Unicode MS" pitchFamily="34" charset="-128"/>
            </a:endParaRPr>
          </a:p>
        </p:txBody>
      </p:sp>
      <p:sp>
        <p:nvSpPr>
          <p:cNvPr id="16" name="TextBox 39">
            <a:extLst>
              <a:ext uri="{FF2B5EF4-FFF2-40B4-BE49-F238E27FC236}">
                <a16:creationId xmlns:a16="http://schemas.microsoft.com/office/drawing/2014/main" id="{390AD5D2-34B6-F393-2658-3EEDE114B95A}"/>
              </a:ext>
            </a:extLst>
          </p:cNvPr>
          <p:cNvSpPr txBox="1"/>
          <p:nvPr/>
        </p:nvSpPr>
        <p:spPr>
          <a:xfrm>
            <a:off x="8757665" y="6334413"/>
            <a:ext cx="2933160" cy="384721"/>
          </a:xfrm>
          <a:prstGeom prst="rect">
            <a:avLst/>
          </a:prstGeom>
          <a:noFill/>
        </p:spPr>
        <p:txBody>
          <a:bodyPr wrap="square" lIns="0" tIns="0" rIns="0" bIns="0" rtlCol="0">
            <a:spAutoFit/>
          </a:bodyPr>
          <a:lstStyle/>
          <a:p>
            <a:pPr marL="0" marR="0" lvl="0" indent="0" algn="l" defTabSz="1088776" rtl="0" eaLnBrk="1" fontAlgn="base" latinLnBrk="0" hangingPunct="1">
              <a:lnSpc>
                <a:spcPct val="100000"/>
              </a:lnSpc>
              <a:spcBef>
                <a:spcPct val="50000"/>
              </a:spcBef>
              <a:spcAft>
                <a:spcPct val="0"/>
              </a:spcAft>
              <a:buClr>
                <a:srgbClr val="000000"/>
              </a:buClr>
              <a:buSzPct val="100000"/>
              <a:buFontTx/>
              <a:buNone/>
              <a:tabLst/>
              <a:defRPr/>
            </a:pPr>
            <a:r>
              <a:rPr kumimoji="0" lang="en-GB" sz="1000" b="0" i="1" u="none" strike="noStrike" kern="0" cap="none" spc="0" normalizeH="0" baseline="0" noProof="0">
                <a:ln>
                  <a:noFill/>
                </a:ln>
                <a:solidFill>
                  <a:schemeClr val="tx1">
                    <a:lumMod val="50000"/>
                    <a:lumOff val="50000"/>
                  </a:schemeClr>
                </a:solidFill>
                <a:effectLst/>
                <a:uLnTx/>
                <a:uFillTx/>
                <a:latin typeface="72 Brand" panose="020B0504030603020204" pitchFamily="34" charset="0"/>
                <a:ea typeface="Arial Unicode MS" pitchFamily="34" charset="-128"/>
                <a:cs typeface="Arial Unicode MS" pitchFamily="34" charset="-128"/>
              </a:rPr>
              <a:t>*available on </a:t>
            </a:r>
            <a:r>
              <a:rPr kumimoji="0" lang="en-GB" sz="1000" b="0" i="1" u="none" strike="noStrike" kern="0" cap="none" spc="0" normalizeH="0" baseline="0" noProof="0">
                <a:ln>
                  <a:noFill/>
                </a:ln>
                <a:solidFill>
                  <a:schemeClr val="tx1">
                    <a:lumMod val="50000"/>
                    <a:lumOff val="50000"/>
                  </a:schemeClr>
                </a:solidFill>
                <a:effectLst/>
                <a:uLnTx/>
                <a:uFillTx/>
                <a:latin typeface="72 Brand" panose="020B0504030603020204" pitchFamily="34" charset="0"/>
                <a:ea typeface="Arial Unicode MS" pitchFamily="34" charset="-128"/>
                <a:cs typeface="Arial Unicode MS" pitchFamily="34" charset="-128"/>
                <a:hlinkClick r:id="rId3">
                  <a:extLst>
                    <a:ext uri="{A12FA001-AC4F-418D-AE19-62706E023703}">
                      <ahyp:hlinkClr xmlns:ahyp="http://schemas.microsoft.com/office/drawing/2018/hyperlinkcolor" val="tx"/>
                    </a:ext>
                  </a:extLst>
                </a:hlinkClick>
              </a:rPr>
              <a:t>SAP Business Accelerator Hub</a:t>
            </a:r>
            <a:r>
              <a:rPr kumimoji="0" lang="en-GB" sz="1000" b="0" i="1" u="none" strike="noStrike" kern="0" cap="none" spc="0" normalizeH="0" baseline="0" noProof="0">
                <a:ln>
                  <a:noFill/>
                </a:ln>
                <a:solidFill>
                  <a:schemeClr val="tx1">
                    <a:lumMod val="50000"/>
                    <a:lumOff val="50000"/>
                  </a:schemeClr>
                </a:solidFill>
                <a:effectLst/>
                <a:uLnTx/>
                <a:uFillTx/>
                <a:latin typeface="72 Brand" panose="020B0504030603020204" pitchFamily="34" charset="0"/>
                <a:ea typeface="Arial Unicode MS" pitchFamily="34" charset="-128"/>
                <a:cs typeface="Arial Unicode MS" pitchFamily="34" charset="-128"/>
              </a:rPr>
              <a:t> </a:t>
            </a:r>
          </a:p>
          <a:p>
            <a:pPr marL="0" marR="0" lvl="0" indent="0" algn="l" defTabSz="1088776" rtl="0" eaLnBrk="1" fontAlgn="base" latinLnBrk="0" hangingPunct="1">
              <a:lnSpc>
                <a:spcPct val="100000"/>
              </a:lnSpc>
              <a:spcBef>
                <a:spcPct val="50000"/>
              </a:spcBef>
              <a:spcAft>
                <a:spcPct val="0"/>
              </a:spcAft>
              <a:buClr>
                <a:srgbClr val="000000"/>
              </a:buClr>
              <a:buSzPct val="100000"/>
              <a:buFontTx/>
              <a:buNone/>
              <a:tabLst/>
              <a:defRPr/>
            </a:pPr>
            <a:r>
              <a:rPr kumimoji="0" lang="en-GB" sz="1000" b="0" i="1" u="none" strike="noStrike" kern="0" cap="none" spc="0" normalizeH="0" baseline="0" noProof="0">
                <a:ln>
                  <a:noFill/>
                </a:ln>
                <a:solidFill>
                  <a:schemeClr val="tx1">
                    <a:lumMod val="50000"/>
                    <a:lumOff val="50000"/>
                  </a:schemeClr>
                </a:solidFill>
                <a:effectLst/>
                <a:uLnTx/>
                <a:uFillTx/>
                <a:latin typeface="72 Brand" panose="020B0504030603020204" pitchFamily="34" charset="0"/>
                <a:ea typeface="Arial Unicode MS" pitchFamily="34" charset="-128"/>
                <a:cs typeface="Arial Unicode MS" pitchFamily="34" charset="-128"/>
              </a:rPr>
              <a:t>**available in </a:t>
            </a:r>
            <a:r>
              <a:rPr kumimoji="0" lang="en-GB" sz="1000" b="0" i="1" u="none" strike="noStrike" kern="0" cap="none" spc="0" normalizeH="0" baseline="0" noProof="0">
                <a:ln>
                  <a:noFill/>
                </a:ln>
                <a:solidFill>
                  <a:schemeClr val="tx1">
                    <a:lumMod val="50000"/>
                    <a:lumOff val="50000"/>
                  </a:schemeClr>
                </a:solidFill>
                <a:effectLst/>
                <a:uLnTx/>
                <a:uFillTx/>
                <a:latin typeface="72 Brand" panose="020B0504030603020204" pitchFamily="34" charset="0"/>
                <a:ea typeface="Arial Unicode MS" pitchFamily="34" charset="-128"/>
                <a:cs typeface="Arial Unicode MS" pitchFamily="34" charset="-128"/>
                <a:hlinkClick r:id="rId4">
                  <a:extLst>
                    <a:ext uri="{A12FA001-AC4F-418D-AE19-62706E023703}">
                      <ahyp:hlinkClr xmlns:ahyp="http://schemas.microsoft.com/office/drawing/2018/hyperlinkcolor" val="tx"/>
                    </a:ext>
                  </a:extLst>
                </a:hlinkClick>
              </a:rPr>
              <a:t>Cloudification Repository Viewer</a:t>
            </a:r>
            <a:endParaRPr kumimoji="0" lang="de-DE" sz="1000" b="0" i="1" u="none" strike="noStrike" kern="0" cap="none" spc="0" normalizeH="0" baseline="0" noProof="0">
              <a:ln>
                <a:noFill/>
              </a:ln>
              <a:solidFill>
                <a:schemeClr val="tx1">
                  <a:lumMod val="50000"/>
                  <a:lumOff val="50000"/>
                </a:schemeClr>
              </a:solidFill>
              <a:effectLst/>
              <a:uLnTx/>
              <a:uFillTx/>
              <a:latin typeface="72 Brand" panose="020B0504030603020204" pitchFamily="34" charset="0"/>
              <a:ea typeface="Arial Unicode MS" pitchFamily="34" charset="-128"/>
              <a:cs typeface="Arial Unicode MS" pitchFamily="34" charset="-128"/>
            </a:endParaRPr>
          </a:p>
        </p:txBody>
      </p:sp>
      <p:sp>
        <p:nvSpPr>
          <p:cNvPr id="2" name="Rectangle: Rounded Corners 1">
            <a:extLst>
              <a:ext uri="{FF2B5EF4-FFF2-40B4-BE49-F238E27FC236}">
                <a16:creationId xmlns:a16="http://schemas.microsoft.com/office/drawing/2014/main" id="{A237ECF5-0FD8-33E7-1979-DBE95F37771D}"/>
              </a:ext>
            </a:extLst>
          </p:cNvPr>
          <p:cNvSpPr/>
          <p:nvPr/>
        </p:nvSpPr>
        <p:spPr bwMode="gray">
          <a:xfrm>
            <a:off x="393700" y="1706247"/>
            <a:ext cx="1964148" cy="994203"/>
          </a:xfrm>
          <a:prstGeom prst="roundRect">
            <a:avLst>
              <a:gd name="adj" fmla="val 9055"/>
            </a:avLst>
          </a:prstGeom>
          <a:noFill/>
          <a:ln w="12700" algn="ctr">
            <a:solidFill>
              <a:srgbClr val="00144A"/>
            </a:solidFill>
            <a:miter lim="800000"/>
            <a:headEnd/>
            <a:tailEnd/>
          </a:ln>
        </p:spPr>
        <p:txBody>
          <a:bodyPr lIns="90000" tIns="72000" rIns="90000" bIns="72000" rtlCol="0" anchor="ctr"/>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endParaRPr kumimoji="0" lang="en-DE" sz="1800" b="0" i="0" u="none" strike="noStrike" kern="0" cap="none" spc="0" normalizeH="0" baseline="0" noProof="0">
              <a:ln>
                <a:noFill/>
              </a:ln>
              <a:solidFill>
                <a:srgbClr val="000000"/>
              </a:solidFill>
              <a:effectLst/>
              <a:uLnTx/>
              <a:uFillTx/>
              <a:latin typeface="72 Brand"/>
              <a:ea typeface="72 Brand" pitchFamily="34" charset="-128"/>
              <a:cs typeface="72 Brand" pitchFamily="34" charset="-128"/>
            </a:endParaRPr>
          </a:p>
        </p:txBody>
      </p:sp>
      <p:sp>
        <p:nvSpPr>
          <p:cNvPr id="17" name="Rectangle: Rounded Corners 16">
            <a:extLst>
              <a:ext uri="{FF2B5EF4-FFF2-40B4-BE49-F238E27FC236}">
                <a16:creationId xmlns:a16="http://schemas.microsoft.com/office/drawing/2014/main" id="{2E717AD2-8677-83A3-67DF-949CBF4CA597}"/>
              </a:ext>
            </a:extLst>
          </p:cNvPr>
          <p:cNvSpPr/>
          <p:nvPr/>
        </p:nvSpPr>
        <p:spPr bwMode="gray">
          <a:xfrm>
            <a:off x="393700" y="2924332"/>
            <a:ext cx="1964148" cy="789132"/>
          </a:xfrm>
          <a:prstGeom prst="roundRect">
            <a:avLst>
              <a:gd name="adj" fmla="val 11872"/>
            </a:avLst>
          </a:prstGeom>
          <a:noFill/>
          <a:ln w="12700" algn="ctr">
            <a:solidFill>
              <a:srgbClr val="002A86"/>
            </a:solidFill>
            <a:miter lim="800000"/>
            <a:headEnd/>
            <a:tailEnd/>
          </a:ln>
        </p:spPr>
        <p:txBody>
          <a:bodyPr lIns="90000" tIns="72000" rIns="90000" bIns="72000" rtlCol="0" anchor="ctr"/>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endParaRPr kumimoji="0" lang="en-DE" sz="1800" b="0" i="0" u="none" strike="noStrike" kern="0" cap="none" spc="0" normalizeH="0" baseline="0" noProof="0">
              <a:ln>
                <a:noFill/>
              </a:ln>
              <a:solidFill>
                <a:srgbClr val="000000"/>
              </a:solidFill>
              <a:effectLst/>
              <a:uLnTx/>
              <a:uFillTx/>
              <a:latin typeface="72 Brand"/>
              <a:ea typeface="72 Brand" pitchFamily="34" charset="-128"/>
              <a:cs typeface="72 Brand" pitchFamily="34" charset="-128"/>
            </a:endParaRPr>
          </a:p>
        </p:txBody>
      </p:sp>
      <p:sp>
        <p:nvSpPr>
          <p:cNvPr id="21" name="Rectangle 29">
            <a:extLst>
              <a:ext uri="{FF2B5EF4-FFF2-40B4-BE49-F238E27FC236}">
                <a16:creationId xmlns:a16="http://schemas.microsoft.com/office/drawing/2014/main" id="{7B6A9D29-8C55-4784-6AA9-5F7C1B47A15F}"/>
              </a:ext>
            </a:extLst>
          </p:cNvPr>
          <p:cNvSpPr/>
          <p:nvPr/>
        </p:nvSpPr>
        <p:spPr bwMode="gray">
          <a:xfrm>
            <a:off x="474513" y="5627994"/>
            <a:ext cx="1800000" cy="288000"/>
          </a:xfrm>
          <a:prstGeom prst="roundRect">
            <a:avLst/>
          </a:prstGeom>
          <a:solidFill>
            <a:srgbClr val="1B90FF"/>
          </a:solidFill>
          <a:ln w="19050" algn="ctr">
            <a:noFill/>
            <a:miter lim="800000"/>
            <a:headEnd/>
            <a:tailEnd/>
          </a:ln>
        </p:spPr>
        <p:txBody>
          <a:bodyPr lIns="90000" tIns="72000" rIns="90000" bIns="72000" rtlCol="0" anchor="ctr"/>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r>
              <a:rPr kumimoji="0" lang="en-GB" sz="900" b="0" i="0" u="none" strike="noStrike" kern="0" cap="none" spc="0" normalizeH="0" baseline="0" noProof="0">
                <a:ln>
                  <a:noFill/>
                </a:ln>
                <a:solidFill>
                  <a:schemeClr val="bg1"/>
                </a:solidFill>
                <a:effectLst/>
                <a:uLnTx/>
                <a:uFillTx/>
                <a:latin typeface="72 Brand"/>
                <a:ea typeface="+mn-ea"/>
                <a:cs typeface="+mn-cs"/>
              </a:rPr>
              <a:t>[Not recommended] SAP extension point / technology</a:t>
            </a:r>
            <a:endParaRPr kumimoji="0" lang="en-DE" sz="900" b="0" i="0" u="none" strike="noStrike" kern="0" cap="none" spc="0" normalizeH="0" baseline="0" noProof="0">
              <a:ln>
                <a:noFill/>
              </a:ln>
              <a:solidFill>
                <a:schemeClr val="bg1"/>
              </a:solidFill>
              <a:effectLst/>
              <a:uLnTx/>
              <a:uFillTx/>
              <a:latin typeface="72 Brand"/>
              <a:ea typeface="+mn-ea"/>
              <a:cs typeface="+mn-cs"/>
            </a:endParaRPr>
          </a:p>
        </p:txBody>
      </p:sp>
      <p:sp>
        <p:nvSpPr>
          <p:cNvPr id="26" name="Rectangle: Rounded Corners 25">
            <a:extLst>
              <a:ext uri="{FF2B5EF4-FFF2-40B4-BE49-F238E27FC236}">
                <a16:creationId xmlns:a16="http://schemas.microsoft.com/office/drawing/2014/main" id="{8E0D3BFF-9DA6-1962-E453-07D0C51180BB}"/>
              </a:ext>
            </a:extLst>
          </p:cNvPr>
          <p:cNvSpPr/>
          <p:nvPr/>
        </p:nvSpPr>
        <p:spPr bwMode="gray">
          <a:xfrm>
            <a:off x="393700" y="5210495"/>
            <a:ext cx="1964148" cy="789132"/>
          </a:xfrm>
          <a:prstGeom prst="roundRect">
            <a:avLst>
              <a:gd name="adj" fmla="val 13470"/>
            </a:avLst>
          </a:prstGeom>
          <a:noFill/>
          <a:ln w="12700" algn="ctr">
            <a:solidFill>
              <a:srgbClr val="1B90FF"/>
            </a:solidFill>
            <a:miter lim="800000"/>
            <a:headEnd/>
            <a:tailEnd/>
          </a:ln>
        </p:spPr>
        <p:txBody>
          <a:bodyPr lIns="90000" tIns="72000" rIns="90000" bIns="72000" rtlCol="0" anchor="ctr"/>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endParaRPr kumimoji="0" lang="en-DE" sz="1800" b="0" i="0" u="none" strike="noStrike" kern="0" cap="none" spc="0" normalizeH="0" baseline="0" noProof="0">
              <a:ln>
                <a:noFill/>
              </a:ln>
              <a:solidFill>
                <a:srgbClr val="000000"/>
              </a:solidFill>
              <a:effectLst/>
              <a:uLnTx/>
              <a:uFillTx/>
              <a:latin typeface="72 Brand"/>
              <a:ea typeface="72 Brand" pitchFamily="34" charset="-128"/>
              <a:cs typeface="72 Brand" pitchFamily="34" charset="-128"/>
            </a:endParaRPr>
          </a:p>
        </p:txBody>
      </p:sp>
      <p:sp>
        <p:nvSpPr>
          <p:cNvPr id="32" name="Rectangle: Rounded Corners 31">
            <a:extLst>
              <a:ext uri="{FF2B5EF4-FFF2-40B4-BE49-F238E27FC236}">
                <a16:creationId xmlns:a16="http://schemas.microsoft.com/office/drawing/2014/main" id="{8D161EA3-777A-A324-3431-E574F31D818E}"/>
              </a:ext>
            </a:extLst>
          </p:cNvPr>
          <p:cNvSpPr/>
          <p:nvPr/>
        </p:nvSpPr>
        <p:spPr bwMode="gray">
          <a:xfrm>
            <a:off x="393700" y="4282818"/>
            <a:ext cx="1964148" cy="387863"/>
          </a:xfrm>
          <a:prstGeom prst="roundRect">
            <a:avLst>
              <a:gd name="adj" fmla="val 19919"/>
            </a:avLst>
          </a:prstGeom>
          <a:noFill/>
          <a:ln w="12700" algn="ctr">
            <a:solidFill>
              <a:srgbClr val="0070F2"/>
            </a:solidFill>
            <a:miter lim="800000"/>
            <a:headEnd/>
            <a:tailEnd/>
          </a:ln>
        </p:spPr>
        <p:txBody>
          <a:bodyPr lIns="90000" tIns="72000" rIns="90000" bIns="72000" rtlCol="0" anchor="ctr"/>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endParaRPr kumimoji="0" lang="en-DE" sz="1800" b="0" i="0" u="none" strike="noStrike" kern="0" cap="none" spc="0" normalizeH="0" baseline="0" noProof="0">
              <a:ln>
                <a:noFill/>
              </a:ln>
              <a:solidFill>
                <a:srgbClr val="000000"/>
              </a:solidFill>
              <a:effectLst/>
              <a:uLnTx/>
              <a:uFillTx/>
              <a:latin typeface="72 Brand"/>
              <a:ea typeface="72 Brand" pitchFamily="34" charset="-128"/>
              <a:cs typeface="72 Brand" pitchFamily="34" charset="-128"/>
            </a:endParaRPr>
          </a:p>
        </p:txBody>
      </p:sp>
      <p:sp>
        <p:nvSpPr>
          <p:cNvPr id="20" name="TextBox 13">
            <a:extLst>
              <a:ext uri="{FF2B5EF4-FFF2-40B4-BE49-F238E27FC236}">
                <a16:creationId xmlns:a16="http://schemas.microsoft.com/office/drawing/2014/main" id="{248E5601-D7C2-E702-51DD-B9D159AB0DA4}"/>
              </a:ext>
            </a:extLst>
          </p:cNvPr>
          <p:cNvSpPr txBox="1"/>
          <p:nvPr/>
        </p:nvSpPr>
        <p:spPr>
          <a:xfrm>
            <a:off x="504349" y="6472913"/>
            <a:ext cx="4259293" cy="246221"/>
          </a:xfrm>
          <a:prstGeom prst="rect">
            <a:avLst/>
          </a:prstGeom>
          <a:noFill/>
        </p:spPr>
        <p:txBody>
          <a:bodyPr wrap="square" lIns="0" tIns="0" rIns="0" bIns="0" rtlCol="0">
            <a:spAutoFit/>
          </a:bodyPr>
          <a:lstStyle/>
          <a:p>
            <a:pPr fontAlgn="base">
              <a:spcBef>
                <a:spcPct val="50000"/>
              </a:spcBef>
              <a:spcAft>
                <a:spcPct val="0"/>
              </a:spcAft>
              <a:buClr>
                <a:schemeClr val="tx1"/>
              </a:buClr>
              <a:buSzPct val="100000"/>
            </a:pPr>
            <a:r>
              <a:rPr lang="en-US" sz="800" kern="0">
                <a:solidFill>
                  <a:schemeClr val="tx1">
                    <a:lumMod val="50000"/>
                    <a:lumOff val="50000"/>
                  </a:schemeClr>
                </a:solidFill>
                <a:latin typeface="72 Brand" panose="020B0504030603020204" pitchFamily="34" charset="0"/>
                <a:ea typeface="Arial Unicode MS" pitchFamily="34" charset="-128"/>
                <a:cs typeface="Arial Unicode MS" pitchFamily="34" charset="-128"/>
                <a:hlinkClick r:id="rId5">
                  <a:extLst>
                    <a:ext uri="{A12FA001-AC4F-418D-AE19-62706E023703}">
                      <ahyp:hlinkClr xmlns:ahyp="http://schemas.microsoft.com/office/drawing/2018/hyperlinkcolor" val="tx"/>
                    </a:ext>
                  </a:extLst>
                </a:hlinkClick>
              </a:rPr>
              <a:t>SAP Build</a:t>
            </a:r>
            <a:r>
              <a:rPr lang="en-US" sz="800" kern="0">
                <a:solidFill>
                  <a:schemeClr val="tx1">
                    <a:lumMod val="50000"/>
                    <a:lumOff val="50000"/>
                  </a:schemeClr>
                </a:solidFill>
                <a:latin typeface="72 Brand" panose="020B0504030603020204" pitchFamily="34" charset="0"/>
                <a:ea typeface="Arial Unicode MS" pitchFamily="34" charset="-128"/>
                <a:cs typeface="Arial Unicode MS" pitchFamily="34" charset="-128"/>
              </a:rPr>
              <a:t> includes AI-enhanced pro-code and low-code tools for on-stack and </a:t>
            </a:r>
            <a:br>
              <a:rPr lang="en-US" sz="800" kern="0">
                <a:solidFill>
                  <a:schemeClr val="tx1">
                    <a:lumMod val="50000"/>
                    <a:lumOff val="50000"/>
                  </a:schemeClr>
                </a:solidFill>
                <a:latin typeface="72 Brand" panose="020B0504030603020204" pitchFamily="34" charset="0"/>
                <a:ea typeface="Arial Unicode MS" pitchFamily="34" charset="-128"/>
                <a:cs typeface="Arial Unicode MS" pitchFamily="34" charset="-128"/>
              </a:rPr>
            </a:br>
            <a:r>
              <a:rPr lang="en-US" sz="800" kern="0">
                <a:solidFill>
                  <a:schemeClr val="tx1">
                    <a:lumMod val="50000"/>
                    <a:lumOff val="50000"/>
                  </a:schemeClr>
                </a:solidFill>
                <a:latin typeface="72 Brand" panose="020B0504030603020204" pitchFamily="34" charset="0"/>
                <a:ea typeface="Arial Unicode MS" pitchFamily="34" charset="-128"/>
                <a:cs typeface="Arial Unicode MS" pitchFamily="34" charset="-128"/>
              </a:rPr>
              <a:t>side-by-side application development and process automation. </a:t>
            </a:r>
          </a:p>
        </p:txBody>
      </p:sp>
      <p:cxnSp>
        <p:nvCxnSpPr>
          <p:cNvPr id="18" name="Straight Arrow Connector 67">
            <a:extLst>
              <a:ext uri="{FF2B5EF4-FFF2-40B4-BE49-F238E27FC236}">
                <a16:creationId xmlns:a16="http://schemas.microsoft.com/office/drawing/2014/main" id="{D5FE3BD9-9BCA-3C60-0AB3-47B8096F83EB}"/>
              </a:ext>
            </a:extLst>
          </p:cNvPr>
          <p:cNvCxnSpPr>
            <a:cxnSpLocks/>
          </p:cNvCxnSpPr>
          <p:nvPr/>
        </p:nvCxnSpPr>
        <p:spPr>
          <a:xfrm>
            <a:off x="5228748" y="1293501"/>
            <a:ext cx="237318" cy="0"/>
          </a:xfrm>
          <a:prstGeom prst="straightConnector1">
            <a:avLst/>
          </a:prstGeom>
          <a:ln w="12700">
            <a:solidFill>
              <a:schemeClr val="tx1"/>
            </a:solidFill>
            <a:headEnd type="arrow" w="lg" len="med"/>
            <a:tailEnd type="arrow" w="lg" len="med"/>
          </a:ln>
        </p:spPr>
        <p:style>
          <a:lnRef idx="1">
            <a:schemeClr val="accent1"/>
          </a:lnRef>
          <a:fillRef idx="0">
            <a:schemeClr val="accent1"/>
          </a:fillRef>
          <a:effectRef idx="0">
            <a:schemeClr val="accent1"/>
          </a:effectRef>
          <a:fontRef idx="minor">
            <a:schemeClr val="tx1"/>
          </a:fontRef>
        </p:style>
      </p:cxnSp>
      <p:cxnSp>
        <p:nvCxnSpPr>
          <p:cNvPr id="47" name="Straight Arrow Connector 67">
            <a:extLst>
              <a:ext uri="{FF2B5EF4-FFF2-40B4-BE49-F238E27FC236}">
                <a16:creationId xmlns:a16="http://schemas.microsoft.com/office/drawing/2014/main" id="{1755AEAF-792C-4E02-D70C-59F2CFAF0FDA}"/>
              </a:ext>
            </a:extLst>
          </p:cNvPr>
          <p:cNvCxnSpPr>
            <a:cxnSpLocks/>
          </p:cNvCxnSpPr>
          <p:nvPr/>
        </p:nvCxnSpPr>
        <p:spPr>
          <a:xfrm>
            <a:off x="3885850" y="2471070"/>
            <a:ext cx="0" cy="314238"/>
          </a:xfrm>
          <a:prstGeom prst="straightConnector1">
            <a:avLst/>
          </a:prstGeom>
          <a:ln w="12700">
            <a:solidFill>
              <a:schemeClr val="tx1"/>
            </a:solidFill>
            <a:headEnd type="none" w="lg" len="med"/>
            <a:tailEnd type="arrow" w="lg" len="med"/>
          </a:ln>
        </p:spPr>
        <p:style>
          <a:lnRef idx="1">
            <a:schemeClr val="accent1"/>
          </a:lnRef>
          <a:fillRef idx="0">
            <a:schemeClr val="accent1"/>
          </a:fillRef>
          <a:effectRef idx="0">
            <a:schemeClr val="accent1"/>
          </a:effectRef>
          <a:fontRef idx="minor">
            <a:schemeClr val="tx1"/>
          </a:fontRef>
        </p:style>
      </p:cxnSp>
      <p:cxnSp>
        <p:nvCxnSpPr>
          <p:cNvPr id="51" name="Straight Arrow Connector 67">
            <a:extLst>
              <a:ext uri="{FF2B5EF4-FFF2-40B4-BE49-F238E27FC236}">
                <a16:creationId xmlns:a16="http://schemas.microsoft.com/office/drawing/2014/main" id="{6A654815-277A-A701-9A67-CA0B6EF875D8}"/>
              </a:ext>
            </a:extLst>
          </p:cNvPr>
          <p:cNvCxnSpPr>
            <a:cxnSpLocks/>
          </p:cNvCxnSpPr>
          <p:nvPr/>
        </p:nvCxnSpPr>
        <p:spPr>
          <a:xfrm flipH="1">
            <a:off x="2357848" y="2225164"/>
            <a:ext cx="644047" cy="0"/>
          </a:xfrm>
          <a:prstGeom prst="straightConnector1">
            <a:avLst/>
          </a:prstGeom>
          <a:ln w="12700">
            <a:solidFill>
              <a:schemeClr val="tx1"/>
            </a:solidFill>
            <a:headEnd type="none" w="lg" len="med"/>
            <a:tailEnd type="arrow" w="lg" len="med"/>
          </a:ln>
        </p:spPr>
        <p:style>
          <a:lnRef idx="1">
            <a:schemeClr val="accent1"/>
          </a:lnRef>
          <a:fillRef idx="0">
            <a:schemeClr val="accent1"/>
          </a:fillRef>
          <a:effectRef idx="0">
            <a:schemeClr val="accent1"/>
          </a:effectRef>
          <a:fontRef idx="minor">
            <a:schemeClr val="tx1"/>
          </a:fontRef>
        </p:style>
      </p:cxnSp>
      <p:cxnSp>
        <p:nvCxnSpPr>
          <p:cNvPr id="53" name="Straight Arrow Connector 67">
            <a:extLst>
              <a:ext uri="{FF2B5EF4-FFF2-40B4-BE49-F238E27FC236}">
                <a16:creationId xmlns:a16="http://schemas.microsoft.com/office/drawing/2014/main" id="{386CBDF9-7546-39ED-22F3-016FBFEE2FD7}"/>
              </a:ext>
            </a:extLst>
          </p:cNvPr>
          <p:cNvCxnSpPr>
            <a:cxnSpLocks/>
            <a:endCxn id="17" idx="3"/>
          </p:cNvCxnSpPr>
          <p:nvPr/>
        </p:nvCxnSpPr>
        <p:spPr>
          <a:xfrm flipH="1" flipV="1">
            <a:off x="2357848" y="3318898"/>
            <a:ext cx="669504" cy="956"/>
          </a:xfrm>
          <a:prstGeom prst="straightConnector1">
            <a:avLst/>
          </a:prstGeom>
          <a:ln w="12700">
            <a:solidFill>
              <a:schemeClr val="tx1"/>
            </a:solidFill>
            <a:headEnd type="none" w="lg" len="med"/>
            <a:tailEnd type="arrow" w="lg" len="med"/>
          </a:ln>
        </p:spPr>
        <p:style>
          <a:lnRef idx="1">
            <a:schemeClr val="accent1"/>
          </a:lnRef>
          <a:fillRef idx="0">
            <a:schemeClr val="accent1"/>
          </a:fillRef>
          <a:effectRef idx="0">
            <a:schemeClr val="accent1"/>
          </a:effectRef>
          <a:fontRef idx="minor">
            <a:schemeClr val="tx1"/>
          </a:fontRef>
        </p:style>
      </p:cxnSp>
      <p:cxnSp>
        <p:nvCxnSpPr>
          <p:cNvPr id="54" name="Straight Arrow Connector 67">
            <a:extLst>
              <a:ext uri="{FF2B5EF4-FFF2-40B4-BE49-F238E27FC236}">
                <a16:creationId xmlns:a16="http://schemas.microsoft.com/office/drawing/2014/main" id="{03DBD60A-6E5D-B9AA-CD4D-ED6D27B38B9C}"/>
              </a:ext>
            </a:extLst>
          </p:cNvPr>
          <p:cNvCxnSpPr>
            <a:cxnSpLocks/>
          </p:cNvCxnSpPr>
          <p:nvPr/>
        </p:nvCxnSpPr>
        <p:spPr>
          <a:xfrm flipH="1">
            <a:off x="2357848" y="4473891"/>
            <a:ext cx="669504" cy="0"/>
          </a:xfrm>
          <a:prstGeom prst="straightConnector1">
            <a:avLst/>
          </a:prstGeom>
          <a:ln w="12700">
            <a:solidFill>
              <a:schemeClr val="tx1"/>
            </a:solidFill>
            <a:headEnd type="none" w="lg" len="med"/>
            <a:tailEnd type="arrow" w="lg" len="med"/>
          </a:ln>
        </p:spPr>
        <p:style>
          <a:lnRef idx="1">
            <a:schemeClr val="accent1"/>
          </a:lnRef>
          <a:fillRef idx="0">
            <a:schemeClr val="accent1"/>
          </a:fillRef>
          <a:effectRef idx="0">
            <a:schemeClr val="accent1"/>
          </a:effectRef>
          <a:fontRef idx="minor">
            <a:schemeClr val="tx1"/>
          </a:fontRef>
        </p:style>
      </p:cxnSp>
      <p:cxnSp>
        <p:nvCxnSpPr>
          <p:cNvPr id="55" name="Straight Arrow Connector 67">
            <a:extLst>
              <a:ext uri="{FF2B5EF4-FFF2-40B4-BE49-F238E27FC236}">
                <a16:creationId xmlns:a16="http://schemas.microsoft.com/office/drawing/2014/main" id="{2E75C0EB-794C-2E34-EBE0-9DAB0A764F17}"/>
              </a:ext>
            </a:extLst>
          </p:cNvPr>
          <p:cNvCxnSpPr>
            <a:cxnSpLocks/>
          </p:cNvCxnSpPr>
          <p:nvPr/>
        </p:nvCxnSpPr>
        <p:spPr>
          <a:xfrm flipH="1">
            <a:off x="2357848" y="5609008"/>
            <a:ext cx="669504" cy="18986"/>
          </a:xfrm>
          <a:prstGeom prst="straightConnector1">
            <a:avLst/>
          </a:prstGeom>
          <a:ln w="12700">
            <a:solidFill>
              <a:schemeClr val="tx1"/>
            </a:solidFill>
            <a:headEnd type="none" w="lg" len="med"/>
            <a:tailEnd type="arrow" w="lg" len="med"/>
          </a:ln>
        </p:spPr>
        <p:style>
          <a:lnRef idx="1">
            <a:schemeClr val="accent1"/>
          </a:lnRef>
          <a:fillRef idx="0">
            <a:schemeClr val="accent1"/>
          </a:fillRef>
          <a:effectRef idx="0">
            <a:schemeClr val="accent1"/>
          </a:effectRef>
          <a:fontRef idx="minor">
            <a:schemeClr val="tx1"/>
          </a:fontRef>
        </p:style>
      </p:cxnSp>
      <p:grpSp>
        <p:nvGrpSpPr>
          <p:cNvPr id="40" name="Gruppieren 39">
            <a:extLst>
              <a:ext uri="{FF2B5EF4-FFF2-40B4-BE49-F238E27FC236}">
                <a16:creationId xmlns:a16="http://schemas.microsoft.com/office/drawing/2014/main" id="{38A3B461-8994-A0A5-2B63-BCBEC3A3FDCE}"/>
              </a:ext>
            </a:extLst>
          </p:cNvPr>
          <p:cNvGrpSpPr/>
          <p:nvPr/>
        </p:nvGrpSpPr>
        <p:grpSpPr>
          <a:xfrm>
            <a:off x="2971405" y="2838911"/>
            <a:ext cx="1828768" cy="3174846"/>
            <a:chOff x="2971405" y="2876748"/>
            <a:chExt cx="1828768" cy="3093349"/>
          </a:xfrm>
        </p:grpSpPr>
        <p:sp>
          <p:nvSpPr>
            <p:cNvPr id="41" name="Rectangle 23">
              <a:extLst>
                <a:ext uri="{FF2B5EF4-FFF2-40B4-BE49-F238E27FC236}">
                  <a16:creationId xmlns:a16="http://schemas.microsoft.com/office/drawing/2014/main" id="{B07B38A4-CCC8-69EA-3881-5720E97FA236}"/>
                </a:ext>
              </a:extLst>
            </p:cNvPr>
            <p:cNvSpPr/>
            <p:nvPr/>
          </p:nvSpPr>
          <p:spPr bwMode="gray">
            <a:xfrm>
              <a:off x="2995390" y="2876748"/>
              <a:ext cx="1804783" cy="1027446"/>
            </a:xfrm>
            <a:prstGeom prst="round2SameRect">
              <a:avLst>
                <a:gd name="adj1" fmla="val 4853"/>
                <a:gd name="adj2" fmla="val 0"/>
              </a:avLst>
            </a:prstGeom>
            <a:solidFill>
              <a:srgbClr val="002A86"/>
            </a:solidFill>
            <a:ln w="19050" algn="ctr">
              <a:noFill/>
              <a:miter lim="800000"/>
              <a:headEnd/>
              <a:tailEnd/>
            </a:ln>
          </p:spPr>
          <p:txBody>
            <a:bodyPr lIns="90000" tIns="72000" rIns="90000" bIns="72000" rtlCol="0" anchor="t"/>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endParaRPr kumimoji="0" lang="en-GB" sz="900" b="0" i="0" u="none" strike="noStrike" kern="0" cap="none" spc="0" normalizeH="0" baseline="0" noProof="0">
                <a:ln>
                  <a:noFill/>
                </a:ln>
                <a:solidFill>
                  <a:schemeClr val="bg1"/>
                </a:solidFill>
                <a:effectLst/>
                <a:uLnTx/>
                <a:uFillTx/>
                <a:latin typeface="72 Brand"/>
                <a:ea typeface="72 Brand" pitchFamily="34" charset="-128"/>
                <a:cs typeface="72 Brand" pitchFamily="34" charset="-128"/>
              </a:endParaRPr>
            </a:p>
          </p:txBody>
        </p:sp>
        <p:sp>
          <p:nvSpPr>
            <p:cNvPr id="44" name="Rectangle 23">
              <a:extLst>
                <a:ext uri="{FF2B5EF4-FFF2-40B4-BE49-F238E27FC236}">
                  <a16:creationId xmlns:a16="http://schemas.microsoft.com/office/drawing/2014/main" id="{6C9FB363-00D5-CDC6-ABB5-65C1914F99EF}"/>
                </a:ext>
              </a:extLst>
            </p:cNvPr>
            <p:cNvSpPr/>
            <p:nvPr/>
          </p:nvSpPr>
          <p:spPr bwMode="gray">
            <a:xfrm>
              <a:off x="2971405" y="2953533"/>
              <a:ext cx="1800000" cy="363917"/>
            </a:xfrm>
            <a:prstGeom prst="rect">
              <a:avLst/>
            </a:prstGeom>
            <a:noFill/>
            <a:ln w="19050" algn="ctr">
              <a:noFill/>
              <a:miter lim="800000"/>
              <a:headEnd/>
              <a:tailEnd/>
            </a:ln>
          </p:spPr>
          <p:txBody>
            <a:bodyPr lIns="90000" tIns="72000" rIns="90000" bIns="72000" rtlCol="0" anchor="t"/>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r>
                <a:rPr kumimoji="0" lang="en-GB" sz="1050" b="0" i="0" u="none" strike="noStrike" kern="0" cap="none" spc="0" normalizeH="0" baseline="0" noProof="0">
                  <a:ln>
                    <a:noFill/>
                  </a:ln>
                  <a:solidFill>
                    <a:schemeClr val="bg1"/>
                  </a:solidFill>
                  <a:effectLst/>
                  <a:uLnTx/>
                  <a:uFillTx/>
                  <a:latin typeface="72 Brand"/>
                  <a:ea typeface="72 Brand" pitchFamily="34" charset="-128"/>
                  <a:cs typeface="72 Brand" pitchFamily="34" charset="-128"/>
                </a:rPr>
                <a:t>Extend with classic </a:t>
              </a:r>
              <a:br>
                <a:rPr kumimoji="0" lang="en-GB" sz="1050" b="0" i="0" u="none" strike="noStrike" kern="0" cap="none" spc="0" normalizeH="0" baseline="0" noProof="0">
                  <a:ln>
                    <a:noFill/>
                  </a:ln>
                  <a:solidFill>
                    <a:schemeClr val="bg1"/>
                  </a:solidFill>
                  <a:effectLst/>
                  <a:uLnTx/>
                  <a:uFillTx/>
                  <a:latin typeface="72 Brand"/>
                  <a:ea typeface="72 Brand" pitchFamily="34" charset="-128"/>
                  <a:cs typeface="72 Brand" pitchFamily="34" charset="-128"/>
                </a:rPr>
              </a:br>
              <a:r>
                <a:rPr kumimoji="0" lang="en-GB" sz="1050" b="0" i="0" u="none" strike="noStrike" kern="0" cap="none" spc="0" normalizeH="0" baseline="0" noProof="0">
                  <a:ln>
                    <a:noFill/>
                  </a:ln>
                  <a:solidFill>
                    <a:schemeClr val="bg1"/>
                  </a:solidFill>
                  <a:effectLst/>
                  <a:uLnTx/>
                  <a:uFillTx/>
                  <a:latin typeface="72 Brand"/>
                  <a:ea typeface="72 Brand" pitchFamily="34" charset="-128"/>
                  <a:cs typeface="72 Brand" pitchFamily="34" charset="-128"/>
                </a:rPr>
                <a:t>ABAP</a:t>
              </a:r>
            </a:p>
          </p:txBody>
        </p:sp>
        <p:sp>
          <p:nvSpPr>
            <p:cNvPr id="45" name="Rectangle 23">
              <a:extLst>
                <a:ext uri="{FF2B5EF4-FFF2-40B4-BE49-F238E27FC236}">
                  <a16:creationId xmlns:a16="http://schemas.microsoft.com/office/drawing/2014/main" id="{9E4FAB70-A3C6-771E-F2F4-C5C922D26FDE}"/>
                </a:ext>
              </a:extLst>
            </p:cNvPr>
            <p:cNvSpPr/>
            <p:nvPr/>
          </p:nvSpPr>
          <p:spPr bwMode="gray">
            <a:xfrm flipV="1">
              <a:off x="2995390" y="4961675"/>
              <a:ext cx="1804783" cy="1008422"/>
            </a:xfrm>
            <a:prstGeom prst="round2SameRect">
              <a:avLst>
                <a:gd name="adj1" fmla="val 4853"/>
                <a:gd name="adj2" fmla="val 0"/>
              </a:avLst>
            </a:prstGeom>
            <a:solidFill>
              <a:srgbClr val="1B90FF"/>
            </a:solidFill>
            <a:ln w="19050" algn="ctr">
              <a:noFill/>
              <a:miter lim="800000"/>
              <a:headEnd/>
              <a:tailEnd/>
            </a:ln>
          </p:spPr>
          <p:txBody>
            <a:bodyPr lIns="90000" tIns="72000" rIns="90000" bIns="72000" rtlCol="0" anchor="t"/>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endParaRPr kumimoji="0" lang="en-GB" sz="900" b="0" i="0" u="none" strike="noStrike" kern="0" cap="none" spc="0" normalizeH="0" baseline="0" noProof="0">
                <a:ln>
                  <a:noFill/>
                </a:ln>
                <a:solidFill>
                  <a:schemeClr val="bg1"/>
                </a:solidFill>
                <a:effectLst/>
                <a:uLnTx/>
                <a:uFillTx/>
                <a:latin typeface="72 Brand"/>
                <a:ea typeface="72 Brand" pitchFamily="34" charset="-128"/>
                <a:cs typeface="72 Brand" pitchFamily="34" charset="-128"/>
              </a:endParaRPr>
            </a:p>
          </p:txBody>
        </p:sp>
        <p:sp>
          <p:nvSpPr>
            <p:cNvPr id="46" name="Rectangle 23">
              <a:extLst>
                <a:ext uri="{FF2B5EF4-FFF2-40B4-BE49-F238E27FC236}">
                  <a16:creationId xmlns:a16="http://schemas.microsoft.com/office/drawing/2014/main" id="{5CE4BE2E-BE66-9F3E-0015-A6FA95EC91D5}"/>
                </a:ext>
              </a:extLst>
            </p:cNvPr>
            <p:cNvSpPr/>
            <p:nvPr/>
          </p:nvSpPr>
          <p:spPr bwMode="gray">
            <a:xfrm>
              <a:off x="2995391" y="3904197"/>
              <a:ext cx="1804782" cy="1058470"/>
            </a:xfrm>
            <a:prstGeom prst="rect">
              <a:avLst/>
            </a:prstGeom>
            <a:solidFill>
              <a:srgbClr val="0070F2"/>
            </a:solidFill>
            <a:ln w="19050" algn="ctr">
              <a:noFill/>
              <a:miter lim="800000"/>
              <a:headEnd/>
              <a:tailEnd/>
            </a:ln>
          </p:spPr>
          <p:txBody>
            <a:bodyPr lIns="90000" tIns="72000" rIns="90000" bIns="72000" rtlCol="0" anchor="t"/>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endParaRPr kumimoji="0" lang="en-GB" sz="900" b="0" i="0" u="none" strike="noStrike" kern="0" cap="none" spc="0" normalizeH="0" baseline="0" noProof="0">
                <a:ln>
                  <a:noFill/>
                </a:ln>
                <a:solidFill>
                  <a:schemeClr val="bg1"/>
                </a:solidFill>
                <a:effectLst/>
                <a:uLnTx/>
                <a:uFillTx/>
                <a:latin typeface="72 Brand"/>
                <a:ea typeface="72 Brand" pitchFamily="34" charset="-128"/>
                <a:cs typeface="72 Brand" pitchFamily="34" charset="-128"/>
              </a:endParaRPr>
            </a:p>
          </p:txBody>
        </p:sp>
      </p:grpSp>
      <p:sp>
        <p:nvSpPr>
          <p:cNvPr id="85" name="Rectangle 23">
            <a:extLst>
              <a:ext uri="{FF2B5EF4-FFF2-40B4-BE49-F238E27FC236}">
                <a16:creationId xmlns:a16="http://schemas.microsoft.com/office/drawing/2014/main" id="{8919CD44-99EC-8C3F-84CA-7422D5775269}"/>
              </a:ext>
            </a:extLst>
          </p:cNvPr>
          <p:cNvSpPr/>
          <p:nvPr/>
        </p:nvSpPr>
        <p:spPr bwMode="gray">
          <a:xfrm>
            <a:off x="2996058" y="1762590"/>
            <a:ext cx="1800000" cy="810092"/>
          </a:xfrm>
          <a:prstGeom prst="roundRect">
            <a:avLst/>
          </a:prstGeom>
          <a:solidFill>
            <a:srgbClr val="00144A"/>
          </a:solidFill>
          <a:ln w="19050" algn="ctr">
            <a:noFill/>
            <a:miter lim="800000"/>
            <a:headEnd/>
            <a:tailEnd/>
          </a:ln>
        </p:spPr>
        <p:txBody>
          <a:bodyPr lIns="90000" tIns="72000" rIns="90000" bIns="72000" rtlCol="0" anchor="ctr"/>
          <a:lstStyle/>
          <a:p>
            <a:pPr lvl="0" algn="ctr" defTabSz="914400" fontAlgn="base">
              <a:spcBef>
                <a:spcPct val="50000"/>
              </a:spcBef>
              <a:spcAft>
                <a:spcPct val="0"/>
              </a:spcAft>
              <a:buClr>
                <a:srgbClr val="F0AB00"/>
              </a:buClr>
              <a:buSzPct val="80000"/>
              <a:defRPr/>
            </a:pPr>
            <a:r>
              <a:rPr lang="en-US" sz="1050" kern="0" dirty="0">
                <a:solidFill>
                  <a:schemeClr val="bg1"/>
                </a:solidFill>
                <a:latin typeface="72 Brand"/>
              </a:rPr>
              <a:t>Extend with ABAP Cloud (SAP Build)</a:t>
            </a:r>
            <a:endParaRPr lang="en-DE" sz="1050" kern="0">
              <a:solidFill>
                <a:schemeClr val="bg1"/>
              </a:solidFill>
              <a:latin typeface="72 Brand"/>
            </a:endParaRPr>
          </a:p>
        </p:txBody>
      </p:sp>
      <p:cxnSp>
        <p:nvCxnSpPr>
          <p:cNvPr id="61" name="Straight Connector 1">
            <a:extLst>
              <a:ext uri="{FF2B5EF4-FFF2-40B4-BE49-F238E27FC236}">
                <a16:creationId xmlns:a16="http://schemas.microsoft.com/office/drawing/2014/main" id="{5D2DAA36-AC94-7CE5-28D0-6303A4053A2E}"/>
              </a:ext>
            </a:extLst>
          </p:cNvPr>
          <p:cNvCxnSpPr>
            <a:cxnSpLocks/>
          </p:cNvCxnSpPr>
          <p:nvPr/>
        </p:nvCxnSpPr>
        <p:spPr>
          <a:xfrm>
            <a:off x="7796993" y="3892959"/>
            <a:ext cx="3920013" cy="0"/>
          </a:xfrm>
          <a:prstGeom prst="line">
            <a:avLst/>
          </a:prstGeom>
          <a:ln w="19050">
            <a:solidFill>
              <a:schemeClr val="tx1"/>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62" name="Straight Connector 18">
            <a:extLst>
              <a:ext uri="{FF2B5EF4-FFF2-40B4-BE49-F238E27FC236}">
                <a16:creationId xmlns:a16="http://schemas.microsoft.com/office/drawing/2014/main" id="{31B71E60-A4AB-FBA6-A37D-7372F78219DB}"/>
              </a:ext>
            </a:extLst>
          </p:cNvPr>
          <p:cNvCxnSpPr>
            <a:cxnSpLocks/>
          </p:cNvCxnSpPr>
          <p:nvPr/>
        </p:nvCxnSpPr>
        <p:spPr>
          <a:xfrm>
            <a:off x="7256206" y="4980571"/>
            <a:ext cx="4454961" cy="0"/>
          </a:xfrm>
          <a:prstGeom prst="line">
            <a:avLst/>
          </a:prstGeom>
          <a:ln w="19050">
            <a:solidFill>
              <a:schemeClr val="tx1"/>
            </a:solidFill>
            <a:prstDash val="solid"/>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63" name="Straight Connector 18">
            <a:extLst>
              <a:ext uri="{FF2B5EF4-FFF2-40B4-BE49-F238E27FC236}">
                <a16:creationId xmlns:a16="http://schemas.microsoft.com/office/drawing/2014/main" id="{12EFD276-9D3D-C6CE-981D-DAFA5C64C0A4}"/>
              </a:ext>
            </a:extLst>
          </p:cNvPr>
          <p:cNvCxnSpPr>
            <a:cxnSpLocks/>
          </p:cNvCxnSpPr>
          <p:nvPr/>
        </p:nvCxnSpPr>
        <p:spPr>
          <a:xfrm>
            <a:off x="5237566" y="4980571"/>
            <a:ext cx="2018640" cy="0"/>
          </a:xfrm>
          <a:prstGeom prst="line">
            <a:avLst/>
          </a:prstGeom>
          <a:ln w="19050">
            <a:solidFill>
              <a:schemeClr val="bg1"/>
            </a:solidFill>
            <a:prstDash val="solid"/>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64" name="Straight Connector 1">
            <a:extLst>
              <a:ext uri="{FF2B5EF4-FFF2-40B4-BE49-F238E27FC236}">
                <a16:creationId xmlns:a16="http://schemas.microsoft.com/office/drawing/2014/main" id="{A070C425-975F-DAAB-41D1-DBCF056E9AC0}"/>
              </a:ext>
            </a:extLst>
          </p:cNvPr>
          <p:cNvCxnSpPr>
            <a:cxnSpLocks/>
          </p:cNvCxnSpPr>
          <p:nvPr/>
        </p:nvCxnSpPr>
        <p:spPr>
          <a:xfrm>
            <a:off x="3001895" y="3892959"/>
            <a:ext cx="1793496" cy="0"/>
          </a:xfrm>
          <a:prstGeom prst="line">
            <a:avLst/>
          </a:prstGeom>
          <a:ln w="19050">
            <a:solidFill>
              <a:schemeClr val="bg1"/>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68" name="Straight Connector 18">
            <a:extLst>
              <a:ext uri="{FF2B5EF4-FFF2-40B4-BE49-F238E27FC236}">
                <a16:creationId xmlns:a16="http://schemas.microsoft.com/office/drawing/2014/main" id="{EC75D495-893E-7CEF-2CD9-59304269FABE}"/>
              </a:ext>
            </a:extLst>
          </p:cNvPr>
          <p:cNvCxnSpPr>
            <a:cxnSpLocks/>
          </p:cNvCxnSpPr>
          <p:nvPr/>
        </p:nvCxnSpPr>
        <p:spPr>
          <a:xfrm>
            <a:off x="285135" y="4980571"/>
            <a:ext cx="2710255" cy="0"/>
          </a:xfrm>
          <a:prstGeom prst="line">
            <a:avLst/>
          </a:prstGeom>
          <a:ln w="19050">
            <a:solidFill>
              <a:schemeClr val="tx1"/>
            </a:solidFill>
            <a:prstDash val="solid"/>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71" name="Straight Connector 1">
            <a:extLst>
              <a:ext uri="{FF2B5EF4-FFF2-40B4-BE49-F238E27FC236}">
                <a16:creationId xmlns:a16="http://schemas.microsoft.com/office/drawing/2014/main" id="{C879A8EC-9B9E-6D3C-0CC9-9D5AEFC690C4}"/>
              </a:ext>
            </a:extLst>
          </p:cNvPr>
          <p:cNvCxnSpPr>
            <a:cxnSpLocks/>
          </p:cNvCxnSpPr>
          <p:nvPr/>
        </p:nvCxnSpPr>
        <p:spPr>
          <a:xfrm>
            <a:off x="285240" y="3892959"/>
            <a:ext cx="2686165" cy="0"/>
          </a:xfrm>
          <a:prstGeom prst="line">
            <a:avLst/>
          </a:prstGeom>
          <a:ln w="19050">
            <a:solidFill>
              <a:schemeClr val="tx1"/>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9" name="Straight Connector 18">
            <a:extLst>
              <a:ext uri="{FF2B5EF4-FFF2-40B4-BE49-F238E27FC236}">
                <a16:creationId xmlns:a16="http://schemas.microsoft.com/office/drawing/2014/main" id="{A3406065-5758-657F-8754-E3A807BAA7F7}"/>
              </a:ext>
            </a:extLst>
          </p:cNvPr>
          <p:cNvCxnSpPr>
            <a:cxnSpLocks/>
          </p:cNvCxnSpPr>
          <p:nvPr/>
        </p:nvCxnSpPr>
        <p:spPr>
          <a:xfrm>
            <a:off x="4795391" y="4979785"/>
            <a:ext cx="442175" cy="0"/>
          </a:xfrm>
          <a:prstGeom prst="line">
            <a:avLst/>
          </a:prstGeom>
          <a:ln w="19050">
            <a:solidFill>
              <a:schemeClr val="tx1"/>
            </a:solidFill>
            <a:prstDash val="solid"/>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F2BF6C5F-8567-3935-8F96-26C7271DF158}"/>
              </a:ext>
            </a:extLst>
          </p:cNvPr>
          <p:cNvCxnSpPr>
            <a:cxnSpLocks/>
          </p:cNvCxnSpPr>
          <p:nvPr/>
        </p:nvCxnSpPr>
        <p:spPr>
          <a:xfrm flipV="1">
            <a:off x="2995390" y="4979785"/>
            <a:ext cx="1800001" cy="786"/>
          </a:xfrm>
          <a:prstGeom prst="line">
            <a:avLst/>
          </a:prstGeom>
          <a:ln w="19050">
            <a:solidFill>
              <a:schemeClr val="bg1"/>
            </a:solidFill>
            <a:prstDash val="solid"/>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25" name="Straight Connector 1">
            <a:extLst>
              <a:ext uri="{FF2B5EF4-FFF2-40B4-BE49-F238E27FC236}">
                <a16:creationId xmlns:a16="http://schemas.microsoft.com/office/drawing/2014/main" id="{AD448358-270B-5AF4-2F43-B64A52B8D8B2}"/>
              </a:ext>
            </a:extLst>
          </p:cNvPr>
          <p:cNvCxnSpPr>
            <a:cxnSpLocks/>
          </p:cNvCxnSpPr>
          <p:nvPr/>
        </p:nvCxnSpPr>
        <p:spPr>
          <a:xfrm>
            <a:off x="5237566" y="3892959"/>
            <a:ext cx="2546538" cy="0"/>
          </a:xfrm>
          <a:prstGeom prst="line">
            <a:avLst/>
          </a:prstGeom>
          <a:ln w="19050">
            <a:solidFill>
              <a:schemeClr val="bg1"/>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28" name="Straight Connector 1">
            <a:extLst>
              <a:ext uri="{FF2B5EF4-FFF2-40B4-BE49-F238E27FC236}">
                <a16:creationId xmlns:a16="http://schemas.microsoft.com/office/drawing/2014/main" id="{DE121B1F-F12B-6BD8-1869-F278A91732D5}"/>
              </a:ext>
            </a:extLst>
          </p:cNvPr>
          <p:cNvCxnSpPr>
            <a:cxnSpLocks/>
          </p:cNvCxnSpPr>
          <p:nvPr/>
        </p:nvCxnSpPr>
        <p:spPr>
          <a:xfrm>
            <a:off x="4795391" y="3892959"/>
            <a:ext cx="442175" cy="0"/>
          </a:xfrm>
          <a:prstGeom prst="line">
            <a:avLst/>
          </a:prstGeom>
          <a:ln w="19050">
            <a:solidFill>
              <a:schemeClr val="tx1"/>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497588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500"/>
                                        <p:tgtEl>
                                          <p:spTgt spid="12"/>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500"/>
                                        <p:tgtEl>
                                          <p:spTgt spid="14"/>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500"/>
                                        <p:tgtEl>
                                          <p:spTgt spid="15"/>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02"/>
                                        </p:tgtEl>
                                        <p:attrNameLst>
                                          <p:attrName>style.visibility</p:attrName>
                                        </p:attrNameLst>
                                      </p:cBhvr>
                                      <p:to>
                                        <p:strVal val="visible"/>
                                      </p:to>
                                    </p:set>
                                    <p:animEffect transition="in" filter="fade">
                                      <p:cBhvr>
                                        <p:cTn id="21" dur="500"/>
                                        <p:tgtEl>
                                          <p:spTgt spid="102"/>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103"/>
                                        </p:tgtEl>
                                        <p:attrNameLst>
                                          <p:attrName>style.visibility</p:attrName>
                                        </p:attrNameLst>
                                      </p:cBhvr>
                                      <p:to>
                                        <p:strVal val="visible"/>
                                      </p:to>
                                    </p:set>
                                    <p:animEffect transition="in" filter="fade">
                                      <p:cBhvr>
                                        <p:cTn id="26" dur="500"/>
                                        <p:tgtEl>
                                          <p:spTgt spid="10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104"/>
                                        </p:tgtEl>
                                        <p:attrNameLst>
                                          <p:attrName>style.visibility</p:attrName>
                                        </p:attrNameLst>
                                      </p:cBhvr>
                                      <p:to>
                                        <p:strVal val="visible"/>
                                      </p:to>
                                    </p:set>
                                    <p:animEffect transition="in" filter="fade">
                                      <p:cBhvr>
                                        <p:cTn id="31" dur="500"/>
                                        <p:tgtEl>
                                          <p:spTgt spid="104"/>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106"/>
                                        </p:tgtEl>
                                        <p:attrNameLst>
                                          <p:attrName>style.visibility</p:attrName>
                                        </p:attrNameLst>
                                      </p:cBhvr>
                                      <p:to>
                                        <p:strVal val="visible"/>
                                      </p:to>
                                    </p:set>
                                    <p:animEffect transition="in" filter="fade">
                                      <p:cBhvr>
                                        <p:cTn id="36" dur="500"/>
                                        <p:tgtEl>
                                          <p:spTgt spid="106"/>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07"/>
                                        </p:tgtEl>
                                        <p:attrNameLst>
                                          <p:attrName>style.visibility</p:attrName>
                                        </p:attrNameLst>
                                      </p:cBhvr>
                                      <p:to>
                                        <p:strVal val="visible"/>
                                      </p:to>
                                    </p:set>
                                    <p:animEffect transition="in" filter="fade">
                                      <p:cBhvr>
                                        <p:cTn id="41" dur="500"/>
                                        <p:tgtEl>
                                          <p:spTgt spid="107"/>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08"/>
                                        </p:tgtEl>
                                        <p:attrNameLst>
                                          <p:attrName>style.visibility</p:attrName>
                                        </p:attrNameLst>
                                      </p:cBhvr>
                                      <p:to>
                                        <p:strVal val="visible"/>
                                      </p:to>
                                    </p:set>
                                    <p:animEffect transition="in" filter="fade">
                                      <p:cBhvr>
                                        <p:cTn id="46" dur="500"/>
                                        <p:tgtEl>
                                          <p:spTgt spid="108"/>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grpId="0" nodeType="clickEffect">
                                  <p:stCondLst>
                                    <p:cond delay="0"/>
                                  </p:stCondLst>
                                  <p:childTnLst>
                                    <p:set>
                                      <p:cBhvr>
                                        <p:cTn id="50" dur="1" fill="hold">
                                          <p:stCondLst>
                                            <p:cond delay="0"/>
                                          </p:stCondLst>
                                        </p:cTn>
                                        <p:tgtEl>
                                          <p:spTgt spid="109"/>
                                        </p:tgtEl>
                                        <p:attrNameLst>
                                          <p:attrName>style.visibility</p:attrName>
                                        </p:attrNameLst>
                                      </p:cBhvr>
                                      <p:to>
                                        <p:strVal val="visible"/>
                                      </p:to>
                                    </p:set>
                                    <p:animEffect transition="in" filter="fade">
                                      <p:cBhvr>
                                        <p:cTn id="51" dur="500"/>
                                        <p:tgtEl>
                                          <p:spTgt spid="10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2" grpId="0"/>
      <p:bldP spid="103" grpId="0"/>
      <p:bldP spid="104" grpId="0"/>
      <p:bldP spid="106" grpId="0"/>
      <p:bldP spid="107" grpId="0"/>
      <p:bldP spid="108" grpId="0"/>
      <p:bldP spid="109" grpId="0"/>
      <p:bldP spid="11" grpId="0"/>
      <p:bldP spid="12" grpId="0"/>
      <p:bldP spid="14" grpId="0"/>
      <p:bldP spid="15"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C7D39B-C82D-F190-9314-2E284EDC71A0}"/>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48496350-6649-AA4D-DB17-991490FA1166}"/>
              </a:ext>
            </a:extLst>
          </p:cNvPr>
          <p:cNvSpPr>
            <a:spLocks noGrp="1"/>
          </p:cNvSpPr>
          <p:nvPr>
            <p:ph type="ctrTitle"/>
          </p:nvPr>
        </p:nvSpPr>
        <p:spPr/>
        <p:txBody>
          <a:bodyPr/>
          <a:lstStyle/>
          <a:p>
            <a:r>
              <a:rPr lang="en-US" noProof="0"/>
              <a:t>SAP Application Extension Methodology</a:t>
            </a:r>
          </a:p>
        </p:txBody>
      </p:sp>
    </p:spTree>
    <p:extLst>
      <p:ext uri="{BB962C8B-B14F-4D97-AF65-F5344CB8AC3E}">
        <p14:creationId xmlns:p14="http://schemas.microsoft.com/office/powerpoint/2010/main" val="73337890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Grafik 14">
            <a:extLst>
              <a:ext uri="{FF2B5EF4-FFF2-40B4-BE49-F238E27FC236}">
                <a16:creationId xmlns:a16="http://schemas.microsoft.com/office/drawing/2014/main" id="{F037DB1E-315A-3F39-0EE2-263B3572EDB5}"/>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a:stretch/>
        </p:blipFill>
        <p:spPr>
          <a:xfrm>
            <a:off x="-2773256" y="-591555"/>
            <a:ext cx="13199971" cy="8783222"/>
          </a:xfrm>
          <a:prstGeom prst="rect">
            <a:avLst/>
          </a:prstGeom>
        </p:spPr>
      </p:pic>
      <p:pic>
        <p:nvPicPr>
          <p:cNvPr id="16" name="Picture 15">
            <a:extLst>
              <a:ext uri="{FF2B5EF4-FFF2-40B4-BE49-F238E27FC236}">
                <a16:creationId xmlns:a16="http://schemas.microsoft.com/office/drawing/2014/main" id="{2907C68D-8BB7-D5E7-F027-62F9C92FCDB5}"/>
              </a:ext>
            </a:extLst>
          </p:cNvPr>
          <p:cNvPicPr>
            <a:picLocks noChangeAspect="1"/>
          </p:cNvPicPr>
          <p:nvPr/>
        </p:nvPicPr>
        <p:blipFill>
          <a:blip r:embed="rId4" cstate="screen">
            <a:extLst>
              <a:ext uri="{28A0092B-C50C-407E-A947-70E740481C1C}">
                <a14:useLocalDpi xmlns:a14="http://schemas.microsoft.com/office/drawing/2010/main"/>
              </a:ext>
            </a:extLst>
          </a:blip>
          <a:srcRect r="6409"/>
          <a:stretch/>
        </p:blipFill>
        <p:spPr>
          <a:xfrm>
            <a:off x="25198" y="1635239"/>
            <a:ext cx="6916515" cy="4177142"/>
          </a:xfrm>
          <a:prstGeom prst="rect">
            <a:avLst/>
          </a:prstGeom>
        </p:spPr>
      </p:pic>
      <p:sp>
        <p:nvSpPr>
          <p:cNvPr id="11" name="TextBox 10">
            <a:extLst>
              <a:ext uri="{FF2B5EF4-FFF2-40B4-BE49-F238E27FC236}">
                <a16:creationId xmlns:a16="http://schemas.microsoft.com/office/drawing/2014/main" id="{59F1C36A-3293-F0AF-19EE-08DF389A5659}"/>
              </a:ext>
            </a:extLst>
          </p:cNvPr>
          <p:cNvSpPr txBox="1"/>
          <p:nvPr/>
        </p:nvSpPr>
        <p:spPr>
          <a:xfrm>
            <a:off x="7659273" y="3719469"/>
            <a:ext cx="4354381" cy="369236"/>
          </a:xfrm>
          <a:prstGeom prst="rect">
            <a:avLst/>
          </a:prstGeom>
          <a:noFill/>
        </p:spPr>
        <p:txBody>
          <a:bodyPr wrap="square" lIns="0" tIns="0" rIns="0" bIns="0" rtlCol="0">
            <a:spAutoFit/>
          </a:bodyPr>
          <a:lstStyle/>
          <a:p>
            <a:pPr algn="ctr" fontAlgn="base">
              <a:spcBef>
                <a:spcPct val="50000"/>
              </a:spcBef>
              <a:spcAft>
                <a:spcPct val="0"/>
              </a:spcAft>
              <a:buClr>
                <a:srgbClr val="F0AB00"/>
              </a:buClr>
              <a:buSzPct val="80000"/>
            </a:pPr>
            <a:r>
              <a:rPr lang="en-US" sz="1200" kern="0">
                <a:solidFill>
                  <a:schemeClr val="bg1"/>
                </a:solidFill>
                <a:latin typeface="72" panose="020B0503030000000003" pitchFamily="34" charset="0"/>
                <a:ea typeface="Arial Unicode MS" pitchFamily="34" charset="-128"/>
                <a:cs typeface="72" panose="020B0503030000000003" pitchFamily="34" charset="0"/>
              </a:rPr>
              <a:t>To access scan this code </a:t>
            </a:r>
            <a:br>
              <a:rPr lang="en-US" sz="1200" kern="0">
                <a:solidFill>
                  <a:schemeClr val="bg1"/>
                </a:solidFill>
                <a:latin typeface="72" panose="020B0503030000000003" pitchFamily="34" charset="0"/>
                <a:ea typeface="Arial Unicode MS" pitchFamily="34" charset="-128"/>
                <a:cs typeface="72" panose="020B0503030000000003" pitchFamily="34" charset="0"/>
              </a:rPr>
            </a:br>
            <a:r>
              <a:rPr lang="en-US" sz="1200" kern="0">
                <a:solidFill>
                  <a:schemeClr val="bg1"/>
                </a:solidFill>
                <a:latin typeface="72" panose="020B0503030000000003" pitchFamily="34" charset="0"/>
                <a:ea typeface="Arial Unicode MS" pitchFamily="34" charset="-128"/>
                <a:cs typeface="72" panose="020B0503030000000003" pitchFamily="34" charset="0"/>
              </a:rPr>
              <a:t>or click the link on top </a:t>
            </a:r>
          </a:p>
        </p:txBody>
      </p:sp>
      <p:sp>
        <p:nvSpPr>
          <p:cNvPr id="6" name="Titel 5">
            <a:extLst>
              <a:ext uri="{FF2B5EF4-FFF2-40B4-BE49-F238E27FC236}">
                <a16:creationId xmlns:a16="http://schemas.microsoft.com/office/drawing/2014/main" id="{1597C6EE-2D54-14A7-7D6F-74D4ADFDA836}"/>
              </a:ext>
            </a:extLst>
          </p:cNvPr>
          <p:cNvSpPr>
            <a:spLocks noGrp="1"/>
          </p:cNvSpPr>
          <p:nvPr>
            <p:ph type="title"/>
          </p:nvPr>
        </p:nvSpPr>
        <p:spPr>
          <a:xfrm>
            <a:off x="504001" y="504000"/>
            <a:ext cx="11186476" cy="676980"/>
          </a:xfrm>
        </p:spPr>
        <p:txBody>
          <a:bodyPr/>
          <a:lstStyle/>
          <a:p>
            <a:r>
              <a:rPr lang="en-US" sz="2599" dirty="0"/>
              <a:t>Extension architecture</a:t>
            </a:r>
            <a:br>
              <a:rPr lang="en-US" sz="2599" dirty="0"/>
            </a:br>
            <a:r>
              <a:rPr lang="en-US" sz="1800" dirty="0">
                <a:latin typeface="+mn-lt"/>
              </a:rPr>
              <a:t>SAP Application Extension Methodology</a:t>
            </a:r>
          </a:p>
        </p:txBody>
      </p:sp>
      <p:grpSp>
        <p:nvGrpSpPr>
          <p:cNvPr id="2" name="Gruppieren 1">
            <a:extLst>
              <a:ext uri="{FF2B5EF4-FFF2-40B4-BE49-F238E27FC236}">
                <a16:creationId xmlns:a16="http://schemas.microsoft.com/office/drawing/2014/main" id="{79E1897F-25A6-3537-FF94-6ED1490B48D8}"/>
              </a:ext>
            </a:extLst>
          </p:cNvPr>
          <p:cNvGrpSpPr/>
          <p:nvPr/>
        </p:nvGrpSpPr>
        <p:grpSpPr>
          <a:xfrm>
            <a:off x="8068379" y="1542896"/>
            <a:ext cx="3537340" cy="4804217"/>
            <a:chOff x="8067304" y="1471507"/>
            <a:chExt cx="3538261" cy="4805468"/>
          </a:xfrm>
        </p:grpSpPr>
        <p:sp>
          <p:nvSpPr>
            <p:cNvPr id="3" name="Rectangle: Rounded Corners 56">
              <a:extLst>
                <a:ext uri="{FF2B5EF4-FFF2-40B4-BE49-F238E27FC236}">
                  <a16:creationId xmlns:a16="http://schemas.microsoft.com/office/drawing/2014/main" id="{25F3B08A-C288-C62F-7882-150E04506488}"/>
                </a:ext>
              </a:extLst>
            </p:cNvPr>
            <p:cNvSpPr/>
            <p:nvPr/>
          </p:nvSpPr>
          <p:spPr bwMode="auto">
            <a:xfrm>
              <a:off x="8067307" y="1479450"/>
              <a:ext cx="3537089" cy="4797525"/>
            </a:xfrm>
            <a:prstGeom prst="roundRect">
              <a:avLst>
                <a:gd name="adj" fmla="val 3586"/>
              </a:avLst>
            </a:prstGeom>
            <a:solidFill>
              <a:schemeClr val="bg1"/>
            </a:solidFill>
            <a:ln>
              <a:noFill/>
              <a:headEnd type="none" w="med" len="med"/>
              <a:tailEnd type="none" w="med" len="med"/>
            </a:ln>
            <a:effectLst>
              <a:outerShdw blurRad="50800" dir="2700000" algn="tl"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32" tIns="146266" rIns="182832" bIns="146266" numCol="1" spcCol="0" rtlCol="0" fromWordArt="0" anchor="t" anchorCtr="0" forceAA="0" compatLnSpc="1">
              <a:prstTxWarp prst="textNoShape">
                <a:avLst/>
              </a:prstTxWarp>
              <a:noAutofit/>
            </a:bodyPr>
            <a:lstStyle/>
            <a:p>
              <a:pPr defTabSz="932192" fontAlgn="base">
                <a:spcBef>
                  <a:spcPct val="0"/>
                </a:spcBef>
                <a:spcAft>
                  <a:spcPct val="0"/>
                </a:spcAft>
              </a:pPr>
              <a:endParaRPr lang="en-US" sz="1200" b="1">
                <a:solidFill>
                  <a:schemeClr val="tx1"/>
                </a:solidFill>
                <a:latin typeface="72" panose="020B0503030000000003" pitchFamily="34" charset="0"/>
                <a:ea typeface="Segoe UI" pitchFamily="34" charset="0"/>
                <a:cs typeface="72" panose="020B0503030000000003" pitchFamily="34" charset="0"/>
              </a:endParaRPr>
            </a:p>
          </p:txBody>
        </p:sp>
        <p:sp>
          <p:nvSpPr>
            <p:cNvPr id="38" name="TextBox 37">
              <a:extLst>
                <a:ext uri="{FF2B5EF4-FFF2-40B4-BE49-F238E27FC236}">
                  <a16:creationId xmlns:a16="http://schemas.microsoft.com/office/drawing/2014/main" id="{F42BB1A5-22C9-3B88-D1D0-DC9CE558AAA0}"/>
                </a:ext>
              </a:extLst>
            </p:cNvPr>
            <p:cNvSpPr txBox="1"/>
            <p:nvPr/>
          </p:nvSpPr>
          <p:spPr>
            <a:xfrm>
              <a:off x="8366857" y="5656551"/>
              <a:ext cx="2915074" cy="200055"/>
            </a:xfrm>
            <a:prstGeom prst="rect">
              <a:avLst/>
            </a:prstGeom>
            <a:noFill/>
          </p:spPr>
          <p:txBody>
            <a:bodyPr wrap="square" lIns="0" tIns="0" rIns="0" bIns="0" rtlCol="0" anchor="t">
              <a:spAutoFit/>
            </a:bodyPr>
            <a:lstStyle/>
            <a:p>
              <a:pPr marL="285664" indent="-285664" defTabSz="1088122" fontAlgn="base">
                <a:spcBef>
                  <a:spcPct val="50000"/>
                </a:spcBef>
                <a:spcAft>
                  <a:spcPts val="300"/>
                </a:spcAft>
                <a:buClr>
                  <a:srgbClr val="0070F3"/>
                </a:buClr>
                <a:buSzPct val="80000"/>
                <a:buFont typeface="Wingdings" pitchFamily="2" charset="2"/>
                <a:buChar char="§"/>
                <a:defRPr/>
              </a:pPr>
              <a:endParaRPr lang="en-US" sz="1300" kern="0">
                <a:solidFill>
                  <a:srgbClr val="0070F3"/>
                </a:solidFill>
                <a:latin typeface="72" panose="020B0503030000000003" pitchFamily="34" charset="0"/>
                <a:ea typeface="Arial Unicode MS"/>
                <a:cs typeface="72" panose="020B0503030000000003" pitchFamily="34" charset="0"/>
              </a:endParaRPr>
            </a:p>
          </p:txBody>
        </p:sp>
        <p:sp>
          <p:nvSpPr>
            <p:cNvPr id="8" name="Round Same-side Corner of Rectangle 7">
              <a:extLst>
                <a:ext uri="{FF2B5EF4-FFF2-40B4-BE49-F238E27FC236}">
                  <a16:creationId xmlns:a16="http://schemas.microsoft.com/office/drawing/2014/main" id="{04C7DE77-BD36-0BE0-5F12-42F3C15E69F2}"/>
                </a:ext>
              </a:extLst>
            </p:cNvPr>
            <p:cNvSpPr/>
            <p:nvPr/>
          </p:nvSpPr>
          <p:spPr bwMode="auto">
            <a:xfrm>
              <a:off x="8067307" y="2210239"/>
              <a:ext cx="3537089" cy="1883212"/>
            </a:xfrm>
            <a:prstGeom prst="round2SameRect">
              <a:avLst>
                <a:gd name="adj1" fmla="val 0"/>
                <a:gd name="adj2" fmla="val 0"/>
              </a:avLst>
            </a:prstGeom>
            <a:solidFill>
              <a:srgbClr val="0070F3"/>
            </a:solidFill>
            <a:ln w="15875">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32" tIns="146266" rIns="182832" bIns="146266" numCol="1" spcCol="0" rtlCol="0" fromWordArt="0" anchor="t" anchorCtr="0" forceAA="0" compatLnSpc="1">
              <a:prstTxWarp prst="textNoShape">
                <a:avLst/>
              </a:prstTxWarp>
              <a:noAutofit/>
            </a:bodyPr>
            <a:lstStyle/>
            <a:p>
              <a:pPr defTabSz="932192" fontAlgn="base">
                <a:spcBef>
                  <a:spcPct val="0"/>
                </a:spcBef>
                <a:spcAft>
                  <a:spcPct val="0"/>
                </a:spcAft>
              </a:pPr>
              <a:endParaRPr lang="en-US" sz="1999" err="1">
                <a:gradFill>
                  <a:gsLst>
                    <a:gs pos="0">
                      <a:schemeClr val="bg1"/>
                    </a:gs>
                    <a:gs pos="100000">
                      <a:schemeClr val="bg1"/>
                    </a:gs>
                  </a:gsLst>
                  <a:lin ang="5400000" scaled="1"/>
                </a:gradFill>
                <a:latin typeface="72" panose="020B0503030000000003" pitchFamily="34" charset="0"/>
                <a:ea typeface="Segoe UI" pitchFamily="34" charset="0"/>
                <a:cs typeface="72" panose="020B0503030000000003" pitchFamily="34" charset="0"/>
              </a:endParaRPr>
            </a:p>
          </p:txBody>
        </p:sp>
        <p:sp>
          <p:nvSpPr>
            <p:cNvPr id="18" name="Freeform 17">
              <a:extLst>
                <a:ext uri="{FF2B5EF4-FFF2-40B4-BE49-F238E27FC236}">
                  <a16:creationId xmlns:a16="http://schemas.microsoft.com/office/drawing/2014/main" id="{AF416632-018E-A4C5-8285-9B348AE98F31}"/>
                </a:ext>
              </a:extLst>
            </p:cNvPr>
            <p:cNvSpPr/>
            <p:nvPr/>
          </p:nvSpPr>
          <p:spPr bwMode="auto">
            <a:xfrm rot="10800000">
              <a:off x="8067306" y="1471507"/>
              <a:ext cx="3537087" cy="479641"/>
            </a:xfrm>
            <a:custGeom>
              <a:avLst/>
              <a:gdLst>
                <a:gd name="connsiteX0" fmla="*/ 0 w 2775857"/>
                <a:gd name="connsiteY0" fmla="*/ 0 h 479641"/>
                <a:gd name="connsiteX1" fmla="*/ 2775857 w 2775857"/>
                <a:gd name="connsiteY1" fmla="*/ 0 h 479641"/>
                <a:gd name="connsiteX2" fmla="*/ 2775857 w 2775857"/>
                <a:gd name="connsiteY2" fmla="*/ 390231 h 479641"/>
                <a:gd name="connsiteX3" fmla="*/ 2686447 w 2775857"/>
                <a:gd name="connsiteY3" fmla="*/ 479641 h 479641"/>
                <a:gd name="connsiteX4" fmla="*/ 89410 w 2775857"/>
                <a:gd name="connsiteY4" fmla="*/ 479641 h 479641"/>
                <a:gd name="connsiteX5" fmla="*/ 0 w 2775857"/>
                <a:gd name="connsiteY5" fmla="*/ 390231 h 4796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75857" h="479641">
                  <a:moveTo>
                    <a:pt x="0" y="0"/>
                  </a:moveTo>
                  <a:lnTo>
                    <a:pt x="2775857" y="0"/>
                  </a:lnTo>
                  <a:lnTo>
                    <a:pt x="2775857" y="390231"/>
                  </a:lnTo>
                  <a:cubicBezTo>
                    <a:pt x="2775857" y="439611"/>
                    <a:pt x="2735827" y="479641"/>
                    <a:pt x="2686447" y="479641"/>
                  </a:cubicBezTo>
                  <a:lnTo>
                    <a:pt x="89410" y="479641"/>
                  </a:lnTo>
                  <a:cubicBezTo>
                    <a:pt x="40030" y="479641"/>
                    <a:pt x="0" y="439611"/>
                    <a:pt x="0" y="390231"/>
                  </a:cubicBezTo>
                  <a:close/>
                </a:path>
              </a:pathLst>
            </a:cu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32" tIns="146266" rIns="182832" bIns="146266" numCol="1" spcCol="0" rtlCol="0" fromWordArt="0" anchor="t" anchorCtr="0" forceAA="0" compatLnSpc="1">
              <a:prstTxWarp prst="textNoShape">
                <a:avLst/>
              </a:prstTxWarp>
              <a:noAutofit/>
            </a:bodyPr>
            <a:lstStyle/>
            <a:p>
              <a:pPr defTabSz="932192" fontAlgn="base">
                <a:spcBef>
                  <a:spcPct val="0"/>
                </a:spcBef>
                <a:spcAft>
                  <a:spcPct val="0"/>
                </a:spcAft>
              </a:pPr>
              <a:endParaRPr lang="en-US" sz="1999">
                <a:gradFill>
                  <a:gsLst>
                    <a:gs pos="0">
                      <a:schemeClr val="bg1"/>
                    </a:gs>
                    <a:gs pos="100000">
                      <a:schemeClr val="bg1"/>
                    </a:gs>
                  </a:gsLst>
                  <a:lin ang="5400000" scaled="1"/>
                </a:gradFill>
                <a:latin typeface="72" panose="020B0503030000000003" pitchFamily="34" charset="0"/>
                <a:ea typeface="Segoe UI" pitchFamily="34" charset="0"/>
                <a:cs typeface="72" panose="020B0503030000000003" pitchFamily="34" charset="0"/>
              </a:endParaRPr>
            </a:p>
          </p:txBody>
        </p:sp>
        <p:sp>
          <p:nvSpPr>
            <p:cNvPr id="10" name="TextBox 9">
              <a:extLst>
                <a:ext uri="{FF2B5EF4-FFF2-40B4-BE49-F238E27FC236}">
                  <a16:creationId xmlns:a16="http://schemas.microsoft.com/office/drawing/2014/main" id="{F41CFCD6-2794-3678-62FB-FBA218A06F93}"/>
                </a:ext>
              </a:extLst>
            </p:cNvPr>
            <p:cNvSpPr txBox="1"/>
            <p:nvPr/>
          </p:nvSpPr>
          <p:spPr>
            <a:xfrm>
              <a:off x="8067304" y="1563874"/>
              <a:ext cx="3538261" cy="553741"/>
            </a:xfrm>
            <a:prstGeom prst="rect">
              <a:avLst/>
            </a:prstGeom>
            <a:noFill/>
          </p:spPr>
          <p:txBody>
            <a:bodyPr wrap="square" lIns="0" tIns="0" rIns="0" bIns="0" rtlCol="0">
              <a:spAutoFit/>
            </a:bodyPr>
            <a:lstStyle/>
            <a:p>
              <a:pPr algn="ctr" fontAlgn="base">
                <a:spcBef>
                  <a:spcPct val="50000"/>
                </a:spcBef>
                <a:spcAft>
                  <a:spcPct val="0"/>
                </a:spcAft>
                <a:buClr>
                  <a:srgbClr val="F0AB00"/>
                </a:buClr>
                <a:buSzPct val="80000"/>
              </a:pPr>
              <a:r>
                <a:rPr lang="en-US" sz="1799" b="1" u="sng" kern="0">
                  <a:solidFill>
                    <a:srgbClr val="0070F3"/>
                  </a:solidFill>
                  <a:latin typeface="72" panose="020B0503030000000003" pitchFamily="34" charset="0"/>
                  <a:ea typeface="Arial Unicode MS" pitchFamily="34" charset="-128"/>
                  <a:cs typeface="72" panose="020B0503030000000003" pitchFamily="34" charset="0"/>
                </a:rPr>
                <a:t>SAP Application Extension </a:t>
              </a:r>
              <a:br>
                <a:rPr lang="en-US" sz="1799" b="1" u="sng" kern="0">
                  <a:solidFill>
                    <a:srgbClr val="0070F3"/>
                  </a:solidFill>
                  <a:latin typeface="72" panose="020B0503030000000003" pitchFamily="34" charset="0"/>
                  <a:ea typeface="Arial Unicode MS" pitchFamily="34" charset="-128"/>
                  <a:cs typeface="72" panose="020B0503030000000003" pitchFamily="34" charset="0"/>
                </a:rPr>
              </a:br>
              <a:r>
                <a:rPr lang="en-US" sz="1799" b="1" u="sng" kern="0">
                  <a:solidFill>
                    <a:srgbClr val="0070F3"/>
                  </a:solidFill>
                  <a:latin typeface="72" panose="020B0503030000000003" pitchFamily="34" charset="0"/>
                  <a:ea typeface="Arial Unicode MS" pitchFamily="34" charset="-128"/>
                  <a:cs typeface="72" panose="020B0503030000000003" pitchFamily="34" charset="0"/>
                </a:rPr>
                <a:t>Methodology</a:t>
              </a:r>
              <a:endParaRPr lang="en-DE" sz="1799" b="1" u="sng" kern="0">
                <a:solidFill>
                  <a:srgbClr val="0070F3"/>
                </a:solidFill>
                <a:latin typeface="72" panose="020B0503030000000003" pitchFamily="34" charset="0"/>
                <a:ea typeface="Arial Unicode MS" pitchFamily="34" charset="-128"/>
                <a:cs typeface="72" panose="020B0503030000000003" pitchFamily="34" charset="0"/>
              </a:endParaRPr>
            </a:p>
          </p:txBody>
        </p:sp>
        <p:sp>
          <p:nvSpPr>
            <p:cNvPr id="7" name="Rectangle: Rounded Corners 56">
              <a:extLst>
                <a:ext uri="{FF2B5EF4-FFF2-40B4-BE49-F238E27FC236}">
                  <a16:creationId xmlns:a16="http://schemas.microsoft.com/office/drawing/2014/main" id="{3F0C8F87-7923-5FFB-41FD-77111A6B339C}"/>
                </a:ext>
              </a:extLst>
            </p:cNvPr>
            <p:cNvSpPr/>
            <p:nvPr/>
          </p:nvSpPr>
          <p:spPr bwMode="auto">
            <a:xfrm>
              <a:off x="8067304" y="4093452"/>
              <a:ext cx="3537089" cy="190029"/>
            </a:xfrm>
            <a:prstGeom prst="roundRect">
              <a:avLst>
                <a:gd name="adj" fmla="val 0"/>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32" tIns="146266" rIns="182832" bIns="146266" numCol="1" spcCol="0" rtlCol="0" fromWordArt="0" anchor="t" anchorCtr="0" forceAA="0" compatLnSpc="1">
              <a:prstTxWarp prst="textNoShape">
                <a:avLst/>
              </a:prstTxWarp>
              <a:noAutofit/>
            </a:bodyPr>
            <a:lstStyle/>
            <a:p>
              <a:pPr defTabSz="932192" fontAlgn="base">
                <a:spcBef>
                  <a:spcPct val="0"/>
                </a:spcBef>
                <a:spcAft>
                  <a:spcPct val="0"/>
                </a:spcAft>
              </a:pPr>
              <a:endParaRPr lang="en-US" sz="1200" b="1">
                <a:solidFill>
                  <a:schemeClr val="tx1"/>
                </a:solidFill>
                <a:latin typeface="72" panose="020B0503030000000003" pitchFamily="34" charset="0"/>
                <a:ea typeface="Segoe UI" pitchFamily="34" charset="0"/>
                <a:cs typeface="72" panose="020B0503030000000003" pitchFamily="34" charset="0"/>
              </a:endParaRPr>
            </a:p>
          </p:txBody>
        </p:sp>
      </p:grpSp>
      <p:sp>
        <p:nvSpPr>
          <p:cNvPr id="17" name="TextBox 36">
            <a:extLst>
              <a:ext uri="{FF2B5EF4-FFF2-40B4-BE49-F238E27FC236}">
                <a16:creationId xmlns:a16="http://schemas.microsoft.com/office/drawing/2014/main" id="{693E65F9-98B0-2411-CDF9-87097BD9D64C}"/>
              </a:ext>
            </a:extLst>
          </p:cNvPr>
          <p:cNvSpPr txBox="1"/>
          <p:nvPr/>
        </p:nvSpPr>
        <p:spPr>
          <a:xfrm>
            <a:off x="8367855" y="4336449"/>
            <a:ext cx="3044925" cy="1315745"/>
          </a:xfrm>
          <a:prstGeom prst="rect">
            <a:avLst/>
          </a:prstGeom>
          <a:noFill/>
        </p:spPr>
        <p:txBody>
          <a:bodyPr wrap="square" lIns="0" tIns="0" rIns="0" bIns="0" rtlCol="0">
            <a:spAutoFit/>
          </a:bodyPr>
          <a:lstStyle/>
          <a:p>
            <a:pPr marL="285664" indent="-285664" defTabSz="1088122" fontAlgn="base">
              <a:spcAft>
                <a:spcPts val="300"/>
              </a:spcAft>
              <a:buClr>
                <a:srgbClr val="0070F3"/>
              </a:buClr>
              <a:buSzPct val="80000"/>
              <a:buFont typeface="Wingdings" pitchFamily="2" charset="2"/>
              <a:buChar char="§"/>
              <a:defRPr/>
            </a:pPr>
            <a:r>
              <a:rPr lang="en-US" sz="1400" dirty="0">
                <a:solidFill>
                  <a:srgbClr val="666666"/>
                </a:solidFill>
                <a:latin typeface="72" panose="020B0503030000000003" pitchFamily="34" charset="0"/>
              </a:rPr>
              <a:t>The </a:t>
            </a:r>
            <a:r>
              <a:rPr lang="en-US" sz="1400" dirty="0">
                <a:solidFill>
                  <a:srgbClr val="666666"/>
                </a:solidFill>
                <a:latin typeface="72" panose="020B0503030000000003" pitchFamily="34" charset="0"/>
                <a:hlinkClick r:id="rId5"/>
              </a:rPr>
              <a:t>SAP Application Extension Methodology</a:t>
            </a:r>
            <a:r>
              <a:rPr lang="en-US" sz="1400" dirty="0">
                <a:solidFill>
                  <a:srgbClr val="666666"/>
                </a:solidFill>
                <a:latin typeface="72" panose="020B0503030000000003" pitchFamily="34" charset="0"/>
              </a:rPr>
              <a:t> helps you to define, document and execute an enterprise extension strategy </a:t>
            </a:r>
            <a:br>
              <a:rPr lang="en-US" sz="1400" dirty="0">
                <a:solidFill>
                  <a:srgbClr val="666666"/>
                </a:solidFill>
                <a:latin typeface="72" panose="020B0503030000000003" pitchFamily="34" charset="0"/>
              </a:rPr>
            </a:br>
            <a:r>
              <a:rPr lang="en-US" sz="1400" dirty="0">
                <a:solidFill>
                  <a:srgbClr val="666666"/>
                </a:solidFill>
                <a:latin typeface="72" panose="020B0503030000000003" pitchFamily="34" charset="0"/>
              </a:rPr>
              <a:t>for your organization.</a:t>
            </a:r>
          </a:p>
          <a:p>
            <a:pPr marL="285664" indent="-285664" defTabSz="1088122" fontAlgn="base">
              <a:spcAft>
                <a:spcPts val="300"/>
              </a:spcAft>
              <a:buClr>
                <a:srgbClr val="0070F3"/>
              </a:buClr>
              <a:buSzPct val="80000"/>
              <a:buFont typeface="Wingdings" pitchFamily="2" charset="2"/>
              <a:buChar char="§"/>
              <a:defRPr/>
            </a:pPr>
            <a:endParaRPr lang="en-US" sz="1300" kern="0" dirty="0">
              <a:solidFill>
                <a:sysClr val="windowText" lastClr="000000"/>
              </a:solidFill>
              <a:latin typeface="72" panose="020B0503030000000003" pitchFamily="34" charset="0"/>
              <a:ea typeface="Arial Unicode MS" pitchFamily="34" charset="-128"/>
              <a:cs typeface="72" panose="020B0503030000000003" pitchFamily="34" charset="0"/>
            </a:endParaRPr>
          </a:p>
        </p:txBody>
      </p:sp>
      <p:pic>
        <p:nvPicPr>
          <p:cNvPr id="1026" name="Picture 2">
            <a:extLst>
              <a:ext uri="{FF2B5EF4-FFF2-40B4-BE49-F238E27FC236}">
                <a16:creationId xmlns:a16="http://schemas.microsoft.com/office/drawing/2014/main" id="{D866CF96-AA94-3820-F6B1-20D047E7D6BD}"/>
              </a:ext>
            </a:extLst>
          </p:cNvPr>
          <p:cNvPicPr>
            <a:picLocks noChangeAspect="1" noChangeArrowheads="1"/>
          </p:cNvPicPr>
          <p:nvPr/>
        </p:nvPicPr>
        <p:blipFill>
          <a:blip r:embed="rId6" cstate="screen">
            <a:extLst>
              <a:ext uri="{28A0092B-C50C-407E-A947-70E740481C1C}">
                <a14:useLocalDpi xmlns:a14="http://schemas.microsoft.com/office/drawing/2010/main"/>
              </a:ext>
            </a:extLst>
          </a:blip>
          <a:srcRect/>
          <a:stretch>
            <a:fillRect/>
          </a:stretch>
        </p:blipFill>
        <p:spPr bwMode="auto">
          <a:xfrm>
            <a:off x="9252110" y="2544924"/>
            <a:ext cx="1276412" cy="1276412"/>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a:extLst>
              <a:ext uri="{FF2B5EF4-FFF2-40B4-BE49-F238E27FC236}">
                <a16:creationId xmlns:a16="http://schemas.microsoft.com/office/drawing/2014/main" id="{0CAD7725-4C89-AA5D-3087-0E3ECB1CECF8}"/>
              </a:ext>
            </a:extLst>
          </p:cNvPr>
          <p:cNvPicPr>
            <a:picLocks noChangeAspect="1"/>
          </p:cNvPicPr>
          <p:nvPr/>
        </p:nvPicPr>
        <p:blipFill>
          <a:blip r:embed="rId7"/>
          <a:stretch>
            <a:fillRect/>
          </a:stretch>
        </p:blipFill>
        <p:spPr>
          <a:xfrm>
            <a:off x="24029" y="2193180"/>
            <a:ext cx="6916514" cy="3533671"/>
          </a:xfrm>
          <a:prstGeom prst="rect">
            <a:avLst/>
          </a:prstGeom>
        </p:spPr>
      </p:pic>
      <p:sp>
        <p:nvSpPr>
          <p:cNvPr id="12" name="Gefaltete Ecke 6">
            <a:extLst>
              <a:ext uri="{FF2B5EF4-FFF2-40B4-BE49-F238E27FC236}">
                <a16:creationId xmlns:a16="http://schemas.microsoft.com/office/drawing/2014/main" id="{6FE549C6-EE25-708A-48E9-43F1CE4A433C}"/>
              </a:ext>
            </a:extLst>
          </p:cNvPr>
          <p:cNvSpPr/>
          <p:nvPr/>
        </p:nvSpPr>
        <p:spPr bwMode="gray">
          <a:xfrm>
            <a:off x="-21712" y="-63530"/>
            <a:ext cx="120471" cy="7032625"/>
          </a:xfrm>
          <a:prstGeom prst="rect">
            <a:avLst/>
          </a:prstGeom>
          <a:solidFill>
            <a:srgbClr val="1B90FF"/>
          </a:solidFill>
          <a:ln w="25400" algn="ctr">
            <a:noFill/>
            <a:miter lim="800000"/>
            <a:headEnd/>
            <a:tailEnd/>
          </a:ln>
        </p:spPr>
        <p:txBody>
          <a:bodyPr lIns="108000" tIns="108000" rIns="108000" bIns="0" rtlCol="0" anchor="t" anchorCtr="0"/>
          <a:lstStyle/>
          <a:p>
            <a:pPr lvl="0" defTabSz="1088558">
              <a:defRPr/>
            </a:pPr>
            <a:endParaRPr lang="en-US" sz="900">
              <a:latin typeface="72" panose="020B0503030000000003" pitchFamily="34" charset="0"/>
              <a:cs typeface="72" panose="020B0503030000000003" pitchFamily="34" charset="0"/>
            </a:endParaRPr>
          </a:p>
        </p:txBody>
      </p:sp>
      <p:sp>
        <p:nvSpPr>
          <p:cNvPr id="5" name="TextBox 4">
            <a:extLst>
              <a:ext uri="{FF2B5EF4-FFF2-40B4-BE49-F238E27FC236}">
                <a16:creationId xmlns:a16="http://schemas.microsoft.com/office/drawing/2014/main" id="{B2A93934-F18B-A45F-6E8B-1CF5B1220537}"/>
              </a:ext>
            </a:extLst>
          </p:cNvPr>
          <p:cNvSpPr txBox="1"/>
          <p:nvPr/>
        </p:nvSpPr>
        <p:spPr>
          <a:xfrm>
            <a:off x="10726118" y="0"/>
            <a:ext cx="1469057" cy="677108"/>
          </a:xfrm>
          <a:prstGeom prst="rect">
            <a:avLst/>
          </a:prstGeom>
          <a:noFill/>
        </p:spPr>
        <p:txBody>
          <a:bodyPr wrap="square">
            <a:spAutoFit/>
          </a:bodyPr>
          <a:lstStyle/>
          <a:p>
            <a:pPr algn="r" defTabSz="1088558">
              <a:defRPr/>
            </a:pPr>
            <a:r>
              <a:rPr lang="en-US" sz="1800" dirty="0">
                <a:solidFill>
                  <a:srgbClr val="1B90FF"/>
                </a:solidFill>
                <a:latin typeface="+mj-lt"/>
                <a:cs typeface="72" panose="020B0503030000000003" pitchFamily="34" charset="0"/>
              </a:rPr>
              <a:t>2</a:t>
            </a:r>
          </a:p>
          <a:p>
            <a:pPr algn="r" defTabSz="1088558">
              <a:defRPr/>
            </a:pPr>
            <a:r>
              <a:rPr lang="en-US" sz="1000" b="1" dirty="0">
                <a:solidFill>
                  <a:srgbClr val="1B90FF"/>
                </a:solidFill>
                <a:latin typeface="+mn-lt"/>
                <a:cs typeface="72" panose="020B0503030000000003" pitchFamily="34" charset="0"/>
              </a:rPr>
              <a:t>Extension</a:t>
            </a:r>
            <a:br>
              <a:rPr lang="en-US" sz="1000" b="1" dirty="0">
                <a:solidFill>
                  <a:srgbClr val="1B90FF"/>
                </a:solidFill>
                <a:latin typeface="+mn-lt"/>
                <a:cs typeface="72" panose="020B0503030000000003" pitchFamily="34" charset="0"/>
              </a:rPr>
            </a:br>
            <a:r>
              <a:rPr lang="en-US" sz="1000" b="1" dirty="0">
                <a:solidFill>
                  <a:srgbClr val="1B90FF"/>
                </a:solidFill>
                <a:latin typeface="+mn-lt"/>
                <a:cs typeface="72" panose="020B0503030000000003" pitchFamily="34" charset="0"/>
              </a:rPr>
              <a:t>architecture</a:t>
            </a:r>
          </a:p>
        </p:txBody>
      </p:sp>
    </p:spTree>
    <p:extLst>
      <p:ext uri="{BB962C8B-B14F-4D97-AF65-F5344CB8AC3E}">
        <p14:creationId xmlns:p14="http://schemas.microsoft.com/office/powerpoint/2010/main" val="66589228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efaltete Ecke 6">
            <a:extLst>
              <a:ext uri="{FF2B5EF4-FFF2-40B4-BE49-F238E27FC236}">
                <a16:creationId xmlns:a16="http://schemas.microsoft.com/office/drawing/2014/main" id="{446F8ADC-385F-35EA-5126-6E6C6ABF6D69}"/>
              </a:ext>
            </a:extLst>
          </p:cNvPr>
          <p:cNvSpPr/>
          <p:nvPr/>
        </p:nvSpPr>
        <p:spPr bwMode="gray">
          <a:xfrm>
            <a:off x="-21712" y="-23768"/>
            <a:ext cx="120471" cy="7032625"/>
          </a:xfrm>
          <a:prstGeom prst="rect">
            <a:avLst/>
          </a:prstGeom>
          <a:solidFill>
            <a:srgbClr val="1B90FF"/>
          </a:solidFill>
          <a:ln w="25400" algn="ctr">
            <a:noFill/>
            <a:miter lim="800000"/>
            <a:headEnd/>
            <a:tailEnd/>
          </a:ln>
        </p:spPr>
        <p:txBody>
          <a:bodyPr lIns="108000" tIns="108000" rIns="108000" bIns="0" rtlCol="0" anchor="t" anchorCtr="0"/>
          <a:lstStyle/>
          <a:p>
            <a:pPr lvl="0" defTabSz="1088558">
              <a:defRPr/>
            </a:pPr>
            <a:endParaRPr lang="en-US" sz="900">
              <a:latin typeface="72" panose="020B0503030000000003" pitchFamily="34" charset="0"/>
              <a:cs typeface="72" panose="020B0503030000000003" pitchFamily="34" charset="0"/>
            </a:endParaRPr>
          </a:p>
        </p:txBody>
      </p:sp>
      <p:sp>
        <p:nvSpPr>
          <p:cNvPr id="5" name="Rounded Rectangle 2">
            <a:extLst>
              <a:ext uri="{FF2B5EF4-FFF2-40B4-BE49-F238E27FC236}">
                <a16:creationId xmlns:a16="http://schemas.microsoft.com/office/drawing/2014/main" id="{AA236527-F050-60D0-43EC-12E9A20CB819}"/>
              </a:ext>
            </a:extLst>
          </p:cNvPr>
          <p:cNvSpPr/>
          <p:nvPr/>
        </p:nvSpPr>
        <p:spPr bwMode="gray">
          <a:xfrm>
            <a:off x="504001" y="1242664"/>
            <a:ext cx="1054885" cy="233316"/>
          </a:xfrm>
          <a:prstGeom prst="roundRect">
            <a:avLst>
              <a:gd name="adj" fmla="val 21664"/>
            </a:avLst>
          </a:prstGeom>
          <a:solidFill>
            <a:srgbClr val="D2EFFF"/>
          </a:solidFill>
          <a:ln w="19050" cap="rnd" cmpd="sng">
            <a:noFill/>
            <a:headEnd/>
            <a:tailEnd/>
          </a:ln>
          <a:effectLst/>
        </p:spPr>
        <p:style>
          <a:lnRef idx="3">
            <a:schemeClr val="lt1"/>
          </a:lnRef>
          <a:fillRef idx="1">
            <a:schemeClr val="accent6"/>
          </a:fillRef>
          <a:effectRef idx="1">
            <a:schemeClr val="accent6"/>
          </a:effectRef>
          <a:fontRef idx="minor">
            <a:schemeClr val="lt1"/>
          </a:fontRef>
        </p:style>
        <p:txBody>
          <a:bodyPr wrap="square" lIns="0" tIns="0" rIns="0" bIns="0" rtlCol="0" anchor="ctr">
            <a:noAutofit/>
          </a:bodyPr>
          <a:lstStyle/>
          <a:p>
            <a:pPr algn="ctr" fontAlgn="base">
              <a:spcBef>
                <a:spcPct val="50000"/>
              </a:spcBef>
              <a:spcAft>
                <a:spcPct val="0"/>
              </a:spcAft>
              <a:buClr>
                <a:srgbClr val="F0AB00"/>
              </a:buClr>
              <a:buSzPct val="80000"/>
            </a:pPr>
            <a:r>
              <a:rPr lang="en-US" sz="1000" kern="0" dirty="0">
                <a:solidFill>
                  <a:schemeClr val="tx1"/>
                </a:solidFill>
                <a:latin typeface="72 Brand" panose="020B0504030603020204" pitchFamily="34" charset="0"/>
                <a:ea typeface="Arial Unicode MS" pitchFamily="34" charset="-128"/>
                <a:cs typeface="Arial Unicode MS" pitchFamily="34" charset="-128"/>
                <a:sym typeface="Arial"/>
              </a:rPr>
              <a:t>Example</a:t>
            </a:r>
          </a:p>
        </p:txBody>
      </p:sp>
      <p:sp>
        <p:nvSpPr>
          <p:cNvPr id="62" name="Arrow: Pentagon 7">
            <a:extLst>
              <a:ext uri="{FF2B5EF4-FFF2-40B4-BE49-F238E27FC236}">
                <a16:creationId xmlns:a16="http://schemas.microsoft.com/office/drawing/2014/main" id="{30CF3BE5-CC60-6EBA-6D94-3881B17F8BD4}"/>
              </a:ext>
            </a:extLst>
          </p:cNvPr>
          <p:cNvSpPr/>
          <p:nvPr/>
        </p:nvSpPr>
        <p:spPr bwMode="auto">
          <a:xfrm>
            <a:off x="8272447" y="1955865"/>
            <a:ext cx="2961916" cy="301145"/>
          </a:xfrm>
          <a:prstGeom prst="homePlate">
            <a:avLst/>
          </a:prstGeom>
          <a:solidFill>
            <a:srgbClr val="00144A"/>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algn="r" defTabSz="932472" fontAlgn="base">
              <a:spcBef>
                <a:spcPct val="0"/>
              </a:spcBef>
              <a:spcAft>
                <a:spcPct val="0"/>
              </a:spcAft>
            </a:pPr>
            <a:r>
              <a:rPr lang="de-DE" sz="2000" b="1">
                <a:solidFill>
                  <a:schemeClr val="bg1">
                    <a:alpha val="99000"/>
                  </a:schemeClr>
                </a:solidFill>
                <a:ea typeface="Segoe UI" pitchFamily="34" charset="0"/>
                <a:cs typeface="72" panose="020B0503030000000003" pitchFamily="34" charset="0"/>
              </a:rPr>
              <a:t>A</a:t>
            </a:r>
          </a:p>
        </p:txBody>
      </p:sp>
      <p:sp>
        <p:nvSpPr>
          <p:cNvPr id="65" name="Arrow: Pentagon 6">
            <a:extLst>
              <a:ext uri="{FF2B5EF4-FFF2-40B4-BE49-F238E27FC236}">
                <a16:creationId xmlns:a16="http://schemas.microsoft.com/office/drawing/2014/main" id="{6695F11D-42BF-70AC-0F36-A7E93A03D0A1}"/>
              </a:ext>
            </a:extLst>
          </p:cNvPr>
          <p:cNvSpPr/>
          <p:nvPr/>
        </p:nvSpPr>
        <p:spPr bwMode="auto">
          <a:xfrm>
            <a:off x="8827539" y="3059826"/>
            <a:ext cx="2406823" cy="301146"/>
          </a:xfrm>
          <a:prstGeom prst="homePlate">
            <a:avLst/>
          </a:prstGeom>
          <a:solidFill>
            <a:srgbClr val="002886"/>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algn="r" defTabSz="932472" fontAlgn="base">
              <a:spcBef>
                <a:spcPct val="0"/>
              </a:spcBef>
              <a:spcAft>
                <a:spcPct val="0"/>
              </a:spcAft>
            </a:pPr>
            <a:r>
              <a:rPr lang="de-DE" sz="2000" b="1">
                <a:solidFill>
                  <a:schemeClr val="bg1">
                    <a:alpha val="99000"/>
                  </a:schemeClr>
                </a:solidFill>
                <a:ea typeface="Segoe UI" pitchFamily="34" charset="0"/>
                <a:cs typeface="72" panose="020B0503030000000003" pitchFamily="34" charset="0"/>
              </a:rPr>
              <a:t>B</a:t>
            </a:r>
          </a:p>
        </p:txBody>
      </p:sp>
      <p:sp>
        <p:nvSpPr>
          <p:cNvPr id="67" name="Arrow: Pentagon 7">
            <a:extLst>
              <a:ext uri="{FF2B5EF4-FFF2-40B4-BE49-F238E27FC236}">
                <a16:creationId xmlns:a16="http://schemas.microsoft.com/office/drawing/2014/main" id="{BF3BC2B8-F88C-BF6C-5102-5629B100569F}"/>
              </a:ext>
            </a:extLst>
          </p:cNvPr>
          <p:cNvSpPr/>
          <p:nvPr/>
        </p:nvSpPr>
        <p:spPr bwMode="auto">
          <a:xfrm>
            <a:off x="8827539" y="2326024"/>
            <a:ext cx="2402089" cy="298881"/>
          </a:xfrm>
          <a:prstGeom prst="homePlate">
            <a:avLst/>
          </a:prstGeom>
          <a:solidFill>
            <a:srgbClr val="00144A"/>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algn="r" defTabSz="932472" fontAlgn="base">
              <a:spcBef>
                <a:spcPct val="0"/>
              </a:spcBef>
              <a:spcAft>
                <a:spcPct val="0"/>
              </a:spcAft>
            </a:pPr>
            <a:r>
              <a:rPr lang="de-DE" sz="2000" b="1">
                <a:solidFill>
                  <a:schemeClr val="bg1">
                    <a:alpha val="99000"/>
                  </a:schemeClr>
                </a:solidFill>
                <a:ea typeface="Segoe UI" pitchFamily="34" charset="0"/>
                <a:cs typeface="72" panose="020B0503030000000003" pitchFamily="34" charset="0"/>
              </a:rPr>
              <a:t>A</a:t>
            </a:r>
          </a:p>
        </p:txBody>
      </p:sp>
      <p:sp>
        <p:nvSpPr>
          <p:cNvPr id="70" name="Textfeld 69">
            <a:extLst>
              <a:ext uri="{FF2B5EF4-FFF2-40B4-BE49-F238E27FC236}">
                <a16:creationId xmlns:a16="http://schemas.microsoft.com/office/drawing/2014/main" id="{1CE8025A-44AF-FAFB-4227-70EDBAA055AA}"/>
              </a:ext>
            </a:extLst>
          </p:cNvPr>
          <p:cNvSpPr txBox="1"/>
          <p:nvPr/>
        </p:nvSpPr>
        <p:spPr>
          <a:xfrm>
            <a:off x="474049" y="6090330"/>
            <a:ext cx="5041445" cy="246221"/>
          </a:xfrm>
          <a:prstGeom prst="rect">
            <a:avLst/>
          </a:prstGeom>
          <a:noFill/>
        </p:spPr>
        <p:txBody>
          <a:bodyPr wrap="none" lIns="0" tIns="0" rIns="0" bIns="0" rtlCol="0">
            <a:spAutoFit/>
          </a:bodyPr>
          <a:lstStyle/>
          <a:p>
            <a:pPr algn="l" fontAlgn="base">
              <a:spcBef>
                <a:spcPct val="50000"/>
              </a:spcBef>
              <a:spcAft>
                <a:spcPct val="0"/>
              </a:spcAft>
              <a:buClr>
                <a:schemeClr val="tx1"/>
              </a:buClr>
              <a:buSzPct val="100000"/>
            </a:pPr>
            <a:r>
              <a:rPr lang="de-DE" sz="1600" kern="0">
                <a:latin typeface="72 Brand" panose="020B0504030603020204" pitchFamily="34" charset="0"/>
                <a:ea typeface="72 Brand" pitchFamily="34" charset="-128"/>
                <a:cs typeface="72 Brand" pitchFamily="34" charset="-128"/>
              </a:rPr>
              <a:t>Source </a:t>
            </a:r>
            <a:r>
              <a:rPr lang="de-DE" sz="1600" kern="0" err="1">
                <a:latin typeface="72 Brand" panose="020B0504030603020204" pitchFamily="34" charset="0"/>
                <a:ea typeface="72 Brand" pitchFamily="34" charset="-128"/>
                <a:cs typeface="72 Brand" pitchFamily="34" charset="-128"/>
              </a:rPr>
              <a:t>of</a:t>
            </a:r>
            <a:r>
              <a:rPr lang="de-DE" sz="1600" kern="0">
                <a:latin typeface="72 Brand" panose="020B0504030603020204" pitchFamily="34" charset="0"/>
                <a:ea typeface="72 Brand" pitchFamily="34" charset="-128"/>
                <a:cs typeface="72 Brand" pitchFamily="34" charset="-128"/>
              </a:rPr>
              <a:t> </a:t>
            </a:r>
            <a:r>
              <a:rPr lang="de-DE" sz="1600" kern="0" err="1">
                <a:latin typeface="72 Brand" panose="020B0504030603020204" pitchFamily="34" charset="0"/>
                <a:ea typeface="72 Brand" pitchFamily="34" charset="-128"/>
                <a:cs typeface="72 Brand" pitchFamily="34" charset="-128"/>
              </a:rPr>
              <a:t>truth</a:t>
            </a:r>
            <a:r>
              <a:rPr lang="de-DE" sz="1600" kern="0">
                <a:latin typeface="72 Brand" panose="020B0504030603020204" pitchFamily="34" charset="0"/>
                <a:ea typeface="72 Brand" pitchFamily="34" charset="-128"/>
                <a:cs typeface="72 Brand" pitchFamily="34" charset="-128"/>
              </a:rPr>
              <a:t> </a:t>
            </a:r>
            <a:r>
              <a:rPr lang="de-DE" sz="1600" kern="0" err="1">
                <a:latin typeface="72 Brand" panose="020B0504030603020204" pitchFamily="34" charset="0"/>
                <a:ea typeface="72 Brand" pitchFamily="34" charset="-128"/>
                <a:cs typeface="72 Brand" pitchFamily="34" charset="-128"/>
              </a:rPr>
              <a:t>for</a:t>
            </a:r>
            <a:r>
              <a:rPr lang="de-DE" sz="1600" kern="0">
                <a:latin typeface="72 Brand" panose="020B0504030603020204" pitchFamily="34" charset="0"/>
                <a:ea typeface="72 Brand" pitchFamily="34" charset="-128"/>
                <a:cs typeface="72 Brand" pitchFamily="34" charset="-128"/>
              </a:rPr>
              <a:t> clean </a:t>
            </a:r>
            <a:r>
              <a:rPr lang="de-DE" sz="1600" kern="0" err="1">
                <a:latin typeface="72 Brand" panose="020B0504030603020204" pitchFamily="34" charset="0"/>
                <a:ea typeface="72 Brand" pitchFamily="34" charset="-128"/>
                <a:cs typeface="72 Brand" pitchFamily="34" charset="-128"/>
              </a:rPr>
              <a:t>core</a:t>
            </a:r>
            <a:r>
              <a:rPr lang="de-DE" sz="1600" kern="0">
                <a:latin typeface="72 Brand" panose="020B0504030603020204" pitchFamily="34" charset="0"/>
                <a:ea typeface="72 Brand" pitchFamily="34" charset="-128"/>
                <a:cs typeface="72 Brand" pitchFamily="34" charset="-128"/>
              </a:rPr>
              <a:t> </a:t>
            </a:r>
            <a:r>
              <a:rPr lang="de-DE" sz="1600" kern="0" err="1">
                <a:latin typeface="72 Brand" panose="020B0504030603020204" pitchFamily="34" charset="0"/>
                <a:ea typeface="72 Brand" pitchFamily="34" charset="-128"/>
                <a:cs typeface="72 Brand" pitchFamily="34" charset="-128"/>
              </a:rPr>
              <a:t>levels</a:t>
            </a:r>
            <a:r>
              <a:rPr lang="de-DE" sz="1600" kern="0">
                <a:latin typeface="72 Brand" panose="020B0504030603020204" pitchFamily="34" charset="0"/>
                <a:ea typeface="72 Brand" pitchFamily="34" charset="-128"/>
                <a:cs typeface="72 Brand" pitchFamily="34" charset="-128"/>
              </a:rPr>
              <a:t>: SAP-Note </a:t>
            </a:r>
            <a:r>
              <a:rPr lang="de-DE" sz="1600" kern="0">
                <a:latin typeface="72 Brand" panose="020B0504030603020204" pitchFamily="34" charset="0"/>
                <a:ea typeface="72 Brand" pitchFamily="34" charset="-128"/>
                <a:cs typeface="72 Brand" pitchFamily="34" charset="-128"/>
                <a:hlinkClick r:id="rId3"/>
              </a:rPr>
              <a:t>3578329</a:t>
            </a:r>
            <a:endParaRPr lang="de-DE" sz="1600" kern="0">
              <a:latin typeface="72 Brand" panose="020B0504030603020204" pitchFamily="34" charset="0"/>
              <a:ea typeface="72 Brand" pitchFamily="34" charset="-128"/>
              <a:cs typeface="72 Brand" pitchFamily="34" charset="-128"/>
            </a:endParaRPr>
          </a:p>
        </p:txBody>
      </p:sp>
      <p:sp>
        <p:nvSpPr>
          <p:cNvPr id="71" name="Arrow: Pentagon 7">
            <a:extLst>
              <a:ext uri="{FF2B5EF4-FFF2-40B4-BE49-F238E27FC236}">
                <a16:creationId xmlns:a16="http://schemas.microsoft.com/office/drawing/2014/main" id="{C7B2B035-631E-BD81-EC82-E7A437475A2C}"/>
              </a:ext>
            </a:extLst>
          </p:cNvPr>
          <p:cNvSpPr/>
          <p:nvPr/>
        </p:nvSpPr>
        <p:spPr bwMode="auto">
          <a:xfrm>
            <a:off x="8822805" y="3962639"/>
            <a:ext cx="2406823" cy="294794"/>
          </a:xfrm>
          <a:prstGeom prst="homePlate">
            <a:avLst/>
          </a:prstGeom>
          <a:solidFill>
            <a:srgbClr val="00144A"/>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algn="r" defTabSz="932472" fontAlgn="base">
              <a:spcBef>
                <a:spcPct val="0"/>
              </a:spcBef>
              <a:spcAft>
                <a:spcPct val="0"/>
              </a:spcAft>
            </a:pPr>
            <a:r>
              <a:rPr lang="de-DE" sz="2000" b="1">
                <a:solidFill>
                  <a:schemeClr val="bg1">
                    <a:alpha val="99000"/>
                  </a:schemeClr>
                </a:solidFill>
                <a:ea typeface="Segoe UI" pitchFamily="34" charset="0"/>
                <a:cs typeface="72" panose="020B0503030000000003" pitchFamily="34" charset="0"/>
              </a:rPr>
              <a:t>A</a:t>
            </a:r>
          </a:p>
        </p:txBody>
      </p:sp>
      <p:sp>
        <p:nvSpPr>
          <p:cNvPr id="72" name="Arrow: Pentagon 7">
            <a:extLst>
              <a:ext uri="{FF2B5EF4-FFF2-40B4-BE49-F238E27FC236}">
                <a16:creationId xmlns:a16="http://schemas.microsoft.com/office/drawing/2014/main" id="{F5E15A6C-91C9-00F4-F572-845D5478F36F}"/>
              </a:ext>
            </a:extLst>
          </p:cNvPr>
          <p:cNvSpPr/>
          <p:nvPr/>
        </p:nvSpPr>
        <p:spPr bwMode="auto">
          <a:xfrm>
            <a:off x="8827537" y="4330097"/>
            <a:ext cx="2406823" cy="301146"/>
          </a:xfrm>
          <a:prstGeom prst="homePlate">
            <a:avLst/>
          </a:prstGeom>
          <a:solidFill>
            <a:srgbClr val="00144A"/>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algn="r" defTabSz="932472" fontAlgn="base">
              <a:spcBef>
                <a:spcPct val="0"/>
              </a:spcBef>
              <a:spcAft>
                <a:spcPct val="0"/>
              </a:spcAft>
            </a:pPr>
            <a:r>
              <a:rPr lang="de-DE" sz="2000" b="1">
                <a:solidFill>
                  <a:schemeClr val="bg1">
                    <a:alpha val="99000"/>
                  </a:schemeClr>
                </a:solidFill>
                <a:ea typeface="Segoe UI" pitchFamily="34" charset="0"/>
                <a:cs typeface="72" panose="020B0503030000000003" pitchFamily="34" charset="0"/>
              </a:rPr>
              <a:t>A</a:t>
            </a:r>
          </a:p>
        </p:txBody>
      </p:sp>
      <p:sp>
        <p:nvSpPr>
          <p:cNvPr id="73" name="Arrow: Pentagon 7">
            <a:extLst>
              <a:ext uri="{FF2B5EF4-FFF2-40B4-BE49-F238E27FC236}">
                <a16:creationId xmlns:a16="http://schemas.microsoft.com/office/drawing/2014/main" id="{1D227EDA-27C0-D709-77CB-1EA49BF0AFB2}"/>
              </a:ext>
            </a:extLst>
          </p:cNvPr>
          <p:cNvSpPr/>
          <p:nvPr/>
        </p:nvSpPr>
        <p:spPr bwMode="auto">
          <a:xfrm>
            <a:off x="8827536" y="4696632"/>
            <a:ext cx="2406823" cy="303326"/>
          </a:xfrm>
          <a:prstGeom prst="homePlate">
            <a:avLst/>
          </a:prstGeom>
          <a:solidFill>
            <a:srgbClr val="00144A"/>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algn="r" defTabSz="932472" fontAlgn="base">
              <a:spcBef>
                <a:spcPct val="0"/>
              </a:spcBef>
              <a:spcAft>
                <a:spcPct val="0"/>
              </a:spcAft>
            </a:pPr>
            <a:r>
              <a:rPr lang="de-DE" sz="2000" b="1">
                <a:solidFill>
                  <a:schemeClr val="bg1">
                    <a:alpha val="99000"/>
                  </a:schemeClr>
                </a:solidFill>
                <a:ea typeface="Segoe UI" pitchFamily="34" charset="0"/>
                <a:cs typeface="72" panose="020B0503030000000003" pitchFamily="34" charset="0"/>
              </a:rPr>
              <a:t>A</a:t>
            </a:r>
          </a:p>
        </p:txBody>
      </p:sp>
      <p:sp>
        <p:nvSpPr>
          <p:cNvPr id="74" name="Arrow: Pentagon 7">
            <a:extLst>
              <a:ext uri="{FF2B5EF4-FFF2-40B4-BE49-F238E27FC236}">
                <a16:creationId xmlns:a16="http://schemas.microsoft.com/office/drawing/2014/main" id="{8AADBE56-1E32-F049-98BD-181CEA58B2C0}"/>
              </a:ext>
            </a:extLst>
          </p:cNvPr>
          <p:cNvSpPr/>
          <p:nvPr/>
        </p:nvSpPr>
        <p:spPr bwMode="auto">
          <a:xfrm>
            <a:off x="8822805" y="5074332"/>
            <a:ext cx="2406823" cy="291743"/>
          </a:xfrm>
          <a:prstGeom prst="homePlate">
            <a:avLst/>
          </a:prstGeom>
          <a:solidFill>
            <a:srgbClr val="00144A"/>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algn="r" defTabSz="932472" fontAlgn="base">
              <a:spcBef>
                <a:spcPct val="0"/>
              </a:spcBef>
              <a:spcAft>
                <a:spcPct val="0"/>
              </a:spcAft>
            </a:pPr>
            <a:r>
              <a:rPr lang="de-DE" sz="2000" b="1">
                <a:solidFill>
                  <a:schemeClr val="bg1">
                    <a:alpha val="99000"/>
                  </a:schemeClr>
                </a:solidFill>
                <a:ea typeface="Segoe UI" pitchFamily="34" charset="0"/>
                <a:cs typeface="72" panose="020B0503030000000003" pitchFamily="34" charset="0"/>
              </a:rPr>
              <a:t>A</a:t>
            </a:r>
          </a:p>
        </p:txBody>
      </p:sp>
      <p:sp>
        <p:nvSpPr>
          <p:cNvPr id="75" name="Arrow: Pentagon 7">
            <a:extLst>
              <a:ext uri="{FF2B5EF4-FFF2-40B4-BE49-F238E27FC236}">
                <a16:creationId xmlns:a16="http://schemas.microsoft.com/office/drawing/2014/main" id="{4A65BB41-9618-B122-2D54-24F485E1FB2C}"/>
              </a:ext>
            </a:extLst>
          </p:cNvPr>
          <p:cNvSpPr/>
          <p:nvPr/>
        </p:nvSpPr>
        <p:spPr bwMode="auto">
          <a:xfrm>
            <a:off x="8822805" y="5436227"/>
            <a:ext cx="2406823" cy="298460"/>
          </a:xfrm>
          <a:prstGeom prst="homePlate">
            <a:avLst/>
          </a:prstGeom>
          <a:solidFill>
            <a:srgbClr val="00144A"/>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algn="r" defTabSz="932472" fontAlgn="base">
              <a:spcBef>
                <a:spcPct val="0"/>
              </a:spcBef>
              <a:spcAft>
                <a:spcPct val="0"/>
              </a:spcAft>
            </a:pPr>
            <a:r>
              <a:rPr lang="de-DE" sz="2000" b="1">
                <a:solidFill>
                  <a:schemeClr val="bg1">
                    <a:alpha val="99000"/>
                  </a:schemeClr>
                </a:solidFill>
                <a:ea typeface="Segoe UI" pitchFamily="34" charset="0"/>
                <a:cs typeface="72" panose="020B0503030000000003" pitchFamily="34" charset="0"/>
              </a:rPr>
              <a:t>A</a:t>
            </a:r>
          </a:p>
        </p:txBody>
      </p:sp>
      <p:sp>
        <p:nvSpPr>
          <p:cNvPr id="76" name="TextBox 8">
            <a:extLst>
              <a:ext uri="{FF2B5EF4-FFF2-40B4-BE49-F238E27FC236}">
                <a16:creationId xmlns:a16="http://schemas.microsoft.com/office/drawing/2014/main" id="{4A82D3F7-FB31-E931-47D3-307E76CB74E5}"/>
              </a:ext>
            </a:extLst>
          </p:cNvPr>
          <p:cNvSpPr txBox="1"/>
          <p:nvPr/>
        </p:nvSpPr>
        <p:spPr>
          <a:xfrm>
            <a:off x="8801032" y="1689596"/>
            <a:ext cx="1181868" cy="246221"/>
          </a:xfrm>
          <a:prstGeom prst="rect">
            <a:avLst/>
          </a:prstGeom>
          <a:noFill/>
        </p:spPr>
        <p:txBody>
          <a:bodyPr wrap="square" lIns="0" tIns="0" rIns="0" bIns="0">
            <a:spAutoFit/>
          </a:bodyPr>
          <a:lstStyle/>
          <a:p>
            <a:r>
              <a:rPr lang="en-US" sz="800">
                <a:solidFill>
                  <a:schemeClr val="tx1">
                    <a:lumMod val="75000"/>
                    <a:lumOff val="25000"/>
                  </a:schemeClr>
                </a:solidFill>
              </a:rPr>
              <a:t>Clean Core </a:t>
            </a:r>
          </a:p>
          <a:p>
            <a:r>
              <a:rPr lang="en-US" sz="800">
                <a:solidFill>
                  <a:schemeClr val="tx1">
                    <a:lumMod val="75000"/>
                    <a:lumOff val="25000"/>
                  </a:schemeClr>
                </a:solidFill>
              </a:rPr>
              <a:t>Level</a:t>
            </a:r>
          </a:p>
        </p:txBody>
      </p:sp>
      <p:sp>
        <p:nvSpPr>
          <p:cNvPr id="78" name="TextBox 20">
            <a:extLst>
              <a:ext uri="{FF2B5EF4-FFF2-40B4-BE49-F238E27FC236}">
                <a16:creationId xmlns:a16="http://schemas.microsoft.com/office/drawing/2014/main" id="{599CA459-B224-BD56-1A01-E0FD12FAAC05}"/>
              </a:ext>
            </a:extLst>
          </p:cNvPr>
          <p:cNvSpPr txBox="1"/>
          <p:nvPr/>
        </p:nvSpPr>
        <p:spPr>
          <a:xfrm>
            <a:off x="6140699" y="5915583"/>
            <a:ext cx="1831954" cy="215444"/>
          </a:xfrm>
          <a:prstGeom prst="rect">
            <a:avLst/>
          </a:prstGeom>
          <a:noFill/>
        </p:spPr>
        <p:txBody>
          <a:bodyPr wrap="square" lIns="0" tIns="0" rIns="0" bIns="0" rtlCol="0">
            <a:spAutoFit/>
          </a:bodyPr>
          <a:lstStyle/>
          <a:p>
            <a:pPr algn="ctr" fontAlgn="base">
              <a:spcBef>
                <a:spcPct val="50000"/>
              </a:spcBef>
              <a:spcAft>
                <a:spcPct val="0"/>
              </a:spcAft>
              <a:buClr>
                <a:schemeClr val="tx1"/>
              </a:buClr>
              <a:buSzPct val="100000"/>
            </a:pPr>
            <a:r>
              <a:rPr lang="en-GB" sz="1400" b="1" kern="0">
                <a:latin typeface="72 Brand" panose="020B0504030603020204" pitchFamily="34" charset="0"/>
                <a:ea typeface="Arial Unicode MS" pitchFamily="34" charset="-128"/>
                <a:cs typeface="Arial Unicode MS" pitchFamily="34" charset="-128"/>
              </a:rPr>
              <a:t>Clean Core Levels</a:t>
            </a:r>
            <a:endParaRPr lang="de-DE" sz="1400" b="1" kern="0">
              <a:latin typeface="72 Brand" panose="020B0504030603020204" pitchFamily="34" charset="0"/>
              <a:ea typeface="Arial Unicode MS" pitchFamily="34" charset="-128"/>
              <a:cs typeface="Arial Unicode MS" pitchFamily="34" charset="-128"/>
            </a:endParaRPr>
          </a:p>
        </p:txBody>
      </p:sp>
      <p:sp>
        <p:nvSpPr>
          <p:cNvPr id="79" name="TextBox 20">
            <a:extLst>
              <a:ext uri="{FF2B5EF4-FFF2-40B4-BE49-F238E27FC236}">
                <a16:creationId xmlns:a16="http://schemas.microsoft.com/office/drawing/2014/main" id="{5FDBD15A-DE8F-64CA-3F96-56001118933A}"/>
              </a:ext>
            </a:extLst>
          </p:cNvPr>
          <p:cNvSpPr txBox="1"/>
          <p:nvPr/>
        </p:nvSpPr>
        <p:spPr>
          <a:xfrm>
            <a:off x="10554346" y="6167532"/>
            <a:ext cx="2236942" cy="215444"/>
          </a:xfrm>
          <a:prstGeom prst="rect">
            <a:avLst/>
          </a:prstGeom>
          <a:noFill/>
        </p:spPr>
        <p:txBody>
          <a:bodyPr wrap="square" lIns="0" tIns="0" rIns="0" bIns="0" rtlCol="0">
            <a:spAutoFit/>
          </a:bodyPr>
          <a:lstStyle/>
          <a:p>
            <a:pPr algn="ctr" fontAlgn="base">
              <a:spcBef>
                <a:spcPct val="50000"/>
              </a:spcBef>
              <a:spcAft>
                <a:spcPct val="0"/>
              </a:spcAft>
              <a:buClr>
                <a:schemeClr val="tx1"/>
              </a:buClr>
              <a:buSzPct val="100000"/>
            </a:pPr>
            <a:r>
              <a:rPr lang="en-GB" sz="1400" kern="0">
                <a:latin typeface="72 Brand" panose="020B0504030603020204" pitchFamily="34" charset="0"/>
                <a:ea typeface="Arial Unicode MS" pitchFamily="34" charset="-128"/>
                <a:cs typeface="Arial Unicode MS" pitchFamily="34" charset="-128"/>
              </a:rPr>
              <a:t>highest</a:t>
            </a:r>
            <a:endParaRPr lang="de-DE" sz="1400" kern="0">
              <a:latin typeface="72 Brand" panose="020B0504030603020204" pitchFamily="34" charset="0"/>
              <a:ea typeface="Arial Unicode MS" pitchFamily="34" charset="-128"/>
              <a:cs typeface="Arial Unicode MS" pitchFamily="34" charset="-128"/>
            </a:endParaRPr>
          </a:p>
        </p:txBody>
      </p:sp>
      <p:sp>
        <p:nvSpPr>
          <p:cNvPr id="80" name="TextBox 20">
            <a:extLst>
              <a:ext uri="{FF2B5EF4-FFF2-40B4-BE49-F238E27FC236}">
                <a16:creationId xmlns:a16="http://schemas.microsoft.com/office/drawing/2014/main" id="{46F06338-E869-F704-460D-707A48B31644}"/>
              </a:ext>
            </a:extLst>
          </p:cNvPr>
          <p:cNvSpPr txBox="1"/>
          <p:nvPr/>
        </p:nvSpPr>
        <p:spPr>
          <a:xfrm>
            <a:off x="6254575" y="6162279"/>
            <a:ext cx="617972" cy="215444"/>
          </a:xfrm>
          <a:prstGeom prst="rect">
            <a:avLst/>
          </a:prstGeom>
          <a:noFill/>
        </p:spPr>
        <p:txBody>
          <a:bodyPr wrap="square" lIns="0" tIns="0" rIns="0" bIns="0" rtlCol="0">
            <a:spAutoFit/>
          </a:bodyPr>
          <a:lstStyle/>
          <a:p>
            <a:pPr algn="ctr" fontAlgn="base">
              <a:spcBef>
                <a:spcPct val="50000"/>
              </a:spcBef>
              <a:spcAft>
                <a:spcPct val="0"/>
              </a:spcAft>
              <a:buClr>
                <a:schemeClr val="tx1"/>
              </a:buClr>
              <a:buSzPct val="100000"/>
            </a:pPr>
            <a:r>
              <a:rPr lang="en-GB" sz="1400" kern="0">
                <a:latin typeface="72 Brand" panose="020B0504030603020204" pitchFamily="34" charset="0"/>
                <a:ea typeface="Arial Unicode MS" pitchFamily="34" charset="-128"/>
                <a:cs typeface="Arial Unicode MS" pitchFamily="34" charset="-128"/>
              </a:rPr>
              <a:t>lowest</a:t>
            </a:r>
            <a:endParaRPr lang="de-DE" sz="1400" kern="0">
              <a:latin typeface="72 Brand" panose="020B0504030603020204" pitchFamily="34" charset="0"/>
              <a:ea typeface="Arial Unicode MS" pitchFamily="34" charset="-128"/>
              <a:cs typeface="Arial Unicode MS" pitchFamily="34" charset="-128"/>
            </a:endParaRPr>
          </a:p>
        </p:txBody>
      </p:sp>
      <p:grpSp>
        <p:nvGrpSpPr>
          <p:cNvPr id="52" name="Group 51">
            <a:extLst>
              <a:ext uri="{FF2B5EF4-FFF2-40B4-BE49-F238E27FC236}">
                <a16:creationId xmlns:a16="http://schemas.microsoft.com/office/drawing/2014/main" id="{EE04514E-24D9-16D0-FACB-68C526E12007}"/>
              </a:ext>
            </a:extLst>
          </p:cNvPr>
          <p:cNvGrpSpPr/>
          <p:nvPr/>
        </p:nvGrpSpPr>
        <p:grpSpPr>
          <a:xfrm>
            <a:off x="10166184" y="6102144"/>
            <a:ext cx="1050925" cy="372057"/>
            <a:chOff x="10271287" y="6102144"/>
            <a:chExt cx="1050925" cy="372057"/>
          </a:xfrm>
        </p:grpSpPr>
        <p:sp>
          <p:nvSpPr>
            <p:cNvPr id="77" name="Rectangle 23">
              <a:extLst>
                <a:ext uri="{FF2B5EF4-FFF2-40B4-BE49-F238E27FC236}">
                  <a16:creationId xmlns:a16="http://schemas.microsoft.com/office/drawing/2014/main" id="{67F95885-66AD-186E-17AB-5E0419662117}"/>
                </a:ext>
              </a:extLst>
            </p:cNvPr>
            <p:cNvSpPr/>
            <p:nvPr/>
          </p:nvSpPr>
          <p:spPr bwMode="gray">
            <a:xfrm rot="5400000">
              <a:off x="10610721" y="5762710"/>
              <a:ext cx="372057" cy="1050925"/>
            </a:xfrm>
            <a:prstGeom prst="upArrow">
              <a:avLst/>
            </a:prstGeom>
            <a:solidFill>
              <a:srgbClr val="00144A"/>
            </a:solidFill>
            <a:ln w="19050" algn="ctr">
              <a:noFill/>
              <a:miter lim="800000"/>
              <a:headEnd/>
              <a:tailEnd/>
            </a:ln>
          </p:spPr>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DE" sz="900" b="0" i="0" u="none" strike="noStrike" kern="0" cap="none" spc="0" normalizeH="0" baseline="0" noProof="0">
                <a:ln>
                  <a:noFill/>
                </a:ln>
                <a:effectLst/>
                <a:uLnTx/>
                <a:uFillTx/>
                <a:latin typeface="+mn-lt"/>
                <a:ea typeface="72 Brand" pitchFamily="34" charset="-128"/>
                <a:cs typeface="72 Brand" pitchFamily="34" charset="-128"/>
              </a:endParaRPr>
            </a:p>
          </p:txBody>
        </p:sp>
        <p:sp>
          <p:nvSpPr>
            <p:cNvPr id="81" name="TextBox 20">
              <a:extLst>
                <a:ext uri="{FF2B5EF4-FFF2-40B4-BE49-F238E27FC236}">
                  <a16:creationId xmlns:a16="http://schemas.microsoft.com/office/drawing/2014/main" id="{2FE41E40-5643-E68E-9E2E-37A470FEB277}"/>
                </a:ext>
              </a:extLst>
            </p:cNvPr>
            <p:cNvSpPr txBox="1"/>
            <p:nvPr/>
          </p:nvSpPr>
          <p:spPr>
            <a:xfrm>
              <a:off x="10693221" y="6195839"/>
              <a:ext cx="207057" cy="184666"/>
            </a:xfrm>
            <a:prstGeom prst="rect">
              <a:avLst/>
            </a:prstGeom>
            <a:noFill/>
          </p:spPr>
          <p:txBody>
            <a:bodyPr wrap="square" lIns="0" tIns="0" rIns="0" bIns="0" rtlCol="0">
              <a:spAutoFit/>
            </a:bodyPr>
            <a:lstStyle/>
            <a:p>
              <a:pPr algn="ctr" fontAlgn="base">
                <a:spcBef>
                  <a:spcPct val="50000"/>
                </a:spcBef>
                <a:spcAft>
                  <a:spcPct val="0"/>
                </a:spcAft>
                <a:buClr>
                  <a:schemeClr val="tx1"/>
                </a:buClr>
                <a:buSzPct val="100000"/>
              </a:pPr>
              <a:r>
                <a:rPr lang="de-DE" sz="1200" b="1" kern="0">
                  <a:solidFill>
                    <a:schemeClr val="bg1"/>
                  </a:solidFill>
                  <a:latin typeface="72 Brand" panose="020B0504030603020204" pitchFamily="34" charset="0"/>
                  <a:ea typeface="Arial Unicode MS" pitchFamily="34" charset="-128"/>
                  <a:cs typeface="Arial Unicode MS" pitchFamily="34" charset="-128"/>
                </a:rPr>
                <a:t>A</a:t>
              </a:r>
            </a:p>
          </p:txBody>
        </p:sp>
      </p:grpSp>
      <p:grpSp>
        <p:nvGrpSpPr>
          <p:cNvPr id="51" name="Group 50">
            <a:extLst>
              <a:ext uri="{FF2B5EF4-FFF2-40B4-BE49-F238E27FC236}">
                <a16:creationId xmlns:a16="http://schemas.microsoft.com/office/drawing/2014/main" id="{DFFA2BF2-4374-425C-A70E-A5EC5AFB1040}"/>
              </a:ext>
            </a:extLst>
          </p:cNvPr>
          <p:cNvGrpSpPr/>
          <p:nvPr/>
        </p:nvGrpSpPr>
        <p:grpSpPr>
          <a:xfrm>
            <a:off x="9087745" y="6193057"/>
            <a:ext cx="1081896" cy="184666"/>
            <a:chOff x="9191806" y="6193057"/>
            <a:chExt cx="1081896" cy="184666"/>
          </a:xfrm>
        </p:grpSpPr>
        <p:sp>
          <p:nvSpPr>
            <p:cNvPr id="46" name="Rectangle 45">
              <a:extLst>
                <a:ext uri="{FF2B5EF4-FFF2-40B4-BE49-F238E27FC236}">
                  <a16:creationId xmlns:a16="http://schemas.microsoft.com/office/drawing/2014/main" id="{4177C8EC-5E21-140D-ED0F-A173DBAB537A}"/>
                </a:ext>
              </a:extLst>
            </p:cNvPr>
            <p:cNvSpPr/>
            <p:nvPr/>
          </p:nvSpPr>
          <p:spPr bwMode="gray">
            <a:xfrm>
              <a:off x="9191806" y="6193057"/>
              <a:ext cx="1081896" cy="184666"/>
            </a:xfrm>
            <a:prstGeom prst="rect">
              <a:avLst/>
            </a:prstGeom>
            <a:solidFill>
              <a:srgbClr val="002986"/>
            </a:solidFill>
            <a:ln w="2540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PT" sz="1800" b="0" i="0" u="none" strike="noStrike" kern="0" cap="none" spc="0" normalizeH="0" baseline="0" noProof="0">
                <a:ln>
                  <a:noFill/>
                </a:ln>
                <a:effectLst/>
                <a:uLnTx/>
                <a:uFillTx/>
                <a:latin typeface="+mn-lt"/>
                <a:ea typeface="72 Brand" pitchFamily="34" charset="-128"/>
                <a:cs typeface="72 Brand" pitchFamily="34" charset="-128"/>
              </a:endParaRPr>
            </a:p>
          </p:txBody>
        </p:sp>
        <p:sp>
          <p:nvSpPr>
            <p:cNvPr id="82" name="TextBox 20">
              <a:extLst>
                <a:ext uri="{FF2B5EF4-FFF2-40B4-BE49-F238E27FC236}">
                  <a16:creationId xmlns:a16="http://schemas.microsoft.com/office/drawing/2014/main" id="{325F6CF4-1CFD-E1E5-B54E-08DB34D8E200}"/>
                </a:ext>
              </a:extLst>
            </p:cNvPr>
            <p:cNvSpPr txBox="1"/>
            <p:nvPr/>
          </p:nvSpPr>
          <p:spPr>
            <a:xfrm>
              <a:off x="9644295" y="6193057"/>
              <a:ext cx="176919" cy="184666"/>
            </a:xfrm>
            <a:prstGeom prst="rect">
              <a:avLst/>
            </a:prstGeom>
            <a:noFill/>
          </p:spPr>
          <p:txBody>
            <a:bodyPr wrap="square" lIns="0" tIns="0" rIns="0" bIns="0" rtlCol="0">
              <a:spAutoFit/>
            </a:bodyPr>
            <a:lstStyle/>
            <a:p>
              <a:pPr algn="ctr" fontAlgn="base">
                <a:spcBef>
                  <a:spcPct val="50000"/>
                </a:spcBef>
                <a:spcAft>
                  <a:spcPct val="0"/>
                </a:spcAft>
                <a:buClr>
                  <a:schemeClr val="tx1"/>
                </a:buClr>
                <a:buSzPct val="100000"/>
              </a:pPr>
              <a:r>
                <a:rPr lang="de-DE" sz="1200" b="1" kern="0">
                  <a:solidFill>
                    <a:schemeClr val="bg1"/>
                  </a:solidFill>
                  <a:latin typeface="72 Brand" panose="020B0504030603020204" pitchFamily="34" charset="0"/>
                  <a:ea typeface="Arial Unicode MS" pitchFamily="34" charset="-128"/>
                  <a:cs typeface="Arial Unicode MS" pitchFamily="34" charset="-128"/>
                </a:rPr>
                <a:t>B</a:t>
              </a:r>
            </a:p>
          </p:txBody>
        </p:sp>
      </p:grpSp>
      <p:grpSp>
        <p:nvGrpSpPr>
          <p:cNvPr id="50" name="Group 49">
            <a:extLst>
              <a:ext uri="{FF2B5EF4-FFF2-40B4-BE49-F238E27FC236}">
                <a16:creationId xmlns:a16="http://schemas.microsoft.com/office/drawing/2014/main" id="{08D97685-65A1-CDFA-F4A0-98699327392A}"/>
              </a:ext>
            </a:extLst>
          </p:cNvPr>
          <p:cNvGrpSpPr/>
          <p:nvPr/>
        </p:nvGrpSpPr>
        <p:grpSpPr>
          <a:xfrm>
            <a:off x="8009306" y="6193057"/>
            <a:ext cx="1081896" cy="188942"/>
            <a:chOff x="8110722" y="6193057"/>
            <a:chExt cx="1081896" cy="188942"/>
          </a:xfrm>
        </p:grpSpPr>
        <p:sp>
          <p:nvSpPr>
            <p:cNvPr id="47" name="Rectangle 46">
              <a:extLst>
                <a:ext uri="{FF2B5EF4-FFF2-40B4-BE49-F238E27FC236}">
                  <a16:creationId xmlns:a16="http://schemas.microsoft.com/office/drawing/2014/main" id="{6D239727-A2A1-8B18-F0B8-C82964F4A598}"/>
                </a:ext>
              </a:extLst>
            </p:cNvPr>
            <p:cNvSpPr/>
            <p:nvPr/>
          </p:nvSpPr>
          <p:spPr bwMode="gray">
            <a:xfrm>
              <a:off x="8110722" y="6193057"/>
              <a:ext cx="1081896" cy="184666"/>
            </a:xfrm>
            <a:prstGeom prst="rect">
              <a:avLst/>
            </a:prstGeom>
            <a:solidFill>
              <a:srgbClr val="0070F3"/>
            </a:solidFill>
            <a:ln w="2540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PT" sz="1800" b="0" i="0" u="none" strike="noStrike" kern="0" cap="none" spc="0" normalizeH="0" baseline="0" noProof="0">
                <a:ln>
                  <a:noFill/>
                </a:ln>
                <a:effectLst/>
                <a:uLnTx/>
                <a:uFillTx/>
                <a:latin typeface="+mn-lt"/>
                <a:ea typeface="72 Brand" pitchFamily="34" charset="-128"/>
                <a:cs typeface="72 Brand" pitchFamily="34" charset="-128"/>
              </a:endParaRPr>
            </a:p>
          </p:txBody>
        </p:sp>
        <p:sp>
          <p:nvSpPr>
            <p:cNvPr id="83" name="TextBox 20">
              <a:extLst>
                <a:ext uri="{FF2B5EF4-FFF2-40B4-BE49-F238E27FC236}">
                  <a16:creationId xmlns:a16="http://schemas.microsoft.com/office/drawing/2014/main" id="{4C2FDC5E-01A1-4554-FEE8-93242E0D65E3}"/>
                </a:ext>
              </a:extLst>
            </p:cNvPr>
            <p:cNvSpPr txBox="1"/>
            <p:nvPr/>
          </p:nvSpPr>
          <p:spPr>
            <a:xfrm>
              <a:off x="8548142" y="6197333"/>
              <a:ext cx="207057" cy="184666"/>
            </a:xfrm>
            <a:prstGeom prst="rect">
              <a:avLst/>
            </a:prstGeom>
            <a:noFill/>
          </p:spPr>
          <p:txBody>
            <a:bodyPr wrap="square" lIns="0" tIns="0" rIns="0" bIns="0" rtlCol="0">
              <a:spAutoFit/>
            </a:bodyPr>
            <a:lstStyle/>
            <a:p>
              <a:pPr algn="ctr" fontAlgn="base">
                <a:spcBef>
                  <a:spcPct val="50000"/>
                </a:spcBef>
                <a:spcAft>
                  <a:spcPct val="0"/>
                </a:spcAft>
                <a:buClr>
                  <a:schemeClr val="tx1"/>
                </a:buClr>
                <a:buSzPct val="100000"/>
              </a:pPr>
              <a:r>
                <a:rPr lang="de-DE" sz="1200" b="1" kern="0">
                  <a:solidFill>
                    <a:schemeClr val="bg1"/>
                  </a:solidFill>
                  <a:latin typeface="72 Brand" panose="020B0504030603020204" pitchFamily="34" charset="0"/>
                  <a:ea typeface="Arial Unicode MS" pitchFamily="34" charset="-128"/>
                  <a:cs typeface="Arial Unicode MS" pitchFamily="34" charset="-128"/>
                </a:rPr>
                <a:t>C</a:t>
              </a:r>
            </a:p>
          </p:txBody>
        </p:sp>
      </p:grpSp>
      <p:grpSp>
        <p:nvGrpSpPr>
          <p:cNvPr id="49" name="Group 48">
            <a:extLst>
              <a:ext uri="{FF2B5EF4-FFF2-40B4-BE49-F238E27FC236}">
                <a16:creationId xmlns:a16="http://schemas.microsoft.com/office/drawing/2014/main" id="{9BB557C8-6126-7A5A-138E-8284B3C7A04D}"/>
              </a:ext>
            </a:extLst>
          </p:cNvPr>
          <p:cNvGrpSpPr/>
          <p:nvPr/>
        </p:nvGrpSpPr>
        <p:grpSpPr>
          <a:xfrm>
            <a:off x="6930867" y="6193609"/>
            <a:ext cx="1081896" cy="184666"/>
            <a:chOff x="7035970" y="6193609"/>
            <a:chExt cx="1081896" cy="184666"/>
          </a:xfrm>
        </p:grpSpPr>
        <p:sp>
          <p:nvSpPr>
            <p:cNvPr id="48" name="Rectangle 47">
              <a:extLst>
                <a:ext uri="{FF2B5EF4-FFF2-40B4-BE49-F238E27FC236}">
                  <a16:creationId xmlns:a16="http://schemas.microsoft.com/office/drawing/2014/main" id="{61C086D2-2891-1042-7791-7DD9DCDD47EF}"/>
                </a:ext>
              </a:extLst>
            </p:cNvPr>
            <p:cNvSpPr/>
            <p:nvPr/>
          </p:nvSpPr>
          <p:spPr bwMode="gray">
            <a:xfrm>
              <a:off x="7035970" y="6193609"/>
              <a:ext cx="1081896" cy="184666"/>
            </a:xfrm>
            <a:prstGeom prst="rect">
              <a:avLst/>
            </a:prstGeom>
            <a:solidFill>
              <a:srgbClr val="1990FF"/>
            </a:solidFill>
            <a:ln w="2540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PT" sz="1800" b="0" i="0" u="none" strike="noStrike" kern="0" cap="none" spc="0" normalizeH="0" baseline="0" noProof="0">
                <a:ln>
                  <a:noFill/>
                </a:ln>
                <a:effectLst/>
                <a:uLnTx/>
                <a:uFillTx/>
                <a:latin typeface="+mn-lt"/>
                <a:ea typeface="72 Brand" pitchFamily="34" charset="-128"/>
                <a:cs typeface="72 Brand" pitchFamily="34" charset="-128"/>
              </a:endParaRPr>
            </a:p>
          </p:txBody>
        </p:sp>
        <p:sp>
          <p:nvSpPr>
            <p:cNvPr id="84" name="TextBox 20">
              <a:extLst>
                <a:ext uri="{FF2B5EF4-FFF2-40B4-BE49-F238E27FC236}">
                  <a16:creationId xmlns:a16="http://schemas.microsoft.com/office/drawing/2014/main" id="{F85BC5E7-2EB4-25B0-CE10-9D3B9CE55CCE}"/>
                </a:ext>
              </a:extLst>
            </p:cNvPr>
            <p:cNvSpPr txBox="1"/>
            <p:nvPr/>
          </p:nvSpPr>
          <p:spPr>
            <a:xfrm>
              <a:off x="7488459" y="6193609"/>
              <a:ext cx="176919" cy="184666"/>
            </a:xfrm>
            <a:prstGeom prst="rect">
              <a:avLst/>
            </a:prstGeom>
            <a:noFill/>
          </p:spPr>
          <p:txBody>
            <a:bodyPr wrap="square" lIns="0" tIns="0" rIns="0" bIns="0" rtlCol="0">
              <a:spAutoFit/>
            </a:bodyPr>
            <a:lstStyle/>
            <a:p>
              <a:pPr algn="ctr" fontAlgn="base">
                <a:spcBef>
                  <a:spcPct val="50000"/>
                </a:spcBef>
                <a:spcAft>
                  <a:spcPct val="0"/>
                </a:spcAft>
                <a:buClr>
                  <a:schemeClr val="tx1"/>
                </a:buClr>
                <a:buSzPct val="100000"/>
              </a:pPr>
              <a:r>
                <a:rPr lang="de-DE" sz="1200" b="1" kern="0">
                  <a:solidFill>
                    <a:schemeClr val="bg1"/>
                  </a:solidFill>
                  <a:latin typeface="72 Brand" panose="020B0504030603020204" pitchFamily="34" charset="0"/>
                  <a:ea typeface="Arial Unicode MS" pitchFamily="34" charset="-128"/>
                  <a:cs typeface="Arial Unicode MS" pitchFamily="34" charset="-128"/>
                </a:rPr>
                <a:t>D</a:t>
              </a:r>
            </a:p>
          </p:txBody>
        </p:sp>
      </p:grpSp>
      <p:sp>
        <p:nvSpPr>
          <p:cNvPr id="85" name="Arrow: Pentagon 6">
            <a:extLst>
              <a:ext uri="{FF2B5EF4-FFF2-40B4-BE49-F238E27FC236}">
                <a16:creationId xmlns:a16="http://schemas.microsoft.com/office/drawing/2014/main" id="{82F34198-240F-9A7B-3285-A33DC7B0D47F}"/>
              </a:ext>
            </a:extLst>
          </p:cNvPr>
          <p:cNvSpPr/>
          <p:nvPr/>
        </p:nvSpPr>
        <p:spPr bwMode="auto">
          <a:xfrm>
            <a:off x="8827539" y="2692369"/>
            <a:ext cx="2402089" cy="301145"/>
          </a:xfrm>
          <a:prstGeom prst="homePlate">
            <a:avLst/>
          </a:prstGeom>
          <a:solidFill>
            <a:srgbClr val="002886"/>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algn="r" defTabSz="932472" fontAlgn="base">
              <a:spcBef>
                <a:spcPct val="0"/>
              </a:spcBef>
              <a:spcAft>
                <a:spcPct val="0"/>
              </a:spcAft>
            </a:pPr>
            <a:r>
              <a:rPr lang="de-DE" sz="2000" b="1">
                <a:solidFill>
                  <a:schemeClr val="bg1">
                    <a:alpha val="99000"/>
                  </a:schemeClr>
                </a:solidFill>
                <a:ea typeface="Segoe UI" pitchFamily="34" charset="0"/>
                <a:cs typeface="72" panose="020B0503030000000003" pitchFamily="34" charset="0"/>
              </a:rPr>
              <a:t>B</a:t>
            </a:r>
          </a:p>
        </p:txBody>
      </p:sp>
      <p:grpSp>
        <p:nvGrpSpPr>
          <p:cNvPr id="6" name="Gruppieren 5">
            <a:extLst>
              <a:ext uri="{FF2B5EF4-FFF2-40B4-BE49-F238E27FC236}">
                <a16:creationId xmlns:a16="http://schemas.microsoft.com/office/drawing/2014/main" id="{44B3FA65-0DF0-9E0A-9A02-EBBB2DD99B4C}"/>
              </a:ext>
            </a:extLst>
          </p:cNvPr>
          <p:cNvGrpSpPr/>
          <p:nvPr/>
        </p:nvGrpSpPr>
        <p:grpSpPr>
          <a:xfrm>
            <a:off x="504001" y="1673240"/>
            <a:ext cx="8484136" cy="4064137"/>
            <a:chOff x="504001" y="1673240"/>
            <a:chExt cx="8484136" cy="4064137"/>
          </a:xfrm>
        </p:grpSpPr>
        <p:grpSp>
          <p:nvGrpSpPr>
            <p:cNvPr id="7" name="Group 54">
              <a:extLst>
                <a:ext uri="{FF2B5EF4-FFF2-40B4-BE49-F238E27FC236}">
                  <a16:creationId xmlns:a16="http://schemas.microsoft.com/office/drawing/2014/main" id="{B27C73FB-B2DC-310C-C33C-A48FE59B20C0}"/>
                </a:ext>
              </a:extLst>
            </p:cNvPr>
            <p:cNvGrpSpPr/>
            <p:nvPr/>
          </p:nvGrpSpPr>
          <p:grpSpPr>
            <a:xfrm>
              <a:off x="6340991" y="3961387"/>
              <a:ext cx="2647146" cy="1775990"/>
              <a:chOff x="8400097" y="4358039"/>
              <a:chExt cx="2647146" cy="1775990"/>
            </a:xfrm>
          </p:grpSpPr>
          <p:sp>
            <p:nvSpPr>
              <p:cNvPr id="38" name="Rechteck 9">
                <a:extLst>
                  <a:ext uri="{FF2B5EF4-FFF2-40B4-BE49-F238E27FC236}">
                    <a16:creationId xmlns:a16="http://schemas.microsoft.com/office/drawing/2014/main" id="{80CBDBBD-F374-710A-CD27-A13B6557CEEF}"/>
                  </a:ext>
                </a:extLst>
              </p:cNvPr>
              <p:cNvSpPr/>
              <p:nvPr/>
            </p:nvSpPr>
            <p:spPr>
              <a:xfrm>
                <a:off x="8400097" y="4358039"/>
                <a:ext cx="2647146" cy="301150"/>
              </a:xfrm>
              <a:prstGeom prst="roundRect">
                <a:avLst>
                  <a:gd name="adj" fmla="val 50000"/>
                </a:avLst>
              </a:prstGeom>
              <a:solidFill>
                <a:srgbClr val="F1ECFF"/>
              </a:solidFill>
              <a:ln w="19050" cap="rnd">
                <a:noFill/>
                <a:prstDash val="solid"/>
              </a:ln>
            </p:spPr>
            <p:style>
              <a:lnRef idx="2">
                <a:schemeClr val="accent1">
                  <a:shade val="50000"/>
                </a:schemeClr>
              </a:lnRef>
              <a:fillRef idx="1">
                <a:schemeClr val="accent1"/>
              </a:fillRef>
              <a:effectRef idx="0">
                <a:schemeClr val="accent1"/>
              </a:effectRef>
              <a:fontRef idx="minor">
                <a:schemeClr val="lt1"/>
              </a:fontRef>
            </p:style>
            <p:txBody>
              <a:bodyPr lIns="72000" tIns="0" rIns="0" bIns="36000" rtlCol="0" anchor="ctr"/>
              <a:lstStyle/>
              <a:p>
                <a:pPr>
                  <a:lnSpc>
                    <a:spcPts val="1450"/>
                  </a:lnSpc>
                  <a:spcBef>
                    <a:spcPts val="600"/>
                  </a:spcBef>
                </a:pPr>
                <a:r>
                  <a:rPr lang="en-US" sz="950">
                    <a:solidFill>
                      <a:srgbClr val="12171C"/>
                    </a:solidFill>
                  </a:rPr>
                  <a:t>SAP Fiori Elements</a:t>
                </a:r>
              </a:p>
            </p:txBody>
          </p:sp>
          <p:sp>
            <p:nvSpPr>
              <p:cNvPr id="39" name="Rechteck 9">
                <a:extLst>
                  <a:ext uri="{FF2B5EF4-FFF2-40B4-BE49-F238E27FC236}">
                    <a16:creationId xmlns:a16="http://schemas.microsoft.com/office/drawing/2014/main" id="{2141DE71-10D3-209C-6DEA-4579A0ACBA53}"/>
                  </a:ext>
                </a:extLst>
              </p:cNvPr>
              <p:cNvSpPr/>
              <p:nvPr/>
            </p:nvSpPr>
            <p:spPr>
              <a:xfrm>
                <a:off x="8400097" y="4726749"/>
                <a:ext cx="2647146" cy="301150"/>
              </a:xfrm>
              <a:prstGeom prst="roundRect">
                <a:avLst>
                  <a:gd name="adj" fmla="val 50000"/>
                </a:avLst>
              </a:prstGeom>
              <a:solidFill>
                <a:srgbClr val="F1ECFF"/>
              </a:solidFill>
              <a:ln w="19050" cap="rnd">
                <a:noFill/>
                <a:prstDash val="solid"/>
              </a:ln>
            </p:spPr>
            <p:style>
              <a:lnRef idx="2">
                <a:schemeClr val="accent1">
                  <a:shade val="50000"/>
                </a:schemeClr>
              </a:lnRef>
              <a:fillRef idx="1">
                <a:schemeClr val="accent1"/>
              </a:fillRef>
              <a:effectRef idx="0">
                <a:schemeClr val="accent1"/>
              </a:effectRef>
              <a:fontRef idx="minor">
                <a:schemeClr val="lt1"/>
              </a:fontRef>
            </p:style>
            <p:txBody>
              <a:bodyPr lIns="72000" tIns="0" rIns="0" bIns="36000" rtlCol="0" anchor="ctr"/>
              <a:lstStyle/>
              <a:p>
                <a:pPr>
                  <a:lnSpc>
                    <a:spcPts val="1450"/>
                  </a:lnSpc>
                  <a:spcBef>
                    <a:spcPts val="600"/>
                  </a:spcBef>
                </a:pPr>
                <a:r>
                  <a:rPr lang="en-US" sz="950">
                    <a:solidFill>
                      <a:srgbClr val="12171C"/>
                    </a:solidFill>
                  </a:rPr>
                  <a:t>SAPUI5</a:t>
                </a:r>
              </a:p>
            </p:txBody>
          </p:sp>
          <p:sp>
            <p:nvSpPr>
              <p:cNvPr id="40" name="Rechteck 9">
                <a:extLst>
                  <a:ext uri="{FF2B5EF4-FFF2-40B4-BE49-F238E27FC236}">
                    <a16:creationId xmlns:a16="http://schemas.microsoft.com/office/drawing/2014/main" id="{B7A79E67-7FE9-02E9-C857-5F37B71A77FE}"/>
                  </a:ext>
                </a:extLst>
              </p:cNvPr>
              <p:cNvSpPr/>
              <p:nvPr/>
            </p:nvSpPr>
            <p:spPr>
              <a:xfrm>
                <a:off x="8400097" y="5095459"/>
                <a:ext cx="2647146" cy="301150"/>
              </a:xfrm>
              <a:prstGeom prst="roundRect">
                <a:avLst>
                  <a:gd name="adj" fmla="val 50000"/>
                </a:avLst>
              </a:prstGeom>
              <a:solidFill>
                <a:srgbClr val="F1ECFF"/>
              </a:solidFill>
              <a:ln w="19050" cap="rnd">
                <a:noFill/>
                <a:prstDash val="solid"/>
              </a:ln>
            </p:spPr>
            <p:style>
              <a:lnRef idx="2">
                <a:schemeClr val="accent1">
                  <a:shade val="50000"/>
                </a:schemeClr>
              </a:lnRef>
              <a:fillRef idx="1">
                <a:schemeClr val="accent1"/>
              </a:fillRef>
              <a:effectRef idx="0">
                <a:schemeClr val="accent1"/>
              </a:effectRef>
              <a:fontRef idx="minor">
                <a:schemeClr val="lt1"/>
              </a:fontRef>
            </p:style>
            <p:txBody>
              <a:bodyPr lIns="72000" tIns="0" rIns="0" bIns="36000" rtlCol="0" anchor="ctr"/>
              <a:lstStyle/>
              <a:p>
                <a:pPr>
                  <a:lnSpc>
                    <a:spcPts val="1450"/>
                  </a:lnSpc>
                  <a:spcBef>
                    <a:spcPts val="600"/>
                  </a:spcBef>
                </a:pPr>
                <a:r>
                  <a:rPr lang="en-US" sz="950">
                    <a:solidFill>
                      <a:srgbClr val="12171C"/>
                    </a:solidFill>
                  </a:rPr>
                  <a:t>UI5 Webcomponent</a:t>
                </a:r>
              </a:p>
            </p:txBody>
          </p:sp>
          <p:sp>
            <p:nvSpPr>
              <p:cNvPr id="41" name="Rechteck 9">
                <a:extLst>
                  <a:ext uri="{FF2B5EF4-FFF2-40B4-BE49-F238E27FC236}">
                    <a16:creationId xmlns:a16="http://schemas.microsoft.com/office/drawing/2014/main" id="{8E92FE10-F540-1A6C-DDB8-22E61082ADAE}"/>
                  </a:ext>
                </a:extLst>
              </p:cNvPr>
              <p:cNvSpPr/>
              <p:nvPr/>
            </p:nvSpPr>
            <p:spPr>
              <a:xfrm>
                <a:off x="8400097" y="5464169"/>
                <a:ext cx="2647146" cy="301150"/>
              </a:xfrm>
              <a:prstGeom prst="roundRect">
                <a:avLst>
                  <a:gd name="adj" fmla="val 50000"/>
                </a:avLst>
              </a:prstGeom>
              <a:solidFill>
                <a:srgbClr val="F1ECFF"/>
              </a:solidFill>
              <a:ln w="19050" cap="rnd">
                <a:noFill/>
                <a:prstDash val="solid"/>
              </a:ln>
            </p:spPr>
            <p:style>
              <a:lnRef idx="2">
                <a:schemeClr val="accent1">
                  <a:shade val="50000"/>
                </a:schemeClr>
              </a:lnRef>
              <a:fillRef idx="1">
                <a:schemeClr val="accent1"/>
              </a:fillRef>
              <a:effectRef idx="0">
                <a:schemeClr val="accent1"/>
              </a:effectRef>
              <a:fontRef idx="minor">
                <a:schemeClr val="lt1"/>
              </a:fontRef>
            </p:style>
            <p:txBody>
              <a:bodyPr lIns="72000" tIns="0" rIns="0" bIns="36000" rtlCol="0" anchor="ctr"/>
              <a:lstStyle/>
              <a:p>
                <a:pPr>
                  <a:lnSpc>
                    <a:spcPts val="1450"/>
                  </a:lnSpc>
                  <a:spcBef>
                    <a:spcPts val="600"/>
                  </a:spcBef>
                </a:pPr>
                <a:r>
                  <a:rPr lang="en-US" sz="950">
                    <a:solidFill>
                      <a:srgbClr val="12171C"/>
                    </a:solidFill>
                  </a:rPr>
                  <a:t>SAP Mobile Services</a:t>
                </a:r>
              </a:p>
            </p:txBody>
          </p:sp>
          <p:sp>
            <p:nvSpPr>
              <p:cNvPr id="42" name="Rechteck 9">
                <a:extLst>
                  <a:ext uri="{FF2B5EF4-FFF2-40B4-BE49-F238E27FC236}">
                    <a16:creationId xmlns:a16="http://schemas.microsoft.com/office/drawing/2014/main" id="{F5C26623-9784-AFF1-CC0C-1F024CB63994}"/>
                  </a:ext>
                </a:extLst>
              </p:cNvPr>
              <p:cNvSpPr/>
              <p:nvPr/>
            </p:nvSpPr>
            <p:spPr>
              <a:xfrm>
                <a:off x="8400097" y="5832879"/>
                <a:ext cx="2647146" cy="301150"/>
              </a:xfrm>
              <a:prstGeom prst="roundRect">
                <a:avLst>
                  <a:gd name="adj" fmla="val 50000"/>
                </a:avLst>
              </a:prstGeom>
              <a:solidFill>
                <a:srgbClr val="F1ECFF"/>
              </a:solidFill>
              <a:ln w="19050" cap="rnd">
                <a:noFill/>
                <a:prstDash val="solid"/>
              </a:ln>
            </p:spPr>
            <p:style>
              <a:lnRef idx="2">
                <a:schemeClr val="accent1">
                  <a:shade val="50000"/>
                </a:schemeClr>
              </a:lnRef>
              <a:fillRef idx="1">
                <a:schemeClr val="accent1"/>
              </a:fillRef>
              <a:effectRef idx="0">
                <a:schemeClr val="accent1"/>
              </a:effectRef>
              <a:fontRef idx="minor">
                <a:schemeClr val="lt1"/>
              </a:fontRef>
            </p:style>
            <p:txBody>
              <a:bodyPr lIns="72000" tIns="0" rIns="0" bIns="36000" rtlCol="0" anchor="ctr"/>
              <a:lstStyle/>
              <a:p>
                <a:pPr>
                  <a:lnSpc>
                    <a:spcPts val="1450"/>
                  </a:lnSpc>
                  <a:spcBef>
                    <a:spcPts val="600"/>
                  </a:spcBef>
                </a:pPr>
                <a:r>
                  <a:rPr lang="en-US" sz="950">
                    <a:solidFill>
                      <a:srgbClr val="12171C"/>
                    </a:solidFill>
                  </a:rPr>
                  <a:t>SAP Build Apps</a:t>
                </a:r>
              </a:p>
            </p:txBody>
          </p:sp>
        </p:grpSp>
        <p:sp>
          <p:nvSpPr>
            <p:cNvPr id="8" name="Left Brace 67">
              <a:extLst>
                <a:ext uri="{FF2B5EF4-FFF2-40B4-BE49-F238E27FC236}">
                  <a16:creationId xmlns:a16="http://schemas.microsoft.com/office/drawing/2014/main" id="{97F1414D-9A11-9A73-C9EC-651C506458C0}"/>
                </a:ext>
              </a:extLst>
            </p:cNvPr>
            <p:cNvSpPr/>
            <p:nvPr/>
          </p:nvSpPr>
          <p:spPr>
            <a:xfrm>
              <a:off x="5679945" y="4113068"/>
              <a:ext cx="661045" cy="1476894"/>
            </a:xfrm>
            <a:prstGeom prst="leftBrace">
              <a:avLst>
                <a:gd name="adj1" fmla="val 0"/>
                <a:gd name="adj2" fmla="val 49587"/>
              </a:avLst>
            </a:prstGeom>
            <a:ln w="12700">
              <a:solidFill>
                <a:srgbClr val="5D36FF"/>
              </a:solidFill>
              <a:headEnd type="none" w="med" len="med"/>
              <a:tailEnd type="triangl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0" name="Left Brace 61">
              <a:extLst>
                <a:ext uri="{FF2B5EF4-FFF2-40B4-BE49-F238E27FC236}">
                  <a16:creationId xmlns:a16="http://schemas.microsoft.com/office/drawing/2014/main" id="{D8E7E0D1-0725-6D5D-2372-EC5DF9AE0752}"/>
                </a:ext>
              </a:extLst>
            </p:cNvPr>
            <p:cNvSpPr/>
            <p:nvPr/>
          </p:nvSpPr>
          <p:spPr>
            <a:xfrm>
              <a:off x="5679944" y="2100436"/>
              <a:ext cx="661045" cy="1120031"/>
            </a:xfrm>
            <a:prstGeom prst="leftBrace">
              <a:avLst>
                <a:gd name="adj1" fmla="val 0"/>
                <a:gd name="adj2" fmla="val 50601"/>
              </a:avLst>
            </a:prstGeom>
            <a:ln w="12700">
              <a:solidFill>
                <a:srgbClr val="22BB97"/>
              </a:solidFill>
              <a:headEnd type="none" w="med" len="med"/>
              <a:tailEnd type="triangl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1" name="TextBox 2">
              <a:extLst>
                <a:ext uri="{FF2B5EF4-FFF2-40B4-BE49-F238E27FC236}">
                  <a16:creationId xmlns:a16="http://schemas.microsoft.com/office/drawing/2014/main" id="{2B40B7DC-88DB-5397-3BBA-8547C8B24A3B}"/>
                </a:ext>
              </a:extLst>
            </p:cNvPr>
            <p:cNvSpPr txBox="1"/>
            <p:nvPr/>
          </p:nvSpPr>
          <p:spPr>
            <a:xfrm>
              <a:off x="504001" y="1795396"/>
              <a:ext cx="1465942" cy="246221"/>
            </a:xfrm>
            <a:prstGeom prst="rect">
              <a:avLst/>
            </a:prstGeom>
            <a:noFill/>
          </p:spPr>
          <p:txBody>
            <a:bodyPr wrap="square" lIns="0" tIns="0" rIns="0" bIns="0">
              <a:spAutoFit/>
            </a:bodyPr>
            <a:lstStyle/>
            <a:p>
              <a:r>
                <a:rPr lang="en-US" sz="800">
                  <a:solidFill>
                    <a:schemeClr val="tx1">
                      <a:lumMod val="75000"/>
                      <a:lumOff val="25000"/>
                    </a:schemeClr>
                  </a:solidFill>
                </a:rPr>
                <a:t>Tier </a:t>
              </a:r>
              <a:br>
                <a:rPr lang="en-US" sz="800">
                  <a:solidFill>
                    <a:schemeClr val="tx1">
                      <a:lumMod val="75000"/>
                      <a:lumOff val="25000"/>
                    </a:schemeClr>
                  </a:solidFill>
                </a:rPr>
              </a:br>
              <a:r>
                <a:rPr lang="en-US" sz="800">
                  <a:solidFill>
                    <a:schemeClr val="tx1">
                      <a:lumMod val="75000"/>
                      <a:lumOff val="25000"/>
                    </a:schemeClr>
                  </a:solidFill>
                </a:rPr>
                <a:t>Architecture</a:t>
              </a:r>
            </a:p>
          </p:txBody>
        </p:sp>
        <p:sp>
          <p:nvSpPr>
            <p:cNvPr id="12" name="TextBox 3">
              <a:extLst>
                <a:ext uri="{FF2B5EF4-FFF2-40B4-BE49-F238E27FC236}">
                  <a16:creationId xmlns:a16="http://schemas.microsoft.com/office/drawing/2014/main" id="{9C905E44-C36D-5463-B58A-3BF5DD964CFD}"/>
                </a:ext>
              </a:extLst>
            </p:cNvPr>
            <p:cNvSpPr txBox="1"/>
            <p:nvPr/>
          </p:nvSpPr>
          <p:spPr>
            <a:xfrm>
              <a:off x="504001" y="3224946"/>
              <a:ext cx="1465942" cy="246221"/>
            </a:xfrm>
            <a:prstGeom prst="rect">
              <a:avLst/>
            </a:prstGeom>
            <a:noFill/>
          </p:spPr>
          <p:txBody>
            <a:bodyPr wrap="square" lIns="0" tIns="0" rIns="0" bIns="0">
              <a:spAutoFit/>
            </a:bodyPr>
            <a:lstStyle/>
            <a:p>
              <a:r>
                <a:rPr lang="en-US" sz="800">
                  <a:solidFill>
                    <a:schemeClr val="tx1">
                      <a:lumMod val="75000"/>
                      <a:lumOff val="25000"/>
                    </a:schemeClr>
                  </a:solidFill>
                </a:rPr>
                <a:t>Extension </a:t>
              </a:r>
              <a:br>
                <a:rPr lang="en-US" sz="800">
                  <a:solidFill>
                    <a:schemeClr val="tx1">
                      <a:lumMod val="75000"/>
                      <a:lumOff val="25000"/>
                    </a:schemeClr>
                  </a:solidFill>
                </a:rPr>
              </a:br>
              <a:r>
                <a:rPr lang="en-US" sz="800">
                  <a:solidFill>
                    <a:schemeClr val="tx1">
                      <a:lumMod val="75000"/>
                      <a:lumOff val="25000"/>
                    </a:schemeClr>
                  </a:solidFill>
                </a:rPr>
                <a:t>Style</a:t>
              </a:r>
            </a:p>
          </p:txBody>
        </p:sp>
        <p:sp>
          <p:nvSpPr>
            <p:cNvPr id="13" name="TextBox 6">
              <a:extLst>
                <a:ext uri="{FF2B5EF4-FFF2-40B4-BE49-F238E27FC236}">
                  <a16:creationId xmlns:a16="http://schemas.microsoft.com/office/drawing/2014/main" id="{BD5A1ADE-0261-0A3E-4D55-C072354F30DD}"/>
                </a:ext>
              </a:extLst>
            </p:cNvPr>
            <p:cNvSpPr txBox="1"/>
            <p:nvPr/>
          </p:nvSpPr>
          <p:spPr>
            <a:xfrm>
              <a:off x="2362298" y="3224946"/>
              <a:ext cx="1465942" cy="246221"/>
            </a:xfrm>
            <a:prstGeom prst="rect">
              <a:avLst/>
            </a:prstGeom>
            <a:noFill/>
          </p:spPr>
          <p:txBody>
            <a:bodyPr wrap="square" lIns="0" tIns="0" rIns="0" bIns="0">
              <a:spAutoFit/>
            </a:bodyPr>
            <a:lstStyle/>
            <a:p>
              <a:r>
                <a:rPr lang="en-US" sz="800">
                  <a:solidFill>
                    <a:schemeClr val="tx1">
                      <a:lumMod val="75000"/>
                      <a:lumOff val="25000"/>
                    </a:schemeClr>
                  </a:solidFill>
                </a:rPr>
                <a:t>Extension </a:t>
              </a:r>
              <a:br>
                <a:rPr lang="en-US" sz="800">
                  <a:solidFill>
                    <a:schemeClr val="tx1">
                      <a:lumMod val="75000"/>
                      <a:lumOff val="25000"/>
                    </a:schemeClr>
                  </a:solidFill>
                </a:rPr>
              </a:br>
              <a:r>
                <a:rPr lang="en-US" sz="800">
                  <a:solidFill>
                    <a:schemeClr val="tx1">
                      <a:lumMod val="75000"/>
                      <a:lumOff val="25000"/>
                    </a:schemeClr>
                  </a:solidFill>
                </a:rPr>
                <a:t>Task</a:t>
              </a:r>
            </a:p>
          </p:txBody>
        </p:sp>
        <p:sp>
          <p:nvSpPr>
            <p:cNvPr id="14" name="TextBox 7">
              <a:extLst>
                <a:ext uri="{FF2B5EF4-FFF2-40B4-BE49-F238E27FC236}">
                  <a16:creationId xmlns:a16="http://schemas.microsoft.com/office/drawing/2014/main" id="{BED0E08A-F758-736C-C332-08BF2D185B18}"/>
                </a:ext>
              </a:extLst>
            </p:cNvPr>
            <p:cNvSpPr txBox="1"/>
            <p:nvPr/>
          </p:nvSpPr>
          <p:spPr>
            <a:xfrm>
              <a:off x="4214004" y="2141531"/>
              <a:ext cx="1596572" cy="246221"/>
            </a:xfrm>
            <a:prstGeom prst="rect">
              <a:avLst/>
            </a:prstGeom>
            <a:noFill/>
          </p:spPr>
          <p:txBody>
            <a:bodyPr wrap="square" lIns="0" tIns="0" rIns="0" bIns="0">
              <a:spAutoFit/>
            </a:bodyPr>
            <a:lstStyle/>
            <a:p>
              <a:r>
                <a:rPr lang="en-US" sz="800">
                  <a:solidFill>
                    <a:schemeClr val="tx1">
                      <a:lumMod val="75000"/>
                      <a:lumOff val="25000"/>
                    </a:schemeClr>
                  </a:solidFill>
                </a:rPr>
                <a:t>Extension </a:t>
              </a:r>
              <a:br>
                <a:rPr lang="en-US" sz="800">
                  <a:solidFill>
                    <a:schemeClr val="tx1">
                      <a:lumMod val="75000"/>
                      <a:lumOff val="25000"/>
                    </a:schemeClr>
                  </a:solidFill>
                </a:rPr>
              </a:br>
              <a:r>
                <a:rPr lang="en-US" sz="800">
                  <a:solidFill>
                    <a:schemeClr val="tx1">
                      <a:lumMod val="75000"/>
                      <a:lumOff val="25000"/>
                    </a:schemeClr>
                  </a:solidFill>
                </a:rPr>
                <a:t>Domain</a:t>
              </a:r>
            </a:p>
          </p:txBody>
        </p:sp>
        <p:sp>
          <p:nvSpPr>
            <p:cNvPr id="15" name="TextBox 8">
              <a:extLst>
                <a:ext uri="{FF2B5EF4-FFF2-40B4-BE49-F238E27FC236}">
                  <a16:creationId xmlns:a16="http://schemas.microsoft.com/office/drawing/2014/main" id="{8AC459B5-0622-2DB9-270A-A4681609AFE5}"/>
                </a:ext>
              </a:extLst>
            </p:cNvPr>
            <p:cNvSpPr txBox="1"/>
            <p:nvPr/>
          </p:nvSpPr>
          <p:spPr>
            <a:xfrm>
              <a:off x="6340990" y="1673240"/>
              <a:ext cx="1181868" cy="246221"/>
            </a:xfrm>
            <a:prstGeom prst="rect">
              <a:avLst/>
            </a:prstGeom>
            <a:noFill/>
          </p:spPr>
          <p:txBody>
            <a:bodyPr wrap="square" lIns="0" tIns="0" rIns="0" bIns="0">
              <a:spAutoFit/>
            </a:bodyPr>
            <a:lstStyle/>
            <a:p>
              <a:r>
                <a:rPr lang="en-US" sz="800">
                  <a:solidFill>
                    <a:schemeClr val="tx1">
                      <a:lumMod val="75000"/>
                      <a:lumOff val="25000"/>
                    </a:schemeClr>
                  </a:solidFill>
                </a:rPr>
                <a:t>Building </a:t>
              </a:r>
              <a:br>
                <a:rPr lang="en-US" sz="800">
                  <a:solidFill>
                    <a:schemeClr val="tx1">
                      <a:lumMod val="75000"/>
                      <a:lumOff val="25000"/>
                    </a:schemeClr>
                  </a:solidFill>
                </a:rPr>
              </a:br>
              <a:r>
                <a:rPr lang="en-US" sz="800">
                  <a:solidFill>
                    <a:schemeClr val="tx1">
                      <a:lumMod val="75000"/>
                      <a:lumOff val="25000"/>
                    </a:schemeClr>
                  </a:solidFill>
                </a:rPr>
                <a:t>Block</a:t>
              </a:r>
            </a:p>
          </p:txBody>
        </p:sp>
        <p:sp>
          <p:nvSpPr>
            <p:cNvPr id="16" name="Rechteck 9">
              <a:extLst>
                <a:ext uri="{FF2B5EF4-FFF2-40B4-BE49-F238E27FC236}">
                  <a16:creationId xmlns:a16="http://schemas.microsoft.com/office/drawing/2014/main" id="{1503C4B6-36B1-8BDB-E8FD-E201E50A31DE}"/>
                </a:ext>
              </a:extLst>
            </p:cNvPr>
            <p:cNvSpPr/>
            <p:nvPr/>
          </p:nvSpPr>
          <p:spPr>
            <a:xfrm>
              <a:off x="504001" y="2105584"/>
              <a:ext cx="1465942" cy="624843"/>
            </a:xfrm>
            <a:prstGeom prst="roundRect">
              <a:avLst>
                <a:gd name="adj" fmla="val 10746"/>
              </a:avLst>
            </a:prstGeom>
            <a:solidFill>
              <a:srgbClr val="D2EFFF"/>
            </a:solidFill>
            <a:ln w="19050" cap="rnd">
              <a:noFill/>
            </a:ln>
            <a:effectLst>
              <a:outerShdw blurRad="90482" dist="50800" dir="5400000" algn="ctr" rotWithShape="0">
                <a:srgbClr val="000000">
                  <a:alpha val="23945"/>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72000" bIns="72000" rtlCol="0" anchor="ctr"/>
            <a:lstStyle/>
            <a:p>
              <a:r>
                <a:rPr lang="en-US" sz="1400" dirty="0">
                  <a:solidFill>
                    <a:srgbClr val="444C88"/>
                  </a:solidFill>
                </a:rPr>
                <a:t>Presentation Tier</a:t>
              </a:r>
              <a:endParaRPr lang="en-US" sz="1400" i="1" dirty="0">
                <a:solidFill>
                  <a:srgbClr val="444C88"/>
                </a:solidFill>
              </a:endParaRPr>
            </a:p>
          </p:txBody>
        </p:sp>
        <p:sp>
          <p:nvSpPr>
            <p:cNvPr id="17" name="Rechteck 9">
              <a:extLst>
                <a:ext uri="{FF2B5EF4-FFF2-40B4-BE49-F238E27FC236}">
                  <a16:creationId xmlns:a16="http://schemas.microsoft.com/office/drawing/2014/main" id="{83049096-1693-F683-61E8-F0AB84E8180B}"/>
                </a:ext>
              </a:extLst>
            </p:cNvPr>
            <p:cNvSpPr/>
            <p:nvPr/>
          </p:nvSpPr>
          <p:spPr>
            <a:xfrm>
              <a:off x="504001" y="3549405"/>
              <a:ext cx="1465942" cy="624843"/>
            </a:xfrm>
            <a:prstGeom prst="roundRect">
              <a:avLst>
                <a:gd name="adj" fmla="val 10746"/>
              </a:avLst>
            </a:prstGeom>
            <a:solidFill>
              <a:srgbClr val="D2EFFF"/>
            </a:solidFill>
            <a:ln w="19050" cap="rnd">
              <a:noFill/>
            </a:ln>
            <a:effectLst>
              <a:outerShdw blurRad="90482" dist="50800" dir="5400000" algn="ctr" rotWithShape="0">
                <a:srgbClr val="000000">
                  <a:alpha val="23945"/>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72000" bIns="72000" rtlCol="0" anchor="ctr"/>
            <a:lstStyle/>
            <a:p>
              <a:r>
                <a:rPr lang="en-US" sz="1400">
                  <a:solidFill>
                    <a:schemeClr val="tx1"/>
                  </a:solidFill>
                </a:rPr>
                <a:t>New User Interface</a:t>
              </a:r>
              <a:endParaRPr lang="en-US" sz="1400" i="1">
                <a:solidFill>
                  <a:schemeClr val="tx1"/>
                </a:solidFill>
              </a:endParaRPr>
            </a:p>
          </p:txBody>
        </p:sp>
        <p:sp>
          <p:nvSpPr>
            <p:cNvPr id="18" name="Rechteck 9">
              <a:extLst>
                <a:ext uri="{FF2B5EF4-FFF2-40B4-BE49-F238E27FC236}">
                  <a16:creationId xmlns:a16="http://schemas.microsoft.com/office/drawing/2014/main" id="{F1FA1A9E-C940-AC23-0B56-1920A558FC85}"/>
                </a:ext>
              </a:extLst>
            </p:cNvPr>
            <p:cNvSpPr/>
            <p:nvPr/>
          </p:nvSpPr>
          <p:spPr>
            <a:xfrm>
              <a:off x="2362298" y="3549405"/>
              <a:ext cx="1465942" cy="624843"/>
            </a:xfrm>
            <a:prstGeom prst="roundRect">
              <a:avLst>
                <a:gd name="adj" fmla="val 10746"/>
              </a:avLst>
            </a:prstGeom>
            <a:solidFill>
              <a:srgbClr val="D2EFFF"/>
            </a:solidFill>
            <a:ln w="19050" cap="rnd">
              <a:noFill/>
            </a:ln>
            <a:effectLst>
              <a:outerShdw blurRad="90482" dist="50800" dir="5400000" algn="ctr" rotWithShape="0">
                <a:srgbClr val="000000">
                  <a:alpha val="23945"/>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72000" bIns="72000" rtlCol="0" anchor="ctr"/>
            <a:lstStyle/>
            <a:p>
              <a:r>
                <a:rPr lang="en-US" sz="1400">
                  <a:solidFill>
                    <a:schemeClr val="tx1"/>
                  </a:solidFill>
                </a:rPr>
                <a:t>Create </a:t>
              </a:r>
              <a:br>
                <a:rPr lang="en-US" sz="1400">
                  <a:solidFill>
                    <a:schemeClr val="tx1"/>
                  </a:solidFill>
                </a:rPr>
              </a:br>
              <a:r>
                <a:rPr lang="en-US" sz="1400">
                  <a:solidFill>
                    <a:schemeClr val="tx1"/>
                  </a:solidFill>
                </a:rPr>
                <a:t>custom UI</a:t>
              </a:r>
              <a:endParaRPr lang="en-US" sz="1400" i="1">
                <a:solidFill>
                  <a:schemeClr val="tx1"/>
                </a:solidFill>
              </a:endParaRPr>
            </a:p>
          </p:txBody>
        </p:sp>
        <p:sp>
          <p:nvSpPr>
            <p:cNvPr id="19" name="Rechteck 9">
              <a:extLst>
                <a:ext uri="{FF2B5EF4-FFF2-40B4-BE49-F238E27FC236}">
                  <a16:creationId xmlns:a16="http://schemas.microsoft.com/office/drawing/2014/main" id="{8C3E9F1A-2A55-CF4E-C8DE-370BEDBA779B}"/>
                </a:ext>
              </a:extLst>
            </p:cNvPr>
            <p:cNvSpPr/>
            <p:nvPr/>
          </p:nvSpPr>
          <p:spPr>
            <a:xfrm>
              <a:off x="4214004" y="2464966"/>
              <a:ext cx="1465942" cy="430887"/>
            </a:xfrm>
            <a:prstGeom prst="roundRect">
              <a:avLst>
                <a:gd name="adj" fmla="val 10746"/>
              </a:avLst>
            </a:prstGeom>
            <a:solidFill>
              <a:srgbClr val="22BB97"/>
            </a:solidFill>
            <a:ln w="19050" cap="rnd">
              <a:noFill/>
            </a:ln>
            <a:effectLst>
              <a:outerShdw blurRad="90482" dist="50800" dir="5400000" algn="ctr" rotWithShape="0">
                <a:srgbClr val="000000">
                  <a:alpha val="23945"/>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72000" bIns="72000" rtlCol="0" anchor="t"/>
            <a:lstStyle/>
            <a:p>
              <a:pPr algn="ctr"/>
              <a:r>
                <a:rPr lang="en-US" sz="1400" dirty="0">
                  <a:solidFill>
                    <a:schemeClr val="bg1"/>
                  </a:solidFill>
                </a:rPr>
                <a:t>On-stack</a:t>
              </a:r>
            </a:p>
          </p:txBody>
        </p:sp>
        <p:grpSp>
          <p:nvGrpSpPr>
            <p:cNvPr id="20" name="Group 55">
              <a:extLst>
                <a:ext uri="{FF2B5EF4-FFF2-40B4-BE49-F238E27FC236}">
                  <a16:creationId xmlns:a16="http://schemas.microsoft.com/office/drawing/2014/main" id="{29317373-CDF6-554A-E2BA-DAC4C974F11B}"/>
                </a:ext>
              </a:extLst>
            </p:cNvPr>
            <p:cNvGrpSpPr/>
            <p:nvPr/>
          </p:nvGrpSpPr>
          <p:grpSpPr>
            <a:xfrm>
              <a:off x="6340990" y="1955867"/>
              <a:ext cx="2647146" cy="1407280"/>
              <a:chOff x="8400097" y="2363914"/>
              <a:chExt cx="2647146" cy="1407280"/>
            </a:xfrm>
          </p:grpSpPr>
          <p:sp>
            <p:nvSpPr>
              <p:cNvPr id="34" name="Rechteck 9">
                <a:extLst>
                  <a:ext uri="{FF2B5EF4-FFF2-40B4-BE49-F238E27FC236}">
                    <a16:creationId xmlns:a16="http://schemas.microsoft.com/office/drawing/2014/main" id="{682F546F-E3FC-46CA-0482-0564CAB65555}"/>
                  </a:ext>
                </a:extLst>
              </p:cNvPr>
              <p:cNvSpPr/>
              <p:nvPr/>
            </p:nvSpPr>
            <p:spPr>
              <a:xfrm>
                <a:off x="8400097" y="2363914"/>
                <a:ext cx="2647146" cy="301150"/>
              </a:xfrm>
              <a:prstGeom prst="roundRect">
                <a:avLst>
                  <a:gd name="adj" fmla="val 50000"/>
                </a:avLst>
              </a:prstGeom>
              <a:solidFill>
                <a:srgbClr val="DAFDF5"/>
              </a:solidFill>
              <a:ln w="19050" cap="rnd">
                <a:noFill/>
                <a:prstDash val="solid"/>
              </a:ln>
            </p:spPr>
            <p:style>
              <a:lnRef idx="2">
                <a:schemeClr val="accent1">
                  <a:shade val="50000"/>
                </a:schemeClr>
              </a:lnRef>
              <a:fillRef idx="1">
                <a:schemeClr val="accent1"/>
              </a:fillRef>
              <a:effectRef idx="0">
                <a:schemeClr val="accent1"/>
              </a:effectRef>
              <a:fontRef idx="minor">
                <a:schemeClr val="lt1"/>
              </a:fontRef>
            </p:style>
            <p:txBody>
              <a:bodyPr lIns="72000" tIns="0" rIns="0" bIns="36000" rtlCol="0" anchor="ctr"/>
              <a:lstStyle/>
              <a:p>
                <a:pPr>
                  <a:lnSpc>
                    <a:spcPts val="1450"/>
                  </a:lnSpc>
                  <a:spcBef>
                    <a:spcPts val="600"/>
                  </a:spcBef>
                </a:pPr>
                <a:r>
                  <a:rPr lang="en-US" sz="950">
                    <a:solidFill>
                      <a:srgbClr val="12171C"/>
                    </a:solidFill>
                  </a:rPr>
                  <a:t>SAP Fiori Elements</a:t>
                </a:r>
              </a:p>
            </p:txBody>
          </p:sp>
          <p:sp>
            <p:nvSpPr>
              <p:cNvPr id="35" name="Rechteck 9">
                <a:extLst>
                  <a:ext uri="{FF2B5EF4-FFF2-40B4-BE49-F238E27FC236}">
                    <a16:creationId xmlns:a16="http://schemas.microsoft.com/office/drawing/2014/main" id="{50D38031-BC09-2AA9-DAAE-07585EDFC9E5}"/>
                  </a:ext>
                </a:extLst>
              </p:cNvPr>
              <p:cNvSpPr/>
              <p:nvPr/>
            </p:nvSpPr>
            <p:spPr>
              <a:xfrm>
                <a:off x="8400097" y="2732624"/>
                <a:ext cx="2647146" cy="301150"/>
              </a:xfrm>
              <a:prstGeom prst="roundRect">
                <a:avLst>
                  <a:gd name="adj" fmla="val 50000"/>
                </a:avLst>
              </a:prstGeom>
              <a:solidFill>
                <a:srgbClr val="DAFDF5"/>
              </a:solidFill>
              <a:ln w="19050" cap="rnd">
                <a:noFill/>
                <a:prstDash val="solid"/>
              </a:ln>
            </p:spPr>
            <p:style>
              <a:lnRef idx="2">
                <a:schemeClr val="accent1">
                  <a:shade val="50000"/>
                </a:schemeClr>
              </a:lnRef>
              <a:fillRef idx="1">
                <a:schemeClr val="accent1"/>
              </a:fillRef>
              <a:effectRef idx="0">
                <a:schemeClr val="accent1"/>
              </a:effectRef>
              <a:fontRef idx="minor">
                <a:schemeClr val="lt1"/>
              </a:fontRef>
            </p:style>
            <p:txBody>
              <a:bodyPr lIns="72000" tIns="0" rIns="0" bIns="36000" rtlCol="0" anchor="ctr"/>
              <a:lstStyle/>
              <a:p>
                <a:pPr>
                  <a:lnSpc>
                    <a:spcPts val="1450"/>
                  </a:lnSpc>
                  <a:spcBef>
                    <a:spcPts val="600"/>
                  </a:spcBef>
                </a:pPr>
                <a:r>
                  <a:rPr lang="en-US" sz="950">
                    <a:solidFill>
                      <a:srgbClr val="12171C"/>
                    </a:solidFill>
                  </a:rPr>
                  <a:t>SAPUI5</a:t>
                </a:r>
              </a:p>
            </p:txBody>
          </p:sp>
          <p:sp>
            <p:nvSpPr>
              <p:cNvPr id="36" name="Rechteck 9">
                <a:extLst>
                  <a:ext uri="{FF2B5EF4-FFF2-40B4-BE49-F238E27FC236}">
                    <a16:creationId xmlns:a16="http://schemas.microsoft.com/office/drawing/2014/main" id="{4DCD3E53-7008-27EB-E33C-5FBEF31FEAAE}"/>
                  </a:ext>
                </a:extLst>
              </p:cNvPr>
              <p:cNvSpPr/>
              <p:nvPr/>
            </p:nvSpPr>
            <p:spPr>
              <a:xfrm>
                <a:off x="8400097" y="3101334"/>
                <a:ext cx="2647146" cy="301150"/>
              </a:xfrm>
              <a:prstGeom prst="roundRect">
                <a:avLst>
                  <a:gd name="adj" fmla="val 50000"/>
                </a:avLst>
              </a:prstGeom>
              <a:solidFill>
                <a:srgbClr val="DAFDF5"/>
              </a:solidFill>
              <a:ln w="19050" cap="rnd">
                <a:noFill/>
                <a:prstDash val="solid"/>
              </a:ln>
            </p:spPr>
            <p:style>
              <a:lnRef idx="2">
                <a:schemeClr val="accent1">
                  <a:shade val="50000"/>
                </a:schemeClr>
              </a:lnRef>
              <a:fillRef idx="1">
                <a:schemeClr val="accent1"/>
              </a:fillRef>
              <a:effectRef idx="0">
                <a:schemeClr val="accent1"/>
              </a:effectRef>
              <a:fontRef idx="minor">
                <a:schemeClr val="lt1"/>
              </a:fontRef>
            </p:style>
            <p:txBody>
              <a:bodyPr lIns="72000" tIns="0" rIns="0" bIns="36000" rtlCol="0" anchor="ctr"/>
              <a:lstStyle/>
              <a:p>
                <a:pPr>
                  <a:lnSpc>
                    <a:spcPts val="1450"/>
                  </a:lnSpc>
                  <a:spcBef>
                    <a:spcPts val="600"/>
                  </a:spcBef>
                </a:pPr>
                <a:r>
                  <a:rPr lang="en-US" sz="950" dirty="0">
                    <a:solidFill>
                      <a:srgbClr val="12171C"/>
                    </a:solidFill>
                  </a:rPr>
                  <a:t>Classic Extensibility: Dynpro</a:t>
                </a:r>
              </a:p>
            </p:txBody>
          </p:sp>
          <p:sp>
            <p:nvSpPr>
              <p:cNvPr id="37" name="Rechteck 9">
                <a:extLst>
                  <a:ext uri="{FF2B5EF4-FFF2-40B4-BE49-F238E27FC236}">
                    <a16:creationId xmlns:a16="http://schemas.microsoft.com/office/drawing/2014/main" id="{1128E302-FD89-4D4E-303A-94D20DF1B35E}"/>
                  </a:ext>
                </a:extLst>
              </p:cNvPr>
              <p:cNvSpPr/>
              <p:nvPr/>
            </p:nvSpPr>
            <p:spPr>
              <a:xfrm>
                <a:off x="8400097" y="3470044"/>
                <a:ext cx="2647146" cy="301150"/>
              </a:xfrm>
              <a:prstGeom prst="roundRect">
                <a:avLst>
                  <a:gd name="adj" fmla="val 50000"/>
                </a:avLst>
              </a:prstGeom>
              <a:solidFill>
                <a:srgbClr val="DAFDF5"/>
              </a:solidFill>
              <a:ln w="19050" cap="rnd">
                <a:noFill/>
                <a:prstDash val="solid"/>
              </a:ln>
            </p:spPr>
            <p:style>
              <a:lnRef idx="2">
                <a:schemeClr val="accent1">
                  <a:shade val="50000"/>
                </a:schemeClr>
              </a:lnRef>
              <a:fillRef idx="1">
                <a:schemeClr val="accent1"/>
              </a:fillRef>
              <a:effectRef idx="0">
                <a:schemeClr val="accent1"/>
              </a:effectRef>
              <a:fontRef idx="minor">
                <a:schemeClr val="lt1"/>
              </a:fontRef>
            </p:style>
            <p:txBody>
              <a:bodyPr lIns="72000" tIns="0" rIns="0" bIns="36000" rtlCol="0" anchor="ctr"/>
              <a:lstStyle/>
              <a:p>
                <a:pPr>
                  <a:lnSpc>
                    <a:spcPts val="1450"/>
                  </a:lnSpc>
                  <a:spcBef>
                    <a:spcPts val="600"/>
                  </a:spcBef>
                </a:pPr>
                <a:r>
                  <a:rPr lang="en-US" sz="950">
                    <a:solidFill>
                      <a:srgbClr val="12171C"/>
                    </a:solidFill>
                  </a:rPr>
                  <a:t>Classic Extensibility: WebDynpro</a:t>
                </a:r>
              </a:p>
            </p:txBody>
          </p:sp>
        </p:grpSp>
        <p:sp>
          <p:nvSpPr>
            <p:cNvPr id="21" name="Rechteck 9">
              <a:extLst>
                <a:ext uri="{FF2B5EF4-FFF2-40B4-BE49-F238E27FC236}">
                  <a16:creationId xmlns:a16="http://schemas.microsoft.com/office/drawing/2014/main" id="{4CC4A910-8069-2A77-AFEE-26CCC0F35160}"/>
                </a:ext>
              </a:extLst>
            </p:cNvPr>
            <p:cNvSpPr/>
            <p:nvPr/>
          </p:nvSpPr>
          <p:spPr>
            <a:xfrm>
              <a:off x="4223510" y="4643446"/>
              <a:ext cx="1465942" cy="430887"/>
            </a:xfrm>
            <a:prstGeom prst="roundRect">
              <a:avLst>
                <a:gd name="adj" fmla="val 10746"/>
              </a:avLst>
            </a:prstGeom>
            <a:solidFill>
              <a:srgbClr val="5D36FF"/>
            </a:solidFill>
            <a:ln w="19050" cap="rnd">
              <a:noFill/>
            </a:ln>
            <a:effectLst>
              <a:outerShdw blurRad="90482" dist="50800" dir="5400000" algn="ctr" rotWithShape="0">
                <a:srgbClr val="000000">
                  <a:alpha val="23945"/>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72000" bIns="72000" rtlCol="0" anchor="t"/>
            <a:lstStyle/>
            <a:p>
              <a:pPr algn="ctr"/>
              <a:r>
                <a:rPr lang="en-US" sz="1400">
                  <a:solidFill>
                    <a:schemeClr val="bg1"/>
                  </a:solidFill>
                </a:rPr>
                <a:t>Side-by-Side</a:t>
              </a:r>
              <a:endParaRPr lang="en-US" sz="1400" i="1">
                <a:solidFill>
                  <a:schemeClr val="bg1"/>
                </a:solidFill>
              </a:endParaRPr>
            </a:p>
          </p:txBody>
        </p:sp>
        <p:sp>
          <p:nvSpPr>
            <p:cNvPr id="22" name="Left Brace 59">
              <a:extLst>
                <a:ext uri="{FF2B5EF4-FFF2-40B4-BE49-F238E27FC236}">
                  <a16:creationId xmlns:a16="http://schemas.microsoft.com/office/drawing/2014/main" id="{13BC446B-6C52-ED0A-7DED-9BCFEFD0F347}"/>
                </a:ext>
              </a:extLst>
            </p:cNvPr>
            <p:cNvSpPr/>
            <p:nvPr/>
          </p:nvSpPr>
          <p:spPr>
            <a:xfrm>
              <a:off x="3828240" y="2659626"/>
              <a:ext cx="385764" cy="2218295"/>
            </a:xfrm>
            <a:prstGeom prst="leftBrace">
              <a:avLst>
                <a:gd name="adj1" fmla="val 0"/>
                <a:gd name="adj2" fmla="val 53785"/>
              </a:avLst>
            </a:prstGeom>
            <a:ln w="12700">
              <a:solidFill>
                <a:schemeClr val="bg2">
                  <a:lumMod val="5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23" name="Straight Arrow Connector 60">
              <a:extLst>
                <a:ext uri="{FF2B5EF4-FFF2-40B4-BE49-F238E27FC236}">
                  <a16:creationId xmlns:a16="http://schemas.microsoft.com/office/drawing/2014/main" id="{EA9B0D49-931E-3DC9-2E7B-78264B4E9157}"/>
                </a:ext>
              </a:extLst>
            </p:cNvPr>
            <p:cNvCxnSpPr>
              <a:cxnSpLocks/>
            </p:cNvCxnSpPr>
            <p:nvPr/>
          </p:nvCxnSpPr>
          <p:spPr>
            <a:xfrm>
              <a:off x="4016685" y="4879465"/>
              <a:ext cx="216000" cy="0"/>
            </a:xfrm>
            <a:prstGeom prst="straightConnector1">
              <a:avLst/>
            </a:prstGeom>
            <a:ln w="12700">
              <a:solidFill>
                <a:schemeClr val="bg2">
                  <a:lumMod val="5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63">
              <a:extLst>
                <a:ext uri="{FF2B5EF4-FFF2-40B4-BE49-F238E27FC236}">
                  <a16:creationId xmlns:a16="http://schemas.microsoft.com/office/drawing/2014/main" id="{81C3CBE6-8193-AFF7-BA0E-261CFD248456}"/>
                </a:ext>
              </a:extLst>
            </p:cNvPr>
            <p:cNvCxnSpPr>
              <a:cxnSpLocks/>
            </p:cNvCxnSpPr>
            <p:nvPr/>
          </p:nvCxnSpPr>
          <p:spPr>
            <a:xfrm>
              <a:off x="6007388" y="3220468"/>
              <a:ext cx="343126" cy="0"/>
            </a:xfrm>
            <a:prstGeom prst="straightConnector1">
              <a:avLst/>
            </a:prstGeom>
            <a:ln w="12700">
              <a:solidFill>
                <a:srgbClr val="22BB97"/>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65">
              <a:extLst>
                <a:ext uri="{FF2B5EF4-FFF2-40B4-BE49-F238E27FC236}">
                  <a16:creationId xmlns:a16="http://schemas.microsoft.com/office/drawing/2014/main" id="{7BB923A0-19A3-AAFB-C0BB-4CDF1A20CA15}"/>
                </a:ext>
              </a:extLst>
            </p:cNvPr>
            <p:cNvCxnSpPr>
              <a:cxnSpLocks/>
            </p:cNvCxnSpPr>
            <p:nvPr/>
          </p:nvCxnSpPr>
          <p:spPr>
            <a:xfrm>
              <a:off x="6007388" y="2842643"/>
              <a:ext cx="343126" cy="0"/>
            </a:xfrm>
            <a:prstGeom prst="straightConnector1">
              <a:avLst/>
            </a:prstGeom>
            <a:ln w="12700">
              <a:solidFill>
                <a:srgbClr val="22BB97"/>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66">
              <a:extLst>
                <a:ext uri="{FF2B5EF4-FFF2-40B4-BE49-F238E27FC236}">
                  <a16:creationId xmlns:a16="http://schemas.microsoft.com/office/drawing/2014/main" id="{FC01DA1B-9D77-FC60-BC80-423BE5758CF4}"/>
                </a:ext>
              </a:extLst>
            </p:cNvPr>
            <p:cNvCxnSpPr>
              <a:cxnSpLocks/>
            </p:cNvCxnSpPr>
            <p:nvPr/>
          </p:nvCxnSpPr>
          <p:spPr>
            <a:xfrm>
              <a:off x="6007388" y="2474343"/>
              <a:ext cx="343126" cy="0"/>
            </a:xfrm>
            <a:prstGeom prst="straightConnector1">
              <a:avLst/>
            </a:prstGeom>
            <a:ln w="12700">
              <a:solidFill>
                <a:srgbClr val="22BB97"/>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69">
              <a:extLst>
                <a:ext uri="{FF2B5EF4-FFF2-40B4-BE49-F238E27FC236}">
                  <a16:creationId xmlns:a16="http://schemas.microsoft.com/office/drawing/2014/main" id="{63F79D9D-1B98-376B-3561-A4FB7028C30D}"/>
                </a:ext>
              </a:extLst>
            </p:cNvPr>
            <p:cNvCxnSpPr>
              <a:cxnSpLocks/>
            </p:cNvCxnSpPr>
            <p:nvPr/>
          </p:nvCxnSpPr>
          <p:spPr>
            <a:xfrm>
              <a:off x="6007389" y="5218602"/>
              <a:ext cx="343126" cy="0"/>
            </a:xfrm>
            <a:prstGeom prst="straightConnector1">
              <a:avLst/>
            </a:prstGeom>
            <a:ln w="12700">
              <a:solidFill>
                <a:srgbClr val="5D36FF"/>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70">
              <a:extLst>
                <a:ext uri="{FF2B5EF4-FFF2-40B4-BE49-F238E27FC236}">
                  <a16:creationId xmlns:a16="http://schemas.microsoft.com/office/drawing/2014/main" id="{8FE5BC99-B889-FEF7-649A-D64A72C78F0C}"/>
                </a:ext>
              </a:extLst>
            </p:cNvPr>
            <p:cNvCxnSpPr>
              <a:cxnSpLocks/>
            </p:cNvCxnSpPr>
            <p:nvPr/>
          </p:nvCxnSpPr>
          <p:spPr>
            <a:xfrm>
              <a:off x="6010564" y="4481319"/>
              <a:ext cx="342000" cy="0"/>
            </a:xfrm>
            <a:prstGeom prst="straightConnector1">
              <a:avLst/>
            </a:prstGeom>
            <a:ln w="12700">
              <a:solidFill>
                <a:srgbClr val="5D36FF"/>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71">
              <a:extLst>
                <a:ext uri="{FF2B5EF4-FFF2-40B4-BE49-F238E27FC236}">
                  <a16:creationId xmlns:a16="http://schemas.microsoft.com/office/drawing/2014/main" id="{881C9F8A-ED67-B754-24A4-774BB7117F07}"/>
                </a:ext>
              </a:extLst>
            </p:cNvPr>
            <p:cNvCxnSpPr>
              <a:cxnSpLocks/>
            </p:cNvCxnSpPr>
            <p:nvPr/>
          </p:nvCxnSpPr>
          <p:spPr>
            <a:xfrm>
              <a:off x="6007389" y="5589962"/>
              <a:ext cx="343126" cy="0"/>
            </a:xfrm>
            <a:prstGeom prst="straightConnector1">
              <a:avLst/>
            </a:prstGeom>
            <a:ln w="12700">
              <a:solidFill>
                <a:srgbClr val="5D36FF"/>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72">
              <a:extLst>
                <a:ext uri="{FF2B5EF4-FFF2-40B4-BE49-F238E27FC236}">
                  <a16:creationId xmlns:a16="http://schemas.microsoft.com/office/drawing/2014/main" id="{3FA6F57B-7C04-A149-5389-265C368A55DE}"/>
                </a:ext>
              </a:extLst>
            </p:cNvPr>
            <p:cNvCxnSpPr>
              <a:cxnSpLocks/>
            </p:cNvCxnSpPr>
            <p:nvPr/>
          </p:nvCxnSpPr>
          <p:spPr>
            <a:xfrm>
              <a:off x="6010564" y="4849619"/>
              <a:ext cx="342000" cy="0"/>
            </a:xfrm>
            <a:prstGeom prst="straightConnector1">
              <a:avLst/>
            </a:prstGeom>
            <a:ln w="12700">
              <a:solidFill>
                <a:srgbClr val="5D36FF"/>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1">
              <a:extLst>
                <a:ext uri="{FF2B5EF4-FFF2-40B4-BE49-F238E27FC236}">
                  <a16:creationId xmlns:a16="http://schemas.microsoft.com/office/drawing/2014/main" id="{B3D34175-DA6A-3ADB-B424-BADB95EA14F6}"/>
                </a:ext>
              </a:extLst>
            </p:cNvPr>
            <p:cNvCxnSpPr>
              <a:cxnSpLocks/>
              <a:stCxn id="16" idx="2"/>
              <a:endCxn id="17" idx="0"/>
            </p:cNvCxnSpPr>
            <p:nvPr/>
          </p:nvCxnSpPr>
          <p:spPr>
            <a:xfrm>
              <a:off x="1236972" y="2730427"/>
              <a:ext cx="0" cy="818978"/>
            </a:xfrm>
            <a:prstGeom prst="straightConnector1">
              <a:avLst/>
            </a:prstGeom>
            <a:ln w="12700">
              <a:solidFill>
                <a:schemeClr val="bg2">
                  <a:lumMod val="5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10">
              <a:extLst>
                <a:ext uri="{FF2B5EF4-FFF2-40B4-BE49-F238E27FC236}">
                  <a16:creationId xmlns:a16="http://schemas.microsoft.com/office/drawing/2014/main" id="{256D51D5-9BF0-B5FF-EF92-44DD8AF5698B}"/>
                </a:ext>
              </a:extLst>
            </p:cNvPr>
            <p:cNvCxnSpPr>
              <a:cxnSpLocks/>
              <a:stCxn id="17" idx="3"/>
              <a:endCxn id="18" idx="1"/>
            </p:cNvCxnSpPr>
            <p:nvPr/>
          </p:nvCxnSpPr>
          <p:spPr>
            <a:xfrm>
              <a:off x="1969943" y="3861827"/>
              <a:ext cx="392355" cy="0"/>
            </a:xfrm>
            <a:prstGeom prst="straightConnector1">
              <a:avLst/>
            </a:prstGeom>
            <a:ln w="12700">
              <a:solidFill>
                <a:schemeClr val="bg2">
                  <a:lumMod val="5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33" name="TextBox 13">
              <a:extLst>
                <a:ext uri="{FF2B5EF4-FFF2-40B4-BE49-F238E27FC236}">
                  <a16:creationId xmlns:a16="http://schemas.microsoft.com/office/drawing/2014/main" id="{6DBEF628-CE11-A930-C5AC-56ADD89ACFEE}"/>
                </a:ext>
              </a:extLst>
            </p:cNvPr>
            <p:cNvSpPr txBox="1"/>
            <p:nvPr/>
          </p:nvSpPr>
          <p:spPr>
            <a:xfrm>
              <a:off x="4214004" y="4326887"/>
              <a:ext cx="1596572" cy="246221"/>
            </a:xfrm>
            <a:prstGeom prst="rect">
              <a:avLst/>
            </a:prstGeom>
            <a:noFill/>
          </p:spPr>
          <p:txBody>
            <a:bodyPr wrap="square" lIns="0" tIns="0" rIns="0" bIns="0">
              <a:spAutoFit/>
            </a:bodyPr>
            <a:lstStyle/>
            <a:p>
              <a:r>
                <a:rPr lang="en-US" sz="800">
                  <a:solidFill>
                    <a:schemeClr val="tx1">
                      <a:lumMod val="75000"/>
                      <a:lumOff val="25000"/>
                    </a:schemeClr>
                  </a:solidFill>
                </a:rPr>
                <a:t>Extension </a:t>
              </a:r>
              <a:br>
                <a:rPr lang="en-US" sz="800">
                  <a:solidFill>
                    <a:schemeClr val="tx1">
                      <a:lumMod val="75000"/>
                      <a:lumOff val="25000"/>
                    </a:schemeClr>
                  </a:solidFill>
                </a:rPr>
              </a:br>
              <a:r>
                <a:rPr lang="en-US" sz="800">
                  <a:solidFill>
                    <a:schemeClr val="tx1">
                      <a:lumMod val="75000"/>
                      <a:lumOff val="25000"/>
                    </a:schemeClr>
                  </a:solidFill>
                </a:rPr>
                <a:t>Domain</a:t>
              </a:r>
            </a:p>
          </p:txBody>
        </p:sp>
      </p:grpSp>
      <p:sp>
        <p:nvSpPr>
          <p:cNvPr id="9" name="Titel 5">
            <a:extLst>
              <a:ext uri="{FF2B5EF4-FFF2-40B4-BE49-F238E27FC236}">
                <a16:creationId xmlns:a16="http://schemas.microsoft.com/office/drawing/2014/main" id="{6AEA7364-DFF2-FB53-EB75-146C58B6CBE9}"/>
              </a:ext>
            </a:extLst>
          </p:cNvPr>
          <p:cNvSpPr txBox="1">
            <a:spLocks/>
          </p:cNvSpPr>
          <p:nvPr/>
        </p:nvSpPr>
        <p:spPr bwMode="black">
          <a:xfrm>
            <a:off x="504001" y="504000"/>
            <a:ext cx="11186476" cy="676980"/>
          </a:xfrm>
          <a:prstGeom prst="rect">
            <a:avLst/>
          </a:prstGeom>
        </p:spPr>
        <p:txBody>
          <a:bodyPr vert="horz" wrap="square" lIns="0" tIns="0" rIns="0" bIns="0" rtlCol="0" anchor="t" anchorCtr="0">
            <a:spAutoFit/>
          </a:bodyPr>
          <a:lstStyle>
            <a:lvl1pPr algn="l" defTabSz="1088558" rtl="0" eaLnBrk="1" latinLnBrk="0" hangingPunct="1">
              <a:spcBef>
                <a:spcPct val="0"/>
              </a:spcBef>
              <a:buNone/>
              <a:defRPr sz="2400" b="0" i="0" kern="1200" baseline="0">
                <a:solidFill>
                  <a:schemeClr val="tx1"/>
                </a:solidFill>
                <a:latin typeface="72 Brand Medium" panose="020B0504030603020204" pitchFamily="34" charset="0"/>
                <a:ea typeface="+mj-ea"/>
                <a:cs typeface="+mj-cs"/>
              </a:defRPr>
            </a:lvl1pPr>
          </a:lstStyle>
          <a:p>
            <a:r>
              <a:rPr lang="en-US" sz="2599"/>
              <a:t>Extension architecture</a:t>
            </a:r>
            <a:br>
              <a:rPr lang="en-US" sz="2599"/>
            </a:br>
            <a:r>
              <a:rPr lang="en-US" sz="1800">
                <a:cs typeface="Arial" panose="020B0604020202020204" pitchFamily="34" charset="0"/>
              </a:rPr>
              <a:t>Visualization of the Decision Guidance per Extension Task (customer specific)</a:t>
            </a:r>
            <a:endParaRPr lang="en-US" sz="1800"/>
          </a:p>
        </p:txBody>
      </p:sp>
      <p:sp>
        <p:nvSpPr>
          <p:cNvPr id="43" name="TextBox 42">
            <a:extLst>
              <a:ext uri="{FF2B5EF4-FFF2-40B4-BE49-F238E27FC236}">
                <a16:creationId xmlns:a16="http://schemas.microsoft.com/office/drawing/2014/main" id="{4D69359A-2323-5962-2123-3B464B1C067D}"/>
              </a:ext>
            </a:extLst>
          </p:cNvPr>
          <p:cNvSpPr txBox="1"/>
          <p:nvPr/>
        </p:nvSpPr>
        <p:spPr>
          <a:xfrm>
            <a:off x="10726118" y="0"/>
            <a:ext cx="1469057" cy="677108"/>
          </a:xfrm>
          <a:prstGeom prst="rect">
            <a:avLst/>
          </a:prstGeom>
          <a:noFill/>
        </p:spPr>
        <p:txBody>
          <a:bodyPr wrap="square">
            <a:spAutoFit/>
          </a:bodyPr>
          <a:lstStyle/>
          <a:p>
            <a:pPr algn="r" defTabSz="1088558">
              <a:defRPr/>
            </a:pPr>
            <a:r>
              <a:rPr lang="en-US" sz="1800">
                <a:solidFill>
                  <a:srgbClr val="1B90FF"/>
                </a:solidFill>
                <a:latin typeface="+mj-lt"/>
                <a:cs typeface="72" panose="020B0503030000000003" pitchFamily="34" charset="0"/>
              </a:rPr>
              <a:t>2</a:t>
            </a:r>
          </a:p>
          <a:p>
            <a:pPr algn="r" defTabSz="1088558">
              <a:defRPr/>
            </a:pPr>
            <a:r>
              <a:rPr lang="en-US" sz="1000" b="1">
                <a:solidFill>
                  <a:srgbClr val="1B90FF"/>
                </a:solidFill>
                <a:latin typeface="+mn-lt"/>
                <a:cs typeface="72" panose="020B0503030000000003" pitchFamily="34" charset="0"/>
              </a:rPr>
              <a:t>Extension</a:t>
            </a:r>
            <a:br>
              <a:rPr lang="en-US" sz="1000" b="1">
                <a:solidFill>
                  <a:srgbClr val="1B90FF"/>
                </a:solidFill>
                <a:latin typeface="+mn-lt"/>
                <a:cs typeface="72" panose="020B0503030000000003" pitchFamily="34" charset="0"/>
              </a:rPr>
            </a:br>
            <a:r>
              <a:rPr lang="en-US" sz="1000" b="1">
                <a:solidFill>
                  <a:srgbClr val="1B90FF"/>
                </a:solidFill>
                <a:latin typeface="+mn-lt"/>
                <a:cs typeface="72" panose="020B0503030000000003" pitchFamily="34" charset="0"/>
              </a:rPr>
              <a:t>architecture</a:t>
            </a:r>
          </a:p>
        </p:txBody>
      </p:sp>
    </p:spTree>
    <p:extLst>
      <p:ext uri="{BB962C8B-B14F-4D97-AF65-F5344CB8AC3E}">
        <p14:creationId xmlns:p14="http://schemas.microsoft.com/office/powerpoint/2010/main" val="25731227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8"/>
                                        </p:tgtEl>
                                        <p:attrNameLst>
                                          <p:attrName>style.visibility</p:attrName>
                                        </p:attrNameLst>
                                      </p:cBhvr>
                                      <p:to>
                                        <p:strVal val="visible"/>
                                      </p:to>
                                    </p:set>
                                    <p:animEffect transition="in" filter="fade">
                                      <p:cBhvr>
                                        <p:cTn id="7" dur="500"/>
                                        <p:tgtEl>
                                          <p:spTgt spid="7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9"/>
                                        </p:tgtEl>
                                        <p:attrNameLst>
                                          <p:attrName>style.visibility</p:attrName>
                                        </p:attrNameLst>
                                      </p:cBhvr>
                                      <p:to>
                                        <p:strVal val="visible"/>
                                      </p:to>
                                    </p:set>
                                    <p:animEffect transition="in" filter="fade">
                                      <p:cBhvr>
                                        <p:cTn id="12" dur="500"/>
                                        <p:tgtEl>
                                          <p:spTgt spid="7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80"/>
                                        </p:tgtEl>
                                        <p:attrNameLst>
                                          <p:attrName>style.visibility</p:attrName>
                                        </p:attrNameLst>
                                      </p:cBhvr>
                                      <p:to>
                                        <p:strVal val="visible"/>
                                      </p:to>
                                    </p:set>
                                    <p:animEffect transition="in" filter="fade">
                                      <p:cBhvr>
                                        <p:cTn id="17" dur="500"/>
                                        <p:tgtEl>
                                          <p:spTgt spid="8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8" grpId="0"/>
      <p:bldP spid="79" grpId="0"/>
      <p:bldP spid="80"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3">
            <a:extLst>
              <a:ext uri="{FF2B5EF4-FFF2-40B4-BE49-F238E27FC236}">
                <a16:creationId xmlns:a16="http://schemas.microsoft.com/office/drawing/2014/main" id="{8BE34707-2442-8223-D852-1EB4DA7561FB}"/>
              </a:ext>
            </a:extLst>
          </p:cNvPr>
          <p:cNvSpPr txBox="1">
            <a:spLocks/>
          </p:cNvSpPr>
          <p:nvPr/>
        </p:nvSpPr>
        <p:spPr>
          <a:xfrm>
            <a:off x="498475" y="1579892"/>
            <a:ext cx="4695317" cy="3855708"/>
          </a:xfrm>
          <a:prstGeom prst="rect">
            <a:avLst/>
          </a:prstGeom>
        </p:spPr>
        <p:txBody>
          <a:bodyPr/>
          <a:lstStyle>
            <a:lvl1pPr algn="l" defTabSz="1088558" rtl="0" eaLnBrk="1" latinLnBrk="0" hangingPunct="1">
              <a:spcBef>
                <a:spcPct val="0"/>
              </a:spcBef>
              <a:buNone/>
              <a:defRPr sz="2400" b="0" i="0" kern="1200" baseline="0">
                <a:solidFill>
                  <a:schemeClr val="tx1"/>
                </a:solidFill>
                <a:latin typeface="72 Brand Medium" panose="020B0504030603020204" pitchFamily="34" charset="0"/>
                <a:ea typeface="+mj-ea"/>
                <a:cs typeface="+mj-cs"/>
              </a:defRPr>
            </a:lvl1pPr>
          </a:lstStyle>
          <a:p>
            <a:r>
              <a:rPr lang="en-US" dirty="0">
                <a:solidFill>
                  <a:srgbClr val="002A86"/>
                </a:solidFill>
              </a:rPr>
              <a:t>👉 </a:t>
            </a:r>
            <a:r>
              <a:rPr lang="en-US" noProof="0" dirty="0">
                <a:solidFill>
                  <a:srgbClr val="002A86"/>
                </a:solidFill>
              </a:rPr>
              <a:t>Deep Dive Session:</a:t>
            </a:r>
          </a:p>
          <a:p>
            <a:endParaRPr lang="en-US" noProof="0" dirty="0">
              <a:solidFill>
                <a:srgbClr val="002A86"/>
              </a:solidFill>
            </a:endParaRPr>
          </a:p>
          <a:p>
            <a:r>
              <a:rPr lang="en-US" noProof="0" dirty="0">
                <a:solidFill>
                  <a:srgbClr val="002A86"/>
                </a:solidFill>
              </a:rPr>
              <a:t>XP100 | Accelerate adoption of SAP Business Technology Platform with confidence</a:t>
            </a:r>
          </a:p>
          <a:p>
            <a:endParaRPr lang="en-US" b="1" noProof="0" dirty="0">
              <a:solidFill>
                <a:srgbClr val="002A86"/>
              </a:solidFill>
            </a:endParaRPr>
          </a:p>
          <a:p>
            <a:r>
              <a:rPr lang="en-US" sz="2000" noProof="0" dirty="0">
                <a:solidFill>
                  <a:srgbClr val="002A86"/>
                </a:solidFill>
              </a:rPr>
              <a:t>Thursday, Nov 6</a:t>
            </a:r>
          </a:p>
          <a:p>
            <a:r>
              <a:rPr lang="en-US" sz="2000" noProof="0" dirty="0">
                <a:solidFill>
                  <a:srgbClr val="002A86"/>
                </a:solidFill>
              </a:rPr>
              <a:t>1:00 PM – 1:45 PM CET</a:t>
            </a:r>
          </a:p>
          <a:p>
            <a:endParaRPr lang="en-US" sz="1800" noProof="0" dirty="0">
              <a:solidFill>
                <a:srgbClr val="002A86"/>
              </a:solidFill>
            </a:endParaRPr>
          </a:p>
          <a:p>
            <a:r>
              <a:rPr lang="en-US" sz="1200" noProof="0" dirty="0">
                <a:solidFill>
                  <a:srgbClr val="002A86"/>
                </a:solidFill>
              </a:rPr>
              <a:t>Katrin von Ahsen</a:t>
            </a:r>
          </a:p>
          <a:p>
            <a:r>
              <a:rPr lang="en-US" sz="1200" noProof="0" dirty="0">
                <a:solidFill>
                  <a:srgbClr val="002A86"/>
                </a:solidFill>
              </a:rPr>
              <a:t>Kay </a:t>
            </a:r>
            <a:r>
              <a:rPr lang="en-US" sz="1200" noProof="0" dirty="0" err="1">
                <a:solidFill>
                  <a:srgbClr val="002A86"/>
                </a:solidFill>
              </a:rPr>
              <a:t>Schmitteckert</a:t>
            </a:r>
            <a:endParaRPr lang="en-US" sz="1200" noProof="0" dirty="0">
              <a:solidFill>
                <a:srgbClr val="002A86"/>
              </a:solidFill>
            </a:endParaRPr>
          </a:p>
        </p:txBody>
      </p:sp>
    </p:spTree>
    <p:extLst>
      <p:ext uri="{BB962C8B-B14F-4D97-AF65-F5344CB8AC3E}">
        <p14:creationId xmlns:p14="http://schemas.microsoft.com/office/powerpoint/2010/main" val="322543440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platzhalter 2">
            <a:extLst>
              <a:ext uri="{FF2B5EF4-FFF2-40B4-BE49-F238E27FC236}">
                <a16:creationId xmlns:a16="http://schemas.microsoft.com/office/drawing/2014/main" id="{D1CBD1B6-37E1-C8FC-4EAB-EA32B2A09703}"/>
              </a:ext>
            </a:extLst>
          </p:cNvPr>
          <p:cNvSpPr>
            <a:spLocks noGrp="1"/>
          </p:cNvSpPr>
          <p:nvPr>
            <p:ph type="body" sz="quarter" idx="10"/>
          </p:nvPr>
        </p:nvSpPr>
        <p:spPr/>
        <p:txBody>
          <a:bodyPr/>
          <a:lstStyle/>
          <a:p>
            <a:pPr fontAlgn="base">
              <a:spcBef>
                <a:spcPct val="50000"/>
              </a:spcBef>
              <a:spcAft>
                <a:spcPct val="0"/>
              </a:spcAft>
              <a:buClr>
                <a:srgbClr val="F0AB00"/>
              </a:buClr>
            </a:pPr>
            <a:r>
              <a:rPr lang="en-US" sz="2000" b="1" kern="0" dirty="0">
                <a:latin typeface="72" panose="020B0503030000000003" pitchFamily="34" charset="0"/>
                <a:ea typeface="Arial Unicode MS" pitchFamily="34" charset="-128"/>
                <a:cs typeface="72" panose="020B0503030000000003" pitchFamily="34" charset="0"/>
              </a:rPr>
              <a:t>Marco Matha</a:t>
            </a:r>
            <a:br>
              <a:rPr lang="en-US" sz="2000" kern="0" dirty="0">
                <a:latin typeface="72" panose="020B0503030000000003" pitchFamily="34" charset="0"/>
                <a:ea typeface="Arial Unicode MS" pitchFamily="34" charset="-128"/>
                <a:cs typeface="72" panose="020B0503030000000003" pitchFamily="34" charset="0"/>
              </a:rPr>
            </a:br>
            <a:r>
              <a:rPr lang="en-US" kern="0" dirty="0">
                <a:latin typeface="72" panose="020B0503030000000003" pitchFamily="34" charset="0"/>
                <a:ea typeface="Arial Unicode MS" pitchFamily="34" charset="-128"/>
                <a:cs typeface="72" panose="020B0503030000000003" pitchFamily="34" charset="0"/>
              </a:rPr>
              <a:t>BTP Product Management</a:t>
            </a:r>
            <a:br>
              <a:rPr lang="en-US" kern="0" dirty="0">
                <a:latin typeface="72" panose="020B0503030000000003" pitchFamily="34" charset="0"/>
                <a:ea typeface="Arial Unicode MS" pitchFamily="34" charset="-128"/>
                <a:cs typeface="72" panose="020B0503030000000003" pitchFamily="34" charset="0"/>
              </a:rPr>
            </a:br>
            <a:r>
              <a:rPr lang="en-DE" sz="1200" kern="0">
                <a:latin typeface="72" panose="020B0503030000000003" pitchFamily="34" charset="0"/>
                <a:ea typeface="Arial Unicode MS" pitchFamily="34" charset="-128"/>
                <a:cs typeface="72" panose="020B0503030000000003" pitchFamily="34" charset="0"/>
              </a:rPr>
              <a:t>Join me online: </a:t>
            </a:r>
            <a:r>
              <a:rPr lang="en-DE" sz="1200" kern="0">
                <a:latin typeface="72" panose="020B0503030000000003" pitchFamily="34" charset="0"/>
                <a:ea typeface="Arial Unicode MS" pitchFamily="34" charset="-128"/>
                <a:cs typeface="72" panose="020B0503030000000003" pitchFamily="34" charset="0"/>
                <a:hlinkClick r:id="rId2">
                  <a:extLst>
                    <a:ext uri="{A12FA001-AC4F-418D-AE19-62706E023703}">
                      <ahyp:hlinkClr xmlns:ahyp="http://schemas.microsoft.com/office/drawing/2018/hyperlinkcolor" val="tx"/>
                    </a:ext>
                  </a:extLst>
                </a:hlinkClick>
              </a:rPr>
              <a:t>https://www.linkedin.com/in/marcomatha/</a:t>
            </a:r>
            <a:r>
              <a:rPr lang="en-DE" sz="1200" kern="0">
                <a:latin typeface="72" panose="020B0503030000000003" pitchFamily="34" charset="0"/>
                <a:ea typeface="Arial Unicode MS" pitchFamily="34" charset="-128"/>
                <a:cs typeface="72" panose="020B0503030000000003" pitchFamily="34" charset="0"/>
              </a:rPr>
              <a:t> </a:t>
            </a:r>
          </a:p>
          <a:p>
            <a:endParaRPr lang="de-DE" dirty="0"/>
          </a:p>
        </p:txBody>
      </p:sp>
      <p:sp>
        <p:nvSpPr>
          <p:cNvPr id="4" name="Textplatzhalter 3">
            <a:extLst>
              <a:ext uri="{FF2B5EF4-FFF2-40B4-BE49-F238E27FC236}">
                <a16:creationId xmlns:a16="http://schemas.microsoft.com/office/drawing/2014/main" id="{8BFC4A41-7339-6E38-FCE6-F769578CC538}"/>
              </a:ext>
            </a:extLst>
          </p:cNvPr>
          <p:cNvSpPr>
            <a:spLocks noGrp="1"/>
          </p:cNvSpPr>
          <p:nvPr>
            <p:ph type="body" sz="quarter" idx="11"/>
          </p:nvPr>
        </p:nvSpPr>
        <p:spPr/>
        <p:txBody>
          <a:bodyPr/>
          <a:lstStyle/>
          <a:p>
            <a:r>
              <a:rPr lang="en-US" noProof="0"/>
              <a:t>Contact information:</a:t>
            </a:r>
          </a:p>
        </p:txBody>
      </p:sp>
    </p:spTree>
    <p:extLst>
      <p:ext uri="{BB962C8B-B14F-4D97-AF65-F5344CB8AC3E}">
        <p14:creationId xmlns:p14="http://schemas.microsoft.com/office/powerpoint/2010/main" val="70406638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9DB0D4-6A1D-B0E2-E79D-D34AAFF375D7}"/>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9768C56B-C37B-56E3-30A7-0EDBC98F5A15}"/>
              </a:ext>
            </a:extLst>
          </p:cNvPr>
          <p:cNvSpPr>
            <a:spLocks noGrp="1"/>
          </p:cNvSpPr>
          <p:nvPr>
            <p:ph type="ctrTitle"/>
          </p:nvPr>
        </p:nvSpPr>
        <p:spPr/>
        <p:txBody>
          <a:bodyPr/>
          <a:lstStyle/>
          <a:p>
            <a:r>
              <a:rPr lang="en-US" b="1" noProof="0" dirty="0"/>
              <a:t>Exercise 1</a:t>
            </a:r>
            <a:br>
              <a:rPr lang="en-US" b="1" noProof="0" dirty="0"/>
            </a:br>
            <a:r>
              <a:rPr lang="en-US" b="1" noProof="0" dirty="0"/>
              <a:t> </a:t>
            </a:r>
            <a:br>
              <a:rPr lang="en-US" b="1" noProof="0" dirty="0"/>
            </a:br>
            <a:r>
              <a:rPr lang="en-US" sz="3200" noProof="0" dirty="0"/>
              <a:t>SAP Application Extension Methodology</a:t>
            </a:r>
            <a:endParaRPr lang="en-US" noProof="0" dirty="0"/>
          </a:p>
        </p:txBody>
      </p:sp>
    </p:spTree>
    <p:extLst>
      <p:ext uri="{BB962C8B-B14F-4D97-AF65-F5344CB8AC3E}">
        <p14:creationId xmlns:p14="http://schemas.microsoft.com/office/powerpoint/2010/main" val="384406976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1260FE-7301-72CB-BBC2-01F89B4C526C}"/>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48B40082-5D25-8C07-32E9-88405D42E897}"/>
              </a:ext>
            </a:extLst>
          </p:cNvPr>
          <p:cNvSpPr>
            <a:spLocks noGrp="1"/>
          </p:cNvSpPr>
          <p:nvPr>
            <p:ph type="ctrTitle"/>
          </p:nvPr>
        </p:nvSpPr>
        <p:spPr/>
        <p:txBody>
          <a:bodyPr/>
          <a:lstStyle/>
          <a:p>
            <a:r>
              <a:rPr lang="en-US" b="1" noProof="0" dirty="0"/>
              <a:t>Exercise 1.1: </a:t>
            </a:r>
            <a:br>
              <a:rPr lang="en-US" b="1" noProof="0" dirty="0"/>
            </a:br>
            <a:br>
              <a:rPr lang="en-US" b="1" noProof="0" dirty="0"/>
            </a:br>
            <a:r>
              <a:rPr lang="en-US" sz="3200" noProof="0" dirty="0"/>
              <a:t>Use case example: </a:t>
            </a:r>
            <a:br>
              <a:rPr lang="en-US" sz="3200" noProof="0" dirty="0"/>
            </a:br>
            <a:r>
              <a:rPr lang="en-US" sz="3200" noProof="0" dirty="0"/>
              <a:t>Sales order process extension</a:t>
            </a:r>
            <a:endParaRPr lang="en-US" noProof="0" dirty="0"/>
          </a:p>
        </p:txBody>
      </p:sp>
    </p:spTree>
    <p:extLst>
      <p:ext uri="{BB962C8B-B14F-4D97-AF65-F5344CB8AC3E}">
        <p14:creationId xmlns:p14="http://schemas.microsoft.com/office/powerpoint/2010/main" val="286116928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3C6553-F4B7-BF5B-757F-CAECE92A13C2}"/>
            </a:ext>
          </a:extLst>
        </p:cNvPr>
        <p:cNvGrpSpPr/>
        <p:nvPr/>
      </p:nvGrpSpPr>
      <p:grpSpPr>
        <a:xfrm>
          <a:off x="0" y="0"/>
          <a:ext cx="0" cy="0"/>
          <a:chOff x="0" y="0"/>
          <a:chExt cx="0" cy="0"/>
        </a:xfrm>
      </p:grpSpPr>
      <p:sp>
        <p:nvSpPr>
          <p:cNvPr id="6" name="Textplatzhalter 5">
            <a:extLst>
              <a:ext uri="{FF2B5EF4-FFF2-40B4-BE49-F238E27FC236}">
                <a16:creationId xmlns:a16="http://schemas.microsoft.com/office/drawing/2014/main" id="{6BF9D804-8BFE-92D5-4FB4-EF5E0119A14D}"/>
              </a:ext>
            </a:extLst>
          </p:cNvPr>
          <p:cNvSpPr>
            <a:spLocks noGrp="1"/>
          </p:cNvSpPr>
          <p:nvPr>
            <p:ph type="body" sz="quarter" idx="10"/>
          </p:nvPr>
        </p:nvSpPr>
        <p:spPr>
          <a:xfrm>
            <a:off x="503999" y="1241208"/>
            <a:ext cx="10947771" cy="5616792"/>
          </a:xfrm>
        </p:spPr>
        <p:txBody>
          <a:bodyPr vert="horz" lIns="0" tIns="0" rIns="0" bIns="0" rtlCol="0" anchor="t">
            <a:noAutofit/>
          </a:bodyPr>
          <a:lstStyle/>
          <a:p>
            <a:pPr>
              <a:spcBef>
                <a:spcPts val="300"/>
              </a:spcBef>
              <a:spcAft>
                <a:spcPts val="300"/>
              </a:spcAft>
            </a:pPr>
            <a:r>
              <a:rPr lang="en-US" sz="1600" b="1" dirty="0">
                <a:solidFill>
                  <a:srgbClr val="12171C"/>
                </a:solidFill>
                <a:latin typeface="72 Brand" panose="020B0504030603020204" pitchFamily="34" charset="0"/>
                <a:cs typeface="Times New Roman"/>
              </a:rPr>
              <a:t>Business Case:</a:t>
            </a:r>
          </a:p>
          <a:p>
            <a:pPr>
              <a:spcBef>
                <a:spcPts val="300"/>
              </a:spcBef>
              <a:spcAft>
                <a:spcPts val="300"/>
              </a:spcAft>
              <a:buNone/>
            </a:pPr>
            <a:r>
              <a:rPr lang="en-US" sz="1200" noProof="0" dirty="0">
                <a:solidFill>
                  <a:srgbClr val="12171C"/>
                </a:solidFill>
                <a:latin typeface="72 Brand" panose="020B0504030603020204" pitchFamily="34" charset="0"/>
                <a:cs typeface="Times New Roman"/>
              </a:rPr>
              <a:t>The sales department at ACME Corporation has specific requirements for its end-to-end lead-to-cash sales order process - specifically for sales order data entry and the approval workflow. The Cloud ERP will remain the system of record for sales orders. A fit-to-standard workshop concluded these requirements cannot be met with SAP standard applications. Because the custom process offers a competitive advantage, ACME’s leadership approved its development on the condition that it follows the Clean Core strategy.</a:t>
            </a:r>
          </a:p>
          <a:p>
            <a:pPr>
              <a:spcBef>
                <a:spcPts val="300"/>
              </a:spcBef>
              <a:spcAft>
                <a:spcPts val="300"/>
              </a:spcAft>
              <a:buNone/>
            </a:pPr>
            <a:r>
              <a:rPr lang="en-US" sz="1200" noProof="0" dirty="0">
                <a:solidFill>
                  <a:srgbClr val="12171C"/>
                </a:solidFill>
                <a:latin typeface="72 Brand" panose="020B0504030603020204" pitchFamily="34" charset="0"/>
                <a:cs typeface="Times New Roman"/>
              </a:rPr>
              <a:t>A custom sales order entry app on SAP BTP validates input and posts orders to the Cloud ERP using standard APIs. The UI displays customer, product, quantity, and delivery date. Product data is retrieved from the Cloud ERP. An internal sales representative enters the order details and triggers the automated approval workflow.</a:t>
            </a:r>
          </a:p>
          <a:p>
            <a:pPr>
              <a:spcBef>
                <a:spcPts val="300"/>
              </a:spcBef>
              <a:spcAft>
                <a:spcPts val="300"/>
              </a:spcAft>
              <a:buNone/>
            </a:pPr>
            <a:r>
              <a:rPr lang="en-US" sz="1200" noProof="0" dirty="0">
                <a:solidFill>
                  <a:srgbClr val="12171C"/>
                </a:solidFill>
                <a:latin typeface="72 Brand" panose="020B0504030603020204" pitchFamily="34" charset="0"/>
                <a:cs typeface="Times New Roman"/>
              </a:rPr>
              <a:t>ACME’s sales order entry requires additional validations and approvals. The automated approval workflow is triggered when the quantity exceeds defined thresholds (e.g., &gt;10). All these scenarios require approval from the Sales Manager. The solution must include two forms — "Sales Order Approval" and "Sales Order Rejected" — each displaying product, quantity, customer </a:t>
            </a:r>
            <a:r>
              <a:rPr lang="en-US" sz="1200" dirty="0">
                <a:solidFill>
                  <a:srgbClr val="12171C"/>
                </a:solidFill>
                <a:latin typeface="72 Brand" panose="020B0504030603020204" pitchFamily="34" charset="0"/>
                <a:cs typeface="Times New Roman"/>
              </a:rPr>
              <a:t>n</a:t>
            </a:r>
            <a:r>
              <a:rPr lang="en-US" sz="1200" noProof="0" dirty="0" err="1">
                <a:solidFill>
                  <a:srgbClr val="12171C"/>
                </a:solidFill>
                <a:latin typeface="72 Brand" panose="020B0504030603020204" pitchFamily="34" charset="0"/>
                <a:cs typeface="Times New Roman"/>
              </a:rPr>
              <a:t>ame</a:t>
            </a:r>
            <a:r>
              <a:rPr lang="en-US" sz="1200" noProof="0" dirty="0">
                <a:solidFill>
                  <a:srgbClr val="12171C"/>
                </a:solidFill>
                <a:latin typeface="72 Brand" panose="020B0504030603020204" pitchFamily="34" charset="0"/>
                <a:cs typeface="Times New Roman"/>
              </a:rPr>
              <a:t>, expected </a:t>
            </a:r>
            <a:r>
              <a:rPr lang="en-US" sz="1200" dirty="0">
                <a:solidFill>
                  <a:srgbClr val="12171C"/>
                </a:solidFill>
                <a:latin typeface="72 Brand" panose="020B0504030603020204" pitchFamily="34" charset="0"/>
                <a:cs typeface="Times New Roman"/>
              </a:rPr>
              <a:t>d</a:t>
            </a:r>
            <a:r>
              <a:rPr lang="en-US" sz="1200" noProof="0" dirty="0" err="1">
                <a:solidFill>
                  <a:srgbClr val="12171C"/>
                </a:solidFill>
                <a:latin typeface="72 Brand" panose="020B0504030603020204" pitchFamily="34" charset="0"/>
                <a:cs typeface="Times New Roman"/>
              </a:rPr>
              <a:t>elivery</a:t>
            </a:r>
            <a:r>
              <a:rPr lang="en-US" sz="1200" noProof="0" dirty="0">
                <a:solidFill>
                  <a:srgbClr val="12171C"/>
                </a:solidFill>
                <a:latin typeface="72 Brand" panose="020B0504030603020204" pitchFamily="34" charset="0"/>
                <a:cs typeface="Times New Roman"/>
              </a:rPr>
              <a:t> date, and a free-text message field for the buyer.</a:t>
            </a:r>
          </a:p>
          <a:p>
            <a:pPr>
              <a:spcBef>
                <a:spcPts val="300"/>
              </a:spcBef>
              <a:spcAft>
                <a:spcPts val="300"/>
              </a:spcAft>
            </a:pPr>
            <a:br>
              <a:rPr lang="en-US" sz="1600" b="1" dirty="0">
                <a:solidFill>
                  <a:srgbClr val="12171C"/>
                </a:solidFill>
                <a:latin typeface="72 Brand" panose="020B0504030603020204" pitchFamily="34" charset="0"/>
                <a:cs typeface="Times New Roman"/>
              </a:rPr>
            </a:br>
            <a:r>
              <a:rPr lang="en-US" sz="1600" b="1" dirty="0">
                <a:solidFill>
                  <a:srgbClr val="12171C"/>
                </a:solidFill>
                <a:latin typeface="72 Brand" panose="020B0504030603020204" pitchFamily="34" charset="0"/>
                <a:cs typeface="Times New Roman"/>
              </a:rPr>
              <a:t>Architecture Principals and Business Context:</a:t>
            </a:r>
          </a:p>
          <a:p>
            <a:pPr marL="342900" indent="-342900">
              <a:spcBef>
                <a:spcPts val="900"/>
              </a:spcBef>
              <a:spcAft>
                <a:spcPts val="300"/>
              </a:spcAft>
              <a:buClr>
                <a:srgbClr val="348B26"/>
              </a:buClr>
              <a:buSzPct val="100000"/>
              <a:buFont typeface="Wingdings" pitchFamily="2" charset="2"/>
              <a:buChar char="§"/>
            </a:pPr>
            <a:r>
              <a:rPr lang="en-US" sz="1200" dirty="0">
                <a:solidFill>
                  <a:srgbClr val="12171C"/>
                </a:solidFill>
                <a:latin typeface="72 Brand" panose="020B0504030603020204" pitchFamily="34" charset="0"/>
                <a:cs typeface="Times New Roman"/>
              </a:rPr>
              <a:t>Extensions needs to be upgrade stable and follow Clean Core Level A</a:t>
            </a:r>
          </a:p>
          <a:p>
            <a:pPr marL="342900" indent="-342900">
              <a:spcBef>
                <a:spcPts val="300"/>
              </a:spcBef>
              <a:spcAft>
                <a:spcPts val="300"/>
              </a:spcAft>
              <a:buClr>
                <a:srgbClr val="348B26"/>
              </a:buClr>
              <a:buSzPct val="100000"/>
              <a:buFont typeface="Wingdings" pitchFamily="2" charset="2"/>
              <a:buChar char="§"/>
            </a:pPr>
            <a:r>
              <a:rPr lang="en-US" sz="1200" dirty="0">
                <a:solidFill>
                  <a:srgbClr val="12171C"/>
                </a:solidFill>
                <a:latin typeface="72 Brand" panose="020B0504030603020204" pitchFamily="34" charset="0"/>
                <a:cs typeface="Times New Roman"/>
              </a:rPr>
              <a:t>SAP Build Low-code/No-code tools are preferred for development</a:t>
            </a:r>
          </a:p>
          <a:p>
            <a:pPr marL="342900" indent="-342900">
              <a:spcBef>
                <a:spcPts val="300"/>
              </a:spcBef>
              <a:spcAft>
                <a:spcPts val="300"/>
              </a:spcAft>
              <a:buClr>
                <a:srgbClr val="348B26"/>
              </a:buClr>
              <a:buSzPct val="100000"/>
              <a:buFont typeface="Wingdings" pitchFamily="2" charset="2"/>
              <a:buChar char="§"/>
            </a:pPr>
            <a:r>
              <a:rPr lang="en-US" sz="1200" dirty="0">
                <a:solidFill>
                  <a:srgbClr val="12171C"/>
                </a:solidFill>
                <a:latin typeface="72 Brand" panose="020B0504030603020204" pitchFamily="34" charset="0"/>
                <a:cs typeface="Times New Roman"/>
              </a:rPr>
              <a:t>Side-by-Side options are preferred for workflow implementation and UIs</a:t>
            </a:r>
          </a:p>
          <a:p>
            <a:pPr marL="342900" indent="-342900">
              <a:spcBef>
                <a:spcPts val="300"/>
              </a:spcBef>
              <a:spcAft>
                <a:spcPts val="300"/>
              </a:spcAft>
              <a:buClr>
                <a:srgbClr val="348B26"/>
              </a:buClr>
              <a:buSzPct val="100000"/>
              <a:buFont typeface="Wingdings" pitchFamily="2" charset="2"/>
              <a:buChar char="§"/>
            </a:pPr>
            <a:r>
              <a:rPr lang="en-US" sz="1200" dirty="0">
                <a:solidFill>
                  <a:srgbClr val="12171C"/>
                </a:solidFill>
                <a:latin typeface="72 Brand" panose="020B0504030603020204" pitchFamily="34" charset="0"/>
                <a:cs typeface="Times New Roman"/>
              </a:rPr>
              <a:t>ACME employees are used to access SAP application through SAP Build Work Zone</a:t>
            </a:r>
          </a:p>
          <a:p>
            <a:pPr>
              <a:spcBef>
                <a:spcPts val="300"/>
              </a:spcBef>
              <a:spcAft>
                <a:spcPts val="300"/>
              </a:spcAft>
              <a:buClr>
                <a:srgbClr val="348B26"/>
              </a:buClr>
              <a:buSzPct val="100000"/>
              <a:buNone/>
            </a:pPr>
            <a:endParaRPr lang="en-US" sz="1200" dirty="0">
              <a:solidFill>
                <a:srgbClr val="12171C"/>
              </a:solidFill>
              <a:latin typeface="72 Brand" panose="020B0504030603020204" pitchFamily="34" charset="0"/>
              <a:cs typeface="Times New Roman"/>
            </a:endParaRPr>
          </a:p>
          <a:p>
            <a:pPr>
              <a:spcBef>
                <a:spcPts val="300"/>
              </a:spcBef>
              <a:spcAft>
                <a:spcPts val="300"/>
              </a:spcAft>
              <a:buClr>
                <a:srgbClr val="348B26"/>
              </a:buClr>
              <a:buSzPct val="100000"/>
              <a:buNone/>
            </a:pPr>
            <a:r>
              <a:rPr lang="en-US" sz="1600" b="1" noProof="0" dirty="0">
                <a:solidFill>
                  <a:srgbClr val="12171C"/>
                </a:solidFill>
                <a:latin typeface="72 Brand" panose="020B0504030603020204" pitchFamily="34" charset="0"/>
                <a:cs typeface="Times New Roman"/>
              </a:rPr>
              <a:t>Your Role and Task:</a:t>
            </a:r>
          </a:p>
          <a:p>
            <a:pPr>
              <a:lnSpc>
                <a:spcPts val="1600"/>
              </a:lnSpc>
              <a:spcBef>
                <a:spcPts val="300"/>
              </a:spcBef>
              <a:spcAft>
                <a:spcPts val="300"/>
              </a:spcAft>
              <a:buNone/>
            </a:pPr>
            <a:r>
              <a:rPr lang="en-US" sz="1200" dirty="0">
                <a:solidFill>
                  <a:srgbClr val="12171C"/>
                </a:solidFill>
                <a:latin typeface="72 Brand" panose="020B0504030603020204" pitchFamily="34" charset="0"/>
                <a:cs typeface="Times New Roman"/>
              </a:rPr>
              <a:t>You’re a member of ACME Corporation’s Enterprise Architecture team, tasked with creating a target solution diagram to prepare for the implementation of this extension use case. Having recently learned about the SAP Application Extension Methodology, you plan to apply it to guide the architecture of this project.</a:t>
            </a:r>
          </a:p>
          <a:p>
            <a:pPr marL="342900" indent="-342900">
              <a:spcBef>
                <a:spcPts val="300"/>
              </a:spcBef>
              <a:spcAft>
                <a:spcPts val="300"/>
              </a:spcAft>
              <a:buClr>
                <a:srgbClr val="348B26"/>
              </a:buClr>
              <a:buSzPct val="100000"/>
              <a:buFont typeface="Wingdings" pitchFamily="2" charset="2"/>
              <a:buChar char="§"/>
            </a:pPr>
            <a:endParaRPr lang="en-US" sz="1100" dirty="0">
              <a:solidFill>
                <a:srgbClr val="12171C"/>
              </a:solidFill>
              <a:latin typeface="72 Brand" panose="020B0504030603020204" pitchFamily="34" charset="0"/>
              <a:cs typeface="Times New Roman"/>
            </a:endParaRPr>
          </a:p>
          <a:p>
            <a:pPr>
              <a:spcBef>
                <a:spcPts val="300"/>
              </a:spcBef>
              <a:spcAft>
                <a:spcPts val="300"/>
              </a:spcAft>
              <a:buNone/>
            </a:pPr>
            <a:endParaRPr lang="en-US" sz="1200" dirty="0">
              <a:solidFill>
                <a:srgbClr val="12171C"/>
              </a:solidFill>
              <a:latin typeface="72 Brand" panose="020B0504030603020204" pitchFamily="34" charset="0"/>
              <a:cs typeface="Times New Roman"/>
            </a:endParaRPr>
          </a:p>
        </p:txBody>
      </p:sp>
      <p:sp>
        <p:nvSpPr>
          <p:cNvPr id="5" name="Titel 4">
            <a:extLst>
              <a:ext uri="{FF2B5EF4-FFF2-40B4-BE49-F238E27FC236}">
                <a16:creationId xmlns:a16="http://schemas.microsoft.com/office/drawing/2014/main" id="{41EF85B4-C452-BC93-E4B8-2812FAA9CBE1}"/>
              </a:ext>
            </a:extLst>
          </p:cNvPr>
          <p:cNvSpPr>
            <a:spLocks noGrp="1"/>
          </p:cNvSpPr>
          <p:nvPr>
            <p:ph type="title"/>
          </p:nvPr>
        </p:nvSpPr>
        <p:spPr>
          <a:xfrm>
            <a:off x="504001" y="504000"/>
            <a:ext cx="11186476" cy="307777"/>
          </a:xfrm>
        </p:spPr>
        <p:txBody>
          <a:bodyPr/>
          <a:lstStyle/>
          <a:p>
            <a:r>
              <a:rPr lang="en-US" sz="2000" b="0" dirty="0">
                <a:solidFill>
                  <a:srgbClr val="12171C"/>
                </a:solidFill>
                <a:latin typeface="72 Brand Medium" panose="020B0504030603020204" pitchFamily="34" charset="0"/>
              </a:rPr>
              <a:t>Use </a:t>
            </a:r>
            <a:r>
              <a:rPr lang="en-US" sz="2000" dirty="0">
                <a:solidFill>
                  <a:srgbClr val="12171C"/>
                </a:solidFill>
              </a:rPr>
              <a:t>c</a:t>
            </a:r>
            <a:r>
              <a:rPr lang="en-US" sz="2000" b="0" dirty="0">
                <a:solidFill>
                  <a:srgbClr val="12171C"/>
                </a:solidFill>
                <a:latin typeface="72 Brand Medium" panose="020B0504030603020204" pitchFamily="34" charset="0"/>
              </a:rPr>
              <a:t>ase example: Sales order process extension</a:t>
            </a:r>
          </a:p>
        </p:txBody>
      </p:sp>
      <p:grpSp>
        <p:nvGrpSpPr>
          <p:cNvPr id="2" name="Group 48">
            <a:extLst>
              <a:ext uri="{FF2B5EF4-FFF2-40B4-BE49-F238E27FC236}">
                <a16:creationId xmlns:a16="http://schemas.microsoft.com/office/drawing/2014/main" id="{56A2D782-D461-CA13-23A8-9AEF3C5CA601}"/>
              </a:ext>
            </a:extLst>
          </p:cNvPr>
          <p:cNvGrpSpPr/>
          <p:nvPr/>
        </p:nvGrpSpPr>
        <p:grpSpPr>
          <a:xfrm>
            <a:off x="6445071" y="-2890"/>
            <a:ext cx="5231695" cy="329981"/>
            <a:chOff x="6445071" y="-2890"/>
            <a:chExt cx="5231695" cy="329981"/>
          </a:xfrm>
        </p:grpSpPr>
        <p:sp>
          <p:nvSpPr>
            <p:cNvPr id="8" name="Freeform 49">
              <a:extLst>
                <a:ext uri="{FF2B5EF4-FFF2-40B4-BE49-F238E27FC236}">
                  <a16:creationId xmlns:a16="http://schemas.microsoft.com/office/drawing/2014/main" id="{DE8ED827-A378-F437-002E-B7CA336C1D35}"/>
                </a:ext>
              </a:extLst>
            </p:cNvPr>
            <p:cNvSpPr/>
            <p:nvPr/>
          </p:nvSpPr>
          <p:spPr bwMode="gray">
            <a:xfrm>
              <a:off x="9983214" y="2972"/>
              <a:ext cx="1693552" cy="324119"/>
            </a:xfrm>
            <a:custGeom>
              <a:avLst/>
              <a:gdLst>
                <a:gd name="connsiteX0" fmla="*/ 0 w 1693552"/>
                <a:gd name="connsiteY0" fmla="*/ 0 h 585279"/>
                <a:gd name="connsiteX1" fmla="*/ 1693552 w 1693552"/>
                <a:gd name="connsiteY1" fmla="*/ 0 h 585279"/>
                <a:gd name="connsiteX2" fmla="*/ 1626106 w 1693552"/>
                <a:gd name="connsiteY2" fmla="*/ 88336 h 585279"/>
                <a:gd name="connsiteX3" fmla="*/ 1618916 w 1693552"/>
                <a:gd name="connsiteY3" fmla="*/ 127655 h 585279"/>
                <a:gd name="connsiteX4" fmla="*/ 1621837 w 1693552"/>
                <a:gd name="connsiteY4" fmla="*/ 142127 h 585279"/>
                <a:gd name="connsiteX5" fmla="*/ 1621837 w 1693552"/>
                <a:gd name="connsiteY5" fmla="*/ 496646 h 585279"/>
                <a:gd name="connsiteX6" fmla="*/ 1533204 w 1693552"/>
                <a:gd name="connsiteY6" fmla="*/ 585279 h 585279"/>
                <a:gd name="connsiteX7" fmla="*/ 167586 w 1693552"/>
                <a:gd name="connsiteY7" fmla="*/ 585279 h 585279"/>
                <a:gd name="connsiteX8" fmla="*/ 78953 w 1693552"/>
                <a:gd name="connsiteY8" fmla="*/ 496646 h 585279"/>
                <a:gd name="connsiteX9" fmla="*/ 78953 w 1693552"/>
                <a:gd name="connsiteY9" fmla="*/ 142127 h 585279"/>
                <a:gd name="connsiteX10" fmla="*/ 79555 w 1693552"/>
                <a:gd name="connsiteY10" fmla="*/ 139146 h 585279"/>
                <a:gd name="connsiteX11" fmla="*/ 70761 w 1693552"/>
                <a:gd name="connsiteY11" fmla="*/ 89697 h 585279"/>
                <a:gd name="connsiteX12" fmla="*/ 0 w 1693552"/>
                <a:gd name="connsiteY12" fmla="*/ 0 h 5852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3552" h="585279">
                  <a:moveTo>
                    <a:pt x="0" y="0"/>
                  </a:moveTo>
                  <a:lnTo>
                    <a:pt x="1693552" y="0"/>
                  </a:lnTo>
                  <a:cubicBezTo>
                    <a:pt x="1650342" y="38551"/>
                    <a:pt x="1635760" y="50388"/>
                    <a:pt x="1626106" y="88336"/>
                  </a:cubicBezTo>
                  <a:lnTo>
                    <a:pt x="1618916" y="127655"/>
                  </a:lnTo>
                  <a:lnTo>
                    <a:pt x="1621837" y="142127"/>
                  </a:lnTo>
                  <a:lnTo>
                    <a:pt x="1621837" y="496646"/>
                  </a:lnTo>
                  <a:cubicBezTo>
                    <a:pt x="1621837" y="545597"/>
                    <a:pt x="1582155" y="585279"/>
                    <a:pt x="1533204" y="585279"/>
                  </a:cubicBezTo>
                  <a:lnTo>
                    <a:pt x="167586" y="585279"/>
                  </a:lnTo>
                  <a:cubicBezTo>
                    <a:pt x="118635" y="585279"/>
                    <a:pt x="78953" y="545597"/>
                    <a:pt x="78953" y="496646"/>
                  </a:cubicBezTo>
                  <a:lnTo>
                    <a:pt x="78953" y="142127"/>
                  </a:lnTo>
                  <a:lnTo>
                    <a:pt x="79555" y="139146"/>
                  </a:lnTo>
                  <a:lnTo>
                    <a:pt x="70761" y="89697"/>
                  </a:lnTo>
                  <a:cubicBezTo>
                    <a:pt x="59377" y="48932"/>
                    <a:pt x="39986" y="35332"/>
                    <a:pt x="0" y="0"/>
                  </a:cubicBezTo>
                  <a:close/>
                </a:path>
              </a:pathLst>
            </a:custGeom>
            <a:noFill/>
            <a:ln w="25400" algn="ctr">
              <a:noFill/>
              <a:miter lim="800000"/>
              <a:headEnd/>
              <a:tailEnd/>
            </a:ln>
            <a:effectLst>
              <a:outerShdw blurRad="63500" sx="102000" sy="102000" algn="ctr" rotWithShape="0">
                <a:prstClr val="black">
                  <a:alpha val="21000"/>
                </a:prstClr>
              </a:outerShdw>
            </a:effectLst>
          </p:spPr>
          <p:txBody>
            <a:bodyPr wrap="square" lIns="0" tIns="72000" rIns="0" bIns="72000" rtlCol="0" anchor="ctr">
              <a:noAutofit/>
            </a:bodyPr>
            <a:lstStyle/>
            <a:p>
              <a:pPr algn="ctr" defTabSz="914400" fontAlgn="base">
                <a:spcBef>
                  <a:spcPct val="50000"/>
                </a:spcBef>
                <a:spcAft>
                  <a:spcPct val="0"/>
                </a:spcAft>
                <a:buClr>
                  <a:srgbClr val="F0AB00"/>
                </a:buClr>
                <a:buSzPct val="80000"/>
              </a:pPr>
              <a:r>
                <a:rPr lang="de-DE" sz="800" kern="0" dirty="0">
                  <a:solidFill>
                    <a:schemeClr val="bg1">
                      <a:lumMod val="85000"/>
                    </a:schemeClr>
                  </a:solidFill>
                  <a:latin typeface="72 Brand" panose="020B0504030603020204" pitchFamily="34" charset="0"/>
                  <a:ea typeface="Arial Unicode MS" pitchFamily="34" charset="-128"/>
                  <a:cs typeface="Arial Unicode MS" pitchFamily="34" charset="-128"/>
                </a:rPr>
                <a:t>Application Extension </a:t>
              </a:r>
              <a:br>
                <a:rPr lang="de-DE" sz="800" kern="0" dirty="0">
                  <a:solidFill>
                    <a:schemeClr val="bg1">
                      <a:lumMod val="85000"/>
                    </a:schemeClr>
                  </a:solidFill>
                  <a:latin typeface="72 Brand" panose="020B0504030603020204" pitchFamily="34" charset="0"/>
                  <a:ea typeface="Arial Unicode MS" pitchFamily="34" charset="-128"/>
                  <a:cs typeface="Arial Unicode MS" pitchFamily="34" charset="-128"/>
                </a:rPr>
              </a:br>
              <a:r>
                <a:rPr lang="de-DE" sz="800" kern="0" dirty="0">
                  <a:solidFill>
                    <a:schemeClr val="bg1">
                      <a:lumMod val="85000"/>
                    </a:schemeClr>
                  </a:solidFill>
                  <a:latin typeface="72 Brand" panose="020B0504030603020204" pitchFamily="34" charset="0"/>
                  <a:ea typeface="Arial Unicode MS" pitchFamily="34" charset="-128"/>
                  <a:cs typeface="Arial Unicode MS" pitchFamily="34" charset="-128"/>
                </a:rPr>
                <a:t>Use Case</a:t>
              </a:r>
            </a:p>
          </p:txBody>
        </p:sp>
        <p:sp>
          <p:nvSpPr>
            <p:cNvPr id="9" name="Freeform 75">
              <a:extLst>
                <a:ext uri="{FF2B5EF4-FFF2-40B4-BE49-F238E27FC236}">
                  <a16:creationId xmlns:a16="http://schemas.microsoft.com/office/drawing/2014/main" id="{244208FA-E134-4CE5-9837-0F1988792A62}"/>
                </a:ext>
              </a:extLst>
            </p:cNvPr>
            <p:cNvSpPr/>
            <p:nvPr/>
          </p:nvSpPr>
          <p:spPr bwMode="gray">
            <a:xfrm>
              <a:off x="8188021" y="-2890"/>
              <a:ext cx="1693552" cy="324119"/>
            </a:xfrm>
            <a:custGeom>
              <a:avLst/>
              <a:gdLst>
                <a:gd name="connsiteX0" fmla="*/ 0 w 1693552"/>
                <a:gd name="connsiteY0" fmla="*/ 0 h 585279"/>
                <a:gd name="connsiteX1" fmla="*/ 1693552 w 1693552"/>
                <a:gd name="connsiteY1" fmla="*/ 0 h 585279"/>
                <a:gd name="connsiteX2" fmla="*/ 1626106 w 1693552"/>
                <a:gd name="connsiteY2" fmla="*/ 88336 h 585279"/>
                <a:gd name="connsiteX3" fmla="*/ 1618916 w 1693552"/>
                <a:gd name="connsiteY3" fmla="*/ 127655 h 585279"/>
                <a:gd name="connsiteX4" fmla="*/ 1621837 w 1693552"/>
                <a:gd name="connsiteY4" fmla="*/ 142127 h 585279"/>
                <a:gd name="connsiteX5" fmla="*/ 1621837 w 1693552"/>
                <a:gd name="connsiteY5" fmla="*/ 496646 h 585279"/>
                <a:gd name="connsiteX6" fmla="*/ 1533204 w 1693552"/>
                <a:gd name="connsiteY6" fmla="*/ 585279 h 585279"/>
                <a:gd name="connsiteX7" fmla="*/ 167586 w 1693552"/>
                <a:gd name="connsiteY7" fmla="*/ 585279 h 585279"/>
                <a:gd name="connsiteX8" fmla="*/ 78953 w 1693552"/>
                <a:gd name="connsiteY8" fmla="*/ 496646 h 585279"/>
                <a:gd name="connsiteX9" fmla="*/ 78953 w 1693552"/>
                <a:gd name="connsiteY9" fmla="*/ 142127 h 585279"/>
                <a:gd name="connsiteX10" fmla="*/ 79555 w 1693552"/>
                <a:gd name="connsiteY10" fmla="*/ 139146 h 585279"/>
                <a:gd name="connsiteX11" fmla="*/ 70761 w 1693552"/>
                <a:gd name="connsiteY11" fmla="*/ 89697 h 585279"/>
                <a:gd name="connsiteX12" fmla="*/ 0 w 1693552"/>
                <a:gd name="connsiteY12" fmla="*/ 0 h 5852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3552" h="585279">
                  <a:moveTo>
                    <a:pt x="0" y="0"/>
                  </a:moveTo>
                  <a:lnTo>
                    <a:pt x="1693552" y="0"/>
                  </a:lnTo>
                  <a:cubicBezTo>
                    <a:pt x="1650342" y="38551"/>
                    <a:pt x="1635760" y="50388"/>
                    <a:pt x="1626106" y="88336"/>
                  </a:cubicBezTo>
                  <a:lnTo>
                    <a:pt x="1618916" y="127655"/>
                  </a:lnTo>
                  <a:lnTo>
                    <a:pt x="1621837" y="142127"/>
                  </a:lnTo>
                  <a:lnTo>
                    <a:pt x="1621837" y="496646"/>
                  </a:lnTo>
                  <a:cubicBezTo>
                    <a:pt x="1621837" y="545597"/>
                    <a:pt x="1582155" y="585279"/>
                    <a:pt x="1533204" y="585279"/>
                  </a:cubicBezTo>
                  <a:lnTo>
                    <a:pt x="167586" y="585279"/>
                  </a:lnTo>
                  <a:cubicBezTo>
                    <a:pt x="118635" y="585279"/>
                    <a:pt x="78953" y="545597"/>
                    <a:pt x="78953" y="496646"/>
                  </a:cubicBezTo>
                  <a:lnTo>
                    <a:pt x="78953" y="142127"/>
                  </a:lnTo>
                  <a:lnTo>
                    <a:pt x="79555" y="139146"/>
                  </a:lnTo>
                  <a:lnTo>
                    <a:pt x="70761" y="89697"/>
                  </a:lnTo>
                  <a:cubicBezTo>
                    <a:pt x="59377" y="48932"/>
                    <a:pt x="39986" y="35332"/>
                    <a:pt x="0" y="0"/>
                  </a:cubicBezTo>
                  <a:close/>
                </a:path>
              </a:pathLst>
            </a:custGeom>
            <a:noFill/>
            <a:ln w="25400" algn="ctr">
              <a:noFill/>
              <a:miter lim="800000"/>
              <a:headEnd/>
              <a:tailEnd/>
            </a:ln>
            <a:effectLst>
              <a:outerShdw blurRad="63500" sx="102000" sy="102000" algn="ctr" rotWithShape="0">
                <a:prstClr val="black">
                  <a:alpha val="21000"/>
                </a:prstClr>
              </a:outerShdw>
            </a:effectLst>
          </p:spPr>
          <p:txBody>
            <a:bodyPr wrap="square" lIns="0" tIns="72000" rIns="0" bIns="72000" rtlCol="0" anchor="ctr">
              <a:noAutofit/>
            </a:bodyPr>
            <a:lstStyle/>
            <a:p>
              <a:pPr algn="ctr" defTabSz="914400" fontAlgn="base">
                <a:spcBef>
                  <a:spcPct val="50000"/>
                </a:spcBef>
                <a:spcAft>
                  <a:spcPct val="0"/>
                </a:spcAft>
                <a:buClr>
                  <a:srgbClr val="F0AB00"/>
                </a:buClr>
                <a:buSzPct val="80000"/>
              </a:pPr>
              <a:r>
                <a:rPr lang="en-US" sz="800" kern="0" dirty="0">
                  <a:solidFill>
                    <a:schemeClr val="bg1">
                      <a:lumMod val="85000"/>
                    </a:schemeClr>
                  </a:solidFill>
                  <a:latin typeface="72 Brand" panose="020B0504030603020204" pitchFamily="34" charset="0"/>
                  <a:ea typeface="Arial Unicode MS" pitchFamily="34" charset="-128"/>
                  <a:cs typeface="Arial Unicode MS" pitchFamily="34" charset="-128"/>
                </a:rPr>
                <a:t>Business &amp; Context </a:t>
              </a:r>
              <a:br>
                <a:rPr lang="en-US" sz="800" kern="0" dirty="0">
                  <a:solidFill>
                    <a:schemeClr val="bg1">
                      <a:lumMod val="85000"/>
                    </a:schemeClr>
                  </a:solidFill>
                  <a:latin typeface="72 Brand" panose="020B0504030603020204" pitchFamily="34" charset="0"/>
                  <a:ea typeface="Arial Unicode MS" pitchFamily="34" charset="-128"/>
                  <a:cs typeface="Arial Unicode MS" pitchFamily="34" charset="-128"/>
                </a:rPr>
              </a:br>
              <a:r>
                <a:rPr lang="en-US" sz="800" kern="0" dirty="0">
                  <a:solidFill>
                    <a:schemeClr val="bg1">
                      <a:lumMod val="85000"/>
                    </a:schemeClr>
                  </a:solidFill>
                  <a:latin typeface="72 Brand" panose="020B0504030603020204" pitchFamily="34" charset="0"/>
                  <a:ea typeface="Arial Unicode MS" pitchFamily="34" charset="-128"/>
                  <a:cs typeface="Arial Unicode MS" pitchFamily="34" charset="-128"/>
                </a:rPr>
                <a:t>Requirement</a:t>
              </a:r>
            </a:p>
          </p:txBody>
        </p:sp>
        <p:sp>
          <p:nvSpPr>
            <p:cNvPr id="10" name="Freeform 79">
              <a:extLst>
                <a:ext uri="{FF2B5EF4-FFF2-40B4-BE49-F238E27FC236}">
                  <a16:creationId xmlns:a16="http://schemas.microsoft.com/office/drawing/2014/main" id="{A98D43A9-C993-F0FE-E7DE-464BA1953BE2}"/>
                </a:ext>
              </a:extLst>
            </p:cNvPr>
            <p:cNvSpPr/>
            <p:nvPr/>
          </p:nvSpPr>
          <p:spPr bwMode="gray">
            <a:xfrm>
              <a:off x="6445071" y="-2890"/>
              <a:ext cx="1693552" cy="324119"/>
            </a:xfrm>
            <a:custGeom>
              <a:avLst/>
              <a:gdLst>
                <a:gd name="connsiteX0" fmla="*/ 0 w 1693552"/>
                <a:gd name="connsiteY0" fmla="*/ 0 h 585279"/>
                <a:gd name="connsiteX1" fmla="*/ 1693552 w 1693552"/>
                <a:gd name="connsiteY1" fmla="*/ 0 h 585279"/>
                <a:gd name="connsiteX2" fmla="*/ 1626106 w 1693552"/>
                <a:gd name="connsiteY2" fmla="*/ 88336 h 585279"/>
                <a:gd name="connsiteX3" fmla="*/ 1618916 w 1693552"/>
                <a:gd name="connsiteY3" fmla="*/ 127655 h 585279"/>
                <a:gd name="connsiteX4" fmla="*/ 1621837 w 1693552"/>
                <a:gd name="connsiteY4" fmla="*/ 142127 h 585279"/>
                <a:gd name="connsiteX5" fmla="*/ 1621837 w 1693552"/>
                <a:gd name="connsiteY5" fmla="*/ 496646 h 585279"/>
                <a:gd name="connsiteX6" fmla="*/ 1533204 w 1693552"/>
                <a:gd name="connsiteY6" fmla="*/ 585279 h 585279"/>
                <a:gd name="connsiteX7" fmla="*/ 167586 w 1693552"/>
                <a:gd name="connsiteY7" fmla="*/ 585279 h 585279"/>
                <a:gd name="connsiteX8" fmla="*/ 78953 w 1693552"/>
                <a:gd name="connsiteY8" fmla="*/ 496646 h 585279"/>
                <a:gd name="connsiteX9" fmla="*/ 78953 w 1693552"/>
                <a:gd name="connsiteY9" fmla="*/ 142127 h 585279"/>
                <a:gd name="connsiteX10" fmla="*/ 79555 w 1693552"/>
                <a:gd name="connsiteY10" fmla="*/ 139146 h 585279"/>
                <a:gd name="connsiteX11" fmla="*/ 70761 w 1693552"/>
                <a:gd name="connsiteY11" fmla="*/ 89697 h 585279"/>
                <a:gd name="connsiteX12" fmla="*/ 0 w 1693552"/>
                <a:gd name="connsiteY12" fmla="*/ 0 h 5852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3552" h="585279">
                  <a:moveTo>
                    <a:pt x="0" y="0"/>
                  </a:moveTo>
                  <a:lnTo>
                    <a:pt x="1693552" y="0"/>
                  </a:lnTo>
                  <a:cubicBezTo>
                    <a:pt x="1650342" y="38551"/>
                    <a:pt x="1635760" y="50388"/>
                    <a:pt x="1626106" y="88336"/>
                  </a:cubicBezTo>
                  <a:lnTo>
                    <a:pt x="1618916" y="127655"/>
                  </a:lnTo>
                  <a:lnTo>
                    <a:pt x="1621837" y="142127"/>
                  </a:lnTo>
                  <a:lnTo>
                    <a:pt x="1621837" y="496646"/>
                  </a:lnTo>
                  <a:cubicBezTo>
                    <a:pt x="1621837" y="545597"/>
                    <a:pt x="1582155" y="585279"/>
                    <a:pt x="1533204" y="585279"/>
                  </a:cubicBezTo>
                  <a:lnTo>
                    <a:pt x="167586" y="585279"/>
                  </a:lnTo>
                  <a:cubicBezTo>
                    <a:pt x="118635" y="585279"/>
                    <a:pt x="78953" y="545597"/>
                    <a:pt x="78953" y="496646"/>
                  </a:cubicBezTo>
                  <a:lnTo>
                    <a:pt x="78953" y="142127"/>
                  </a:lnTo>
                  <a:lnTo>
                    <a:pt x="79555" y="139146"/>
                  </a:lnTo>
                  <a:lnTo>
                    <a:pt x="70761" y="89697"/>
                  </a:lnTo>
                  <a:cubicBezTo>
                    <a:pt x="59377" y="48932"/>
                    <a:pt x="39986" y="35332"/>
                    <a:pt x="0" y="0"/>
                  </a:cubicBezTo>
                  <a:close/>
                </a:path>
              </a:pathLst>
            </a:custGeom>
            <a:noFill/>
            <a:ln w="25400" algn="ctr">
              <a:noFill/>
              <a:miter lim="800000"/>
              <a:headEnd/>
              <a:tailEnd/>
            </a:ln>
            <a:effectLst>
              <a:outerShdw blurRad="63500" sx="102000" sy="102000" algn="ctr" rotWithShape="0">
                <a:prstClr val="black">
                  <a:alpha val="21000"/>
                </a:prstClr>
              </a:outerShdw>
            </a:effectLst>
          </p:spPr>
          <p:txBody>
            <a:bodyPr wrap="square" lIns="0" tIns="72000" rIns="0" bIns="72000" rtlCol="0" anchor="ctr">
              <a:noAutofit/>
            </a:bodyPr>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r>
                <a:rPr kumimoji="0" lang="en-DE" sz="800" i="0" u="none" strike="noStrike" kern="0" cap="none" spc="0" normalizeH="0" baseline="0" noProof="0">
                  <a:ln>
                    <a:noFill/>
                  </a:ln>
                  <a:solidFill>
                    <a:schemeClr val="bg1">
                      <a:lumMod val="85000"/>
                    </a:schemeClr>
                  </a:solidFill>
                  <a:effectLst/>
                  <a:uLnTx/>
                  <a:uFillTx/>
                  <a:latin typeface="72 Brand" panose="020B0504030603020204" pitchFamily="34" charset="0"/>
                  <a:ea typeface="Arial Unicode MS" pitchFamily="34" charset="-128"/>
                  <a:cs typeface="Arial Unicode MS" pitchFamily="34" charset="-128"/>
                </a:rPr>
                <a:t>System Context</a:t>
              </a:r>
            </a:p>
          </p:txBody>
        </p:sp>
      </p:grpSp>
    </p:spTree>
    <p:extLst>
      <p:ext uri="{BB962C8B-B14F-4D97-AF65-F5344CB8AC3E}">
        <p14:creationId xmlns:p14="http://schemas.microsoft.com/office/powerpoint/2010/main" val="232702373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150D95-6D64-A5A3-D50E-666E1AAA1DBB}"/>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AB97B29E-8081-18E2-F19F-366A6A6D76BE}"/>
              </a:ext>
            </a:extLst>
          </p:cNvPr>
          <p:cNvSpPr>
            <a:spLocks noGrp="1"/>
          </p:cNvSpPr>
          <p:nvPr>
            <p:ph type="ctrTitle"/>
          </p:nvPr>
        </p:nvSpPr>
        <p:spPr/>
        <p:txBody>
          <a:bodyPr/>
          <a:lstStyle/>
          <a:p>
            <a:r>
              <a:rPr lang="en-US" b="1" noProof="0" dirty="0"/>
              <a:t>Exercise 1.2: </a:t>
            </a:r>
            <a:br>
              <a:rPr lang="en-US" b="1" noProof="0" dirty="0"/>
            </a:br>
            <a:br>
              <a:rPr lang="en-US" b="1" noProof="0"/>
            </a:br>
            <a:r>
              <a:rPr lang="en-US" sz="3200" dirty="0"/>
              <a:t>Assess Extension </a:t>
            </a:r>
            <a:br>
              <a:rPr lang="en-US" sz="3200" dirty="0"/>
            </a:br>
            <a:r>
              <a:rPr lang="en-US" sz="3200" dirty="0"/>
              <a:t>Use Case</a:t>
            </a:r>
            <a:endParaRPr lang="en-US" noProof="0" dirty="0"/>
          </a:p>
        </p:txBody>
      </p:sp>
    </p:spTree>
    <p:extLst>
      <p:ext uri="{BB962C8B-B14F-4D97-AF65-F5344CB8AC3E}">
        <p14:creationId xmlns:p14="http://schemas.microsoft.com/office/powerpoint/2010/main" val="150315234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3">
            <a:extLst>
              <a:ext uri="{FF2B5EF4-FFF2-40B4-BE49-F238E27FC236}">
                <a16:creationId xmlns:a16="http://schemas.microsoft.com/office/drawing/2014/main" id="{0F446D51-D76A-4CEB-B783-4B42C297DD18}"/>
              </a:ext>
            </a:extLst>
          </p:cNvPr>
          <p:cNvSpPr txBox="1">
            <a:spLocks/>
          </p:cNvSpPr>
          <p:nvPr/>
        </p:nvSpPr>
        <p:spPr bwMode="black">
          <a:xfrm>
            <a:off x="513050" y="503185"/>
            <a:ext cx="11168379" cy="307777"/>
          </a:xfrm>
          <a:prstGeom prst="rect">
            <a:avLst/>
          </a:prstGeom>
        </p:spPr>
        <p:txBody>
          <a:bodyPr vert="horz" wrap="square" lIns="0" tIns="0" rIns="0" bIns="0" rtlCol="0" anchor="t" anchorCtr="0">
            <a:spAutoFit/>
          </a:bodyPr>
          <a:lstStyle>
            <a:lvl1pPr algn="l" defTabSz="1088558" rtl="0" eaLnBrk="1" latinLnBrk="0" hangingPunct="1">
              <a:spcBef>
                <a:spcPct val="0"/>
              </a:spcBef>
              <a:buNone/>
              <a:defRPr sz="2400" b="1" kern="1200" baseline="0">
                <a:solidFill>
                  <a:schemeClr val="tx1"/>
                </a:solidFill>
                <a:latin typeface="+mj-lt"/>
                <a:ea typeface="+mj-ea"/>
                <a:cs typeface="+mj-cs"/>
              </a:defRPr>
            </a:lvl1pPr>
          </a:lstStyle>
          <a:p>
            <a:pPr defTabSz="1086816">
              <a:defRPr/>
            </a:pPr>
            <a:r>
              <a:rPr lang="en-US" sz="2000" b="0">
                <a:latin typeface="72 Brand Medium" panose="020B0504030603020204" pitchFamily="34" charset="0"/>
              </a:rPr>
              <a:t>I. System Context  – Template</a:t>
            </a:r>
            <a:endParaRPr lang="de-DE" sz="2000" b="0">
              <a:latin typeface="72 Brand Medium" panose="020B0504030603020204" pitchFamily="34" charset="0"/>
            </a:endParaRPr>
          </a:p>
        </p:txBody>
      </p:sp>
      <p:graphicFrame>
        <p:nvGraphicFramePr>
          <p:cNvPr id="25" name="Tabelle 13">
            <a:extLst>
              <a:ext uri="{FF2B5EF4-FFF2-40B4-BE49-F238E27FC236}">
                <a16:creationId xmlns:a16="http://schemas.microsoft.com/office/drawing/2014/main" id="{E2049266-0F06-3846-902F-9E3B1CEA51FD}"/>
              </a:ext>
            </a:extLst>
          </p:cNvPr>
          <p:cNvGraphicFramePr>
            <a:graphicFrameLocks noGrp="1"/>
          </p:cNvGraphicFramePr>
          <p:nvPr>
            <p:extLst>
              <p:ext uri="{D42A27DB-BD31-4B8C-83A1-F6EECF244321}">
                <p14:modId xmlns:p14="http://schemas.microsoft.com/office/powerpoint/2010/main" val="2354519436"/>
              </p:ext>
            </p:extLst>
          </p:nvPr>
        </p:nvGraphicFramePr>
        <p:xfrm>
          <a:off x="526202" y="1338775"/>
          <a:ext cx="11155226" cy="4331357"/>
        </p:xfrm>
        <a:graphic>
          <a:graphicData uri="http://schemas.openxmlformats.org/drawingml/2006/table">
            <a:tbl>
              <a:tblPr firstRow="1" bandRow="1">
                <a:effectLst/>
              </a:tblPr>
              <a:tblGrid>
                <a:gridCol w="446071">
                  <a:extLst>
                    <a:ext uri="{9D8B030D-6E8A-4147-A177-3AD203B41FA5}">
                      <a16:colId xmlns:a16="http://schemas.microsoft.com/office/drawing/2014/main" val="3443618332"/>
                    </a:ext>
                  </a:extLst>
                </a:gridCol>
                <a:gridCol w="1847888">
                  <a:extLst>
                    <a:ext uri="{9D8B030D-6E8A-4147-A177-3AD203B41FA5}">
                      <a16:colId xmlns:a16="http://schemas.microsoft.com/office/drawing/2014/main" val="20001"/>
                    </a:ext>
                  </a:extLst>
                </a:gridCol>
                <a:gridCol w="1169379">
                  <a:extLst>
                    <a:ext uri="{9D8B030D-6E8A-4147-A177-3AD203B41FA5}">
                      <a16:colId xmlns:a16="http://schemas.microsoft.com/office/drawing/2014/main" val="1012404865"/>
                    </a:ext>
                  </a:extLst>
                </a:gridCol>
                <a:gridCol w="1052186">
                  <a:extLst>
                    <a:ext uri="{9D8B030D-6E8A-4147-A177-3AD203B41FA5}">
                      <a16:colId xmlns:a16="http://schemas.microsoft.com/office/drawing/2014/main" val="20002"/>
                    </a:ext>
                  </a:extLst>
                </a:gridCol>
                <a:gridCol w="1305660">
                  <a:extLst>
                    <a:ext uri="{9D8B030D-6E8A-4147-A177-3AD203B41FA5}">
                      <a16:colId xmlns:a16="http://schemas.microsoft.com/office/drawing/2014/main" val="20003"/>
                    </a:ext>
                  </a:extLst>
                </a:gridCol>
                <a:gridCol w="2012646">
                  <a:extLst>
                    <a:ext uri="{9D8B030D-6E8A-4147-A177-3AD203B41FA5}">
                      <a16:colId xmlns:a16="http://schemas.microsoft.com/office/drawing/2014/main" val="1462975398"/>
                    </a:ext>
                  </a:extLst>
                </a:gridCol>
                <a:gridCol w="1660698">
                  <a:extLst>
                    <a:ext uri="{9D8B030D-6E8A-4147-A177-3AD203B41FA5}">
                      <a16:colId xmlns:a16="http://schemas.microsoft.com/office/drawing/2014/main" val="1088050172"/>
                    </a:ext>
                  </a:extLst>
                </a:gridCol>
                <a:gridCol w="1660698">
                  <a:extLst>
                    <a:ext uri="{9D8B030D-6E8A-4147-A177-3AD203B41FA5}">
                      <a16:colId xmlns:a16="http://schemas.microsoft.com/office/drawing/2014/main" val="1101974937"/>
                    </a:ext>
                  </a:extLst>
                </a:gridCol>
              </a:tblGrid>
              <a:tr h="445055">
                <a:tc gridSpan="8">
                  <a:txBody>
                    <a:bodyPr/>
                    <a:lstStyle/>
                    <a:p>
                      <a:pPr algn="ctr"/>
                      <a:r>
                        <a:rPr lang="en-US" sz="1400" b="1">
                          <a:solidFill>
                            <a:schemeClr val="bg1"/>
                          </a:solidFill>
                          <a:latin typeface="72 Brand" panose="020B0504030603020204" pitchFamily="34" charset="0"/>
                          <a:cs typeface="Arial" panose="020B0604020202020204" pitchFamily="34" charset="0"/>
                        </a:rPr>
                        <a:t>List of Solutions</a:t>
                      </a: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0070F2"/>
                    </a:solidFill>
                  </a:tcPr>
                </a:tc>
                <a:tc hMerge="1">
                  <a:txBody>
                    <a:bodyPr/>
                    <a:lstStyle/>
                    <a:p>
                      <a:pPr algn="ctr"/>
                      <a:r>
                        <a:rPr lang="en-US" sz="1400" b="1">
                          <a:solidFill>
                            <a:schemeClr val="bg1"/>
                          </a:solidFill>
                          <a:latin typeface="Arial" panose="020B0604020202020204" pitchFamily="34" charset="0"/>
                          <a:cs typeface="Arial" panose="020B0604020202020204" pitchFamily="34" charset="0"/>
                        </a:rPr>
                        <a:t>List of Solutions</a:t>
                      </a:r>
                    </a:p>
                  </a:txBody>
                  <a:tcPr marL="35942" marR="35942" marT="35942" marB="35942" anchor="ctr">
                    <a:lnL w="12700" cap="flat" cmpd="sng" algn="ctr">
                      <a:solidFill>
                        <a:schemeClr val="tx2">
                          <a:lumMod val="60000"/>
                          <a:lumOff val="40000"/>
                        </a:schemeClr>
                      </a:solidFill>
                      <a:prstDash val="solid"/>
                      <a:round/>
                      <a:headEnd type="none" w="med" len="med"/>
                      <a:tailEnd type="none" w="med" len="med"/>
                    </a:lnL>
                    <a:lnR w="12700" cap="flat" cmpd="sng" algn="ctr">
                      <a:solidFill>
                        <a:schemeClr val="tx2">
                          <a:lumMod val="60000"/>
                          <a:lumOff val="40000"/>
                        </a:schemeClr>
                      </a:solidFill>
                      <a:prstDash val="solid"/>
                      <a:round/>
                      <a:headEnd type="none" w="med" len="med"/>
                      <a:tailEnd type="none" w="med" len="med"/>
                    </a:lnR>
                    <a:lnT w="12700" cap="flat" cmpd="sng" algn="ctr">
                      <a:solidFill>
                        <a:schemeClr val="tx2">
                          <a:lumMod val="60000"/>
                          <a:lumOff val="40000"/>
                        </a:schemeClr>
                      </a:solidFill>
                      <a:prstDash val="solid"/>
                      <a:round/>
                      <a:headEnd type="none" w="med" len="med"/>
                      <a:tailEnd type="none" w="med" len="med"/>
                    </a:lnT>
                    <a:lnB w="12700" cap="flat" cmpd="sng" algn="ctr">
                      <a:solidFill>
                        <a:schemeClr val="tx2">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3"/>
                    </a:solidFill>
                  </a:tcPr>
                </a:tc>
                <a:tc hMerge="1">
                  <a:txBody>
                    <a:bodyPr/>
                    <a:lstStyle/>
                    <a:p>
                      <a:endParaRPr lang="en-DE"/>
                    </a:p>
                  </a:txBody>
                  <a:tcPr/>
                </a:tc>
                <a:tc hMerge="1">
                  <a:txBody>
                    <a:bodyPr/>
                    <a:lstStyle/>
                    <a:p>
                      <a:pPr algn="ctr"/>
                      <a:endParaRPr lang="en-US" sz="1800" b="1">
                        <a:solidFill>
                          <a:schemeClr val="tx1"/>
                        </a:solidFill>
                        <a:latin typeface="Arial" panose="020B0604020202020204" pitchFamily="34" charset="0"/>
                        <a:cs typeface="Arial" panose="020B0604020202020204" pitchFamily="34" charset="0"/>
                      </a:endParaRP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hMerge="1">
                  <a:txBody>
                    <a:bodyPr/>
                    <a:lstStyle/>
                    <a:p>
                      <a:pPr algn="ctr"/>
                      <a:endParaRPr lang="en-US" sz="1800" b="1">
                        <a:solidFill>
                          <a:schemeClr val="tx1"/>
                        </a:solidFill>
                        <a:latin typeface="Arial" panose="020B0604020202020204" pitchFamily="34" charset="0"/>
                        <a:cs typeface="Arial" panose="020B0604020202020204" pitchFamily="34" charset="0"/>
                      </a:endParaRP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hMerge="1">
                  <a:txBody>
                    <a:bodyPr/>
                    <a:lstStyle/>
                    <a:p>
                      <a:pPr algn="ctr"/>
                      <a:endParaRPr lang="en-US" sz="1400" b="0">
                        <a:solidFill>
                          <a:schemeClr val="bg1"/>
                        </a:solidFill>
                        <a:latin typeface="Arial" panose="020B0604020202020204" pitchFamily="34" charset="0"/>
                        <a:cs typeface="Arial" panose="020B0604020202020204" pitchFamily="34" charset="0"/>
                      </a:endParaRPr>
                    </a:p>
                  </a:txBody>
                  <a:tcPr marL="35942" marR="35942" marT="35942" marB="3594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95000"/>
                        <a:lumOff val="5000"/>
                      </a:schemeClr>
                    </a:solidFill>
                  </a:tcPr>
                </a:tc>
                <a:tc hMerge="1">
                  <a:txBody>
                    <a:bodyPr/>
                    <a:lstStyle/>
                    <a:p>
                      <a:pPr algn="ctr"/>
                      <a:endParaRPr lang="en-US" sz="1400" b="0">
                        <a:solidFill>
                          <a:schemeClr val="bg1"/>
                        </a:solidFill>
                        <a:latin typeface="Arial" panose="020B0604020202020204" pitchFamily="34" charset="0"/>
                        <a:cs typeface="Arial" panose="020B0604020202020204" pitchFamily="34" charset="0"/>
                      </a:endParaRPr>
                    </a:p>
                  </a:txBody>
                  <a:tcPr marL="35942" marR="35942" marT="35942" marB="3594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95000"/>
                        <a:lumOff val="5000"/>
                      </a:schemeClr>
                    </a:solidFill>
                  </a:tcPr>
                </a:tc>
                <a:tc hMerge="1">
                  <a:txBody>
                    <a:bodyPr/>
                    <a:lstStyle/>
                    <a:p>
                      <a:pPr algn="ctr"/>
                      <a:endParaRPr lang="en-US" sz="1400" b="0">
                        <a:solidFill>
                          <a:schemeClr val="bg1"/>
                        </a:solidFill>
                        <a:latin typeface="Arial" panose="020B0604020202020204" pitchFamily="34" charset="0"/>
                        <a:cs typeface="Arial" panose="020B0604020202020204" pitchFamily="34" charset="0"/>
                      </a:endParaRPr>
                    </a:p>
                  </a:txBody>
                  <a:tcPr marL="35942" marR="35942" marT="35942" marB="3594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95000"/>
                        <a:lumOff val="5000"/>
                      </a:schemeClr>
                    </a:solidFill>
                  </a:tcPr>
                </a:tc>
                <a:extLst>
                  <a:ext uri="{0D108BD9-81ED-4DB2-BD59-A6C34878D82A}">
                    <a16:rowId xmlns:a16="http://schemas.microsoft.com/office/drawing/2014/main" val="10000"/>
                  </a:ext>
                </a:extLst>
              </a:tr>
              <a:tr h="276167">
                <a:tc rowSpan="2">
                  <a:txBody>
                    <a:bodyPr/>
                    <a:lstStyle/>
                    <a:p>
                      <a:pPr algn="ctr"/>
                      <a:r>
                        <a:rPr lang="en-US" sz="1200" b="0">
                          <a:solidFill>
                            <a:schemeClr val="tx1"/>
                          </a:solidFill>
                          <a:latin typeface="72 Brand" panose="020B0504030603020204" pitchFamily="34" charset="0"/>
                          <a:cs typeface="Arial" panose="020B0604020202020204" pitchFamily="34" charset="0"/>
                        </a:rPr>
                        <a:t>ID</a:t>
                      </a: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algn="ctr"/>
                      <a:r>
                        <a:rPr lang="en-US" sz="1200" b="0">
                          <a:solidFill>
                            <a:schemeClr val="tx1"/>
                          </a:solidFill>
                          <a:latin typeface="72 Brand" panose="020B0504030603020204" pitchFamily="34" charset="0"/>
                          <a:cs typeface="Arial" panose="020B0604020202020204" pitchFamily="34" charset="0"/>
                        </a:rPr>
                        <a:t>Solution</a:t>
                      </a: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rowSpan="2">
                  <a:txBody>
                    <a:bodyPr/>
                    <a:lstStyle/>
                    <a:p>
                      <a:pPr algn="ctr"/>
                      <a:r>
                        <a:rPr lang="en-US" sz="1200" b="0">
                          <a:solidFill>
                            <a:schemeClr val="tx1"/>
                          </a:solidFill>
                          <a:latin typeface="72 Brand" panose="020B0504030603020204" pitchFamily="34" charset="0"/>
                          <a:cs typeface="Arial" panose="020B0604020202020204" pitchFamily="34" charset="0"/>
                        </a:rPr>
                        <a:t>Version</a:t>
                      </a: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rowSpan="2">
                  <a:txBody>
                    <a:bodyPr/>
                    <a:lstStyle/>
                    <a:p>
                      <a:pPr algn="ctr"/>
                      <a:r>
                        <a:rPr lang="en-US" sz="1200" b="0">
                          <a:solidFill>
                            <a:schemeClr val="tx1"/>
                          </a:solidFill>
                          <a:latin typeface="72 Brand" panose="020B0504030603020204" pitchFamily="34" charset="0"/>
                          <a:cs typeface="Arial" panose="020B0604020202020204" pitchFamily="34" charset="0"/>
                        </a:rPr>
                        <a:t>SID (host)</a:t>
                      </a: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rowSpan="2">
                  <a:txBody>
                    <a:bodyPr/>
                    <a:lstStyle/>
                    <a:p>
                      <a:pPr algn="ctr"/>
                      <a:r>
                        <a:rPr lang="en-US" sz="1200" b="0">
                          <a:solidFill>
                            <a:schemeClr val="tx1"/>
                          </a:solidFill>
                          <a:latin typeface="72 Brand" panose="020B0504030603020204" pitchFamily="34" charset="0"/>
                          <a:cs typeface="Arial" panose="020B0604020202020204" pitchFamily="34" charset="0"/>
                        </a:rPr>
                        <a:t>Owner</a:t>
                      </a: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rowSpan="2">
                  <a:txBody>
                    <a:bodyPr/>
                    <a:lstStyle/>
                    <a:p>
                      <a:pPr algn="ctr"/>
                      <a:r>
                        <a:rPr lang="en-US" sz="1200" b="0">
                          <a:solidFill>
                            <a:schemeClr val="tx1"/>
                          </a:solidFill>
                          <a:latin typeface="72 Brand" panose="020B0504030603020204" pitchFamily="34" charset="0"/>
                          <a:cs typeface="Arial" panose="020B0604020202020204" pitchFamily="34" charset="0"/>
                        </a:rPr>
                        <a:t>Solution Lifecycle</a:t>
                      </a: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gridSpan="2">
                  <a:txBody>
                    <a:bodyPr/>
                    <a:lstStyle/>
                    <a:p>
                      <a:pPr algn="ctr"/>
                      <a:r>
                        <a:rPr lang="en-US" sz="1200" b="0">
                          <a:solidFill>
                            <a:schemeClr val="tx1"/>
                          </a:solidFill>
                          <a:latin typeface="72 Brand" panose="020B0504030603020204" pitchFamily="34" charset="0"/>
                          <a:cs typeface="Arial" panose="020B0604020202020204" pitchFamily="34" charset="0"/>
                        </a:rPr>
                        <a:t>Deployment</a:t>
                      </a: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algn="ctr"/>
                      <a:r>
                        <a:rPr lang="en-US" sz="1200" b="0">
                          <a:solidFill>
                            <a:schemeClr val="tx1"/>
                          </a:solidFill>
                          <a:latin typeface="Arial" panose="020B0604020202020204" pitchFamily="34" charset="0"/>
                          <a:cs typeface="Arial" panose="020B0604020202020204" pitchFamily="34" charset="0"/>
                        </a:rPr>
                        <a:t>Deployment To-Be</a:t>
                      </a:r>
                    </a:p>
                  </a:txBody>
                  <a:tcPr marL="35942" marR="35942" marT="35942" marB="3594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321244">
                <a:tc vMerge="1">
                  <a:txBody>
                    <a:bodyPr/>
                    <a:lstStyle/>
                    <a:p>
                      <a:endParaRPr lang="en-DE"/>
                    </a:p>
                  </a:txBody>
                  <a:tcPr/>
                </a:tc>
                <a:tc vMerge="1">
                  <a:txBody>
                    <a:bodyPr/>
                    <a:lstStyle/>
                    <a:p>
                      <a:pPr algn="l"/>
                      <a:endParaRPr lang="en-US" sz="1400" b="0">
                        <a:solidFill>
                          <a:schemeClr val="tx1"/>
                        </a:solidFill>
                        <a:latin typeface="Arial" panose="020B0604020202020204" pitchFamily="34" charset="0"/>
                        <a:cs typeface="Arial" panose="020B0604020202020204" pitchFamily="34" charset="0"/>
                      </a:endParaRPr>
                    </a:p>
                  </a:txBody>
                  <a:tcPr marL="35942" marR="35942" marT="35942" marB="3594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alpha val="65098"/>
                      </a:schemeClr>
                    </a:solidFill>
                  </a:tcPr>
                </a:tc>
                <a:tc vMerge="1">
                  <a:txBody>
                    <a:bodyPr/>
                    <a:lstStyle/>
                    <a:p>
                      <a:endParaRPr lang="en-DE"/>
                    </a:p>
                  </a:txBody>
                  <a:tcPr/>
                </a:tc>
                <a:tc vMerge="1">
                  <a:txBody>
                    <a:bodyPr/>
                    <a:lstStyle/>
                    <a:p>
                      <a:pPr algn="l"/>
                      <a:endParaRPr lang="en-US" sz="1400" b="0">
                        <a:solidFill>
                          <a:schemeClr val="tx1"/>
                        </a:solidFill>
                        <a:latin typeface="Arial" panose="020B0604020202020204" pitchFamily="34" charset="0"/>
                        <a:cs typeface="Arial" panose="020B0604020202020204" pitchFamily="34" charset="0"/>
                      </a:endParaRPr>
                    </a:p>
                  </a:txBody>
                  <a:tcPr marL="35942" marR="35942" marT="35942" marB="3594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alpha val="65098"/>
                      </a:schemeClr>
                    </a:solidFill>
                  </a:tcPr>
                </a:tc>
                <a:tc vMerge="1">
                  <a:txBody>
                    <a:bodyPr/>
                    <a:lstStyle/>
                    <a:p>
                      <a:pPr algn="l"/>
                      <a:endParaRPr lang="en-US" sz="1400" b="0">
                        <a:solidFill>
                          <a:schemeClr val="tx1"/>
                        </a:solidFill>
                        <a:latin typeface="Arial" panose="020B0604020202020204" pitchFamily="34" charset="0"/>
                        <a:cs typeface="Arial" panose="020B0604020202020204" pitchFamily="34" charset="0"/>
                      </a:endParaRPr>
                    </a:p>
                  </a:txBody>
                  <a:tcPr marL="35942" marR="35942" marT="35942" marB="3594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alpha val="65098"/>
                      </a:schemeClr>
                    </a:solidFill>
                  </a:tcPr>
                </a:tc>
                <a:tc vMerge="1">
                  <a:txBody>
                    <a:bodyPr/>
                    <a:lstStyle/>
                    <a:p>
                      <a:pPr algn="l"/>
                      <a:endParaRPr lang="en-US" sz="1400" b="0">
                        <a:solidFill>
                          <a:schemeClr val="tx1"/>
                        </a:solidFill>
                        <a:latin typeface="Arial" panose="020B0604020202020204" pitchFamily="34" charset="0"/>
                        <a:cs typeface="Arial" panose="020B0604020202020204" pitchFamily="34" charset="0"/>
                      </a:endParaRPr>
                    </a:p>
                  </a:txBody>
                  <a:tcPr marL="35942" marR="35942" marT="35942" marB="3594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alpha val="65098"/>
                      </a:schemeClr>
                    </a:solidFill>
                  </a:tcPr>
                </a:tc>
                <a:tc>
                  <a:txBody>
                    <a:bodyPr/>
                    <a:lstStyle/>
                    <a:p>
                      <a:pPr algn="ctr"/>
                      <a:r>
                        <a:rPr lang="en-US" sz="1200" b="0">
                          <a:solidFill>
                            <a:schemeClr val="tx1"/>
                          </a:solidFill>
                          <a:latin typeface="72 Brand" panose="020B0504030603020204" pitchFamily="34" charset="0"/>
                          <a:cs typeface="Arial" panose="020B0604020202020204" pitchFamily="34" charset="0"/>
                        </a:rPr>
                        <a:t>As-is</a:t>
                      </a: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b="0">
                          <a:solidFill>
                            <a:schemeClr val="tx1"/>
                          </a:solidFill>
                          <a:latin typeface="72 Brand" panose="020B0504030603020204" pitchFamily="34" charset="0"/>
                          <a:cs typeface="Arial" panose="020B0604020202020204" pitchFamily="34" charset="0"/>
                        </a:rPr>
                        <a:t>To-Be</a:t>
                      </a: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353509">
                <a:tc>
                  <a:txBody>
                    <a:bodyPr/>
                    <a:lstStyle/>
                    <a:p>
                      <a:pPr algn="l"/>
                      <a:r>
                        <a:rPr lang="en-US" sz="1100" b="0" i="1" dirty="0">
                          <a:solidFill>
                            <a:schemeClr val="tx1"/>
                          </a:solidFill>
                          <a:latin typeface="72 Brand" panose="020B0504030603020204" pitchFamily="34" charset="0"/>
                          <a:cs typeface="Arial" panose="020B0604020202020204" pitchFamily="34" charset="0"/>
                        </a:rPr>
                        <a:t>01</a:t>
                      </a: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r>
                        <a:rPr lang="en-US" sz="1100" b="0" i="1" dirty="0">
                          <a:solidFill>
                            <a:schemeClr val="tx1"/>
                          </a:solidFill>
                          <a:latin typeface="72 Brand" panose="020B0504030603020204" pitchFamily="34" charset="0"/>
                          <a:cs typeface="Arial" panose="020B0604020202020204" pitchFamily="34" charset="0"/>
                        </a:rPr>
                        <a:t>SAP S/4HANA Cloud Public Edition</a:t>
                      </a: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r>
                        <a:rPr lang="en-US" sz="1100" b="0" i="1" dirty="0">
                          <a:solidFill>
                            <a:schemeClr val="tx1"/>
                          </a:solidFill>
                          <a:latin typeface="72 Brand" panose="020B0504030603020204" pitchFamily="34" charset="0"/>
                          <a:cs typeface="Arial" panose="020B0604020202020204" pitchFamily="34" charset="0"/>
                        </a:rPr>
                        <a:t>Latest</a:t>
                      </a: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100" b="0" i="1" dirty="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100" b="0" i="1" dirty="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100" b="0" i="1" dirty="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100" b="0" i="1" dirty="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100" b="0" i="1" dirty="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extLst>
                  <a:ext uri="{0D108BD9-81ED-4DB2-BD59-A6C34878D82A}">
                    <a16:rowId xmlns:a16="http://schemas.microsoft.com/office/drawing/2014/main" val="10003"/>
                  </a:ext>
                </a:extLst>
              </a:tr>
              <a:tr h="353509">
                <a:tc>
                  <a:txBody>
                    <a:bodyPr/>
                    <a:lstStyle/>
                    <a:p>
                      <a:pPr algn="l"/>
                      <a:r>
                        <a:rPr lang="en-US" sz="1100" b="0" i="1" kern="1200" dirty="0">
                          <a:solidFill>
                            <a:schemeClr val="tx1"/>
                          </a:solidFill>
                          <a:latin typeface="72 Brand" panose="020B0504030603020204" pitchFamily="34" charset="0"/>
                          <a:ea typeface="+mn-ea"/>
                          <a:cs typeface="Arial" panose="020B0604020202020204" pitchFamily="34" charset="0"/>
                        </a:rPr>
                        <a:t>02</a:t>
                      </a: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r>
                        <a:rPr lang="en-US" sz="1100" b="0" i="1" kern="1200" dirty="0">
                          <a:solidFill>
                            <a:schemeClr val="tx1"/>
                          </a:solidFill>
                          <a:latin typeface="72 Brand" panose="020B0504030603020204" pitchFamily="34" charset="0"/>
                          <a:ea typeface="+mn-ea"/>
                          <a:cs typeface="Arial" panose="020B0604020202020204" pitchFamily="34" charset="0"/>
                        </a:rPr>
                        <a:t>SAP Business Technology Platform</a:t>
                      </a: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r>
                        <a:rPr lang="en-US" sz="1100" b="0" i="1" kern="1200" dirty="0">
                          <a:solidFill>
                            <a:schemeClr val="tx1"/>
                          </a:solidFill>
                          <a:latin typeface="72 Brand" panose="020B0504030603020204" pitchFamily="34" charset="0"/>
                          <a:ea typeface="+mn-ea"/>
                          <a:cs typeface="Arial" panose="020B0604020202020204" pitchFamily="34" charset="0"/>
                        </a:rPr>
                        <a:t>Latest</a:t>
                      </a: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dirty="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extLst>
                  <a:ext uri="{0D108BD9-81ED-4DB2-BD59-A6C34878D82A}">
                    <a16:rowId xmlns:a16="http://schemas.microsoft.com/office/drawing/2014/main" val="10004"/>
                  </a:ext>
                </a:extLst>
              </a:tr>
              <a:tr h="353509">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extLst>
                  <a:ext uri="{0D108BD9-81ED-4DB2-BD59-A6C34878D82A}">
                    <a16:rowId xmlns:a16="http://schemas.microsoft.com/office/drawing/2014/main" val="10006"/>
                  </a:ext>
                </a:extLst>
              </a:tr>
              <a:tr h="353509">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extLst>
                  <a:ext uri="{0D108BD9-81ED-4DB2-BD59-A6C34878D82A}">
                    <a16:rowId xmlns:a16="http://schemas.microsoft.com/office/drawing/2014/main" val="10007"/>
                  </a:ext>
                </a:extLst>
              </a:tr>
              <a:tr h="353509">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extLst>
                  <a:ext uri="{0D108BD9-81ED-4DB2-BD59-A6C34878D82A}">
                    <a16:rowId xmlns:a16="http://schemas.microsoft.com/office/drawing/2014/main" val="1039168345"/>
                  </a:ext>
                </a:extLst>
              </a:tr>
              <a:tr h="353509">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extLst>
                  <a:ext uri="{0D108BD9-81ED-4DB2-BD59-A6C34878D82A}">
                    <a16:rowId xmlns:a16="http://schemas.microsoft.com/office/drawing/2014/main" val="1041343492"/>
                  </a:ext>
                </a:extLst>
              </a:tr>
              <a:tr h="353509">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extLst>
                  <a:ext uri="{0D108BD9-81ED-4DB2-BD59-A6C34878D82A}">
                    <a16:rowId xmlns:a16="http://schemas.microsoft.com/office/drawing/2014/main" val="954911507"/>
                  </a:ext>
                </a:extLst>
              </a:tr>
              <a:tr h="353509">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extLst>
                  <a:ext uri="{0D108BD9-81ED-4DB2-BD59-A6C34878D82A}">
                    <a16:rowId xmlns:a16="http://schemas.microsoft.com/office/drawing/2014/main" val="3597947883"/>
                  </a:ext>
                </a:extLst>
              </a:tr>
              <a:tr h="353509">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dirty="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extLst>
                  <a:ext uri="{0D108BD9-81ED-4DB2-BD59-A6C34878D82A}">
                    <a16:rowId xmlns:a16="http://schemas.microsoft.com/office/drawing/2014/main" val="2474856974"/>
                  </a:ext>
                </a:extLst>
              </a:tr>
            </a:tbl>
          </a:graphicData>
        </a:graphic>
      </p:graphicFrame>
      <p:grpSp>
        <p:nvGrpSpPr>
          <p:cNvPr id="7" name="Group 6">
            <a:extLst>
              <a:ext uri="{FF2B5EF4-FFF2-40B4-BE49-F238E27FC236}">
                <a16:creationId xmlns:a16="http://schemas.microsoft.com/office/drawing/2014/main" id="{BA9C4E61-511A-6E68-68E7-BA143C878955}"/>
              </a:ext>
            </a:extLst>
          </p:cNvPr>
          <p:cNvGrpSpPr/>
          <p:nvPr/>
        </p:nvGrpSpPr>
        <p:grpSpPr>
          <a:xfrm>
            <a:off x="6445071" y="-2890"/>
            <a:ext cx="5231695" cy="329981"/>
            <a:chOff x="6445071" y="-2890"/>
            <a:chExt cx="5231695" cy="329981"/>
          </a:xfrm>
        </p:grpSpPr>
        <p:sp>
          <p:nvSpPr>
            <p:cNvPr id="8" name="Freeform 7">
              <a:extLst>
                <a:ext uri="{FF2B5EF4-FFF2-40B4-BE49-F238E27FC236}">
                  <a16:creationId xmlns:a16="http://schemas.microsoft.com/office/drawing/2014/main" id="{F672268D-383C-C733-E26B-B2C36F9AA0D8}"/>
                </a:ext>
              </a:extLst>
            </p:cNvPr>
            <p:cNvSpPr/>
            <p:nvPr/>
          </p:nvSpPr>
          <p:spPr bwMode="gray">
            <a:xfrm>
              <a:off x="9983214" y="2972"/>
              <a:ext cx="1693552" cy="324119"/>
            </a:xfrm>
            <a:custGeom>
              <a:avLst/>
              <a:gdLst>
                <a:gd name="connsiteX0" fmla="*/ 0 w 1693552"/>
                <a:gd name="connsiteY0" fmla="*/ 0 h 585279"/>
                <a:gd name="connsiteX1" fmla="*/ 1693552 w 1693552"/>
                <a:gd name="connsiteY1" fmla="*/ 0 h 585279"/>
                <a:gd name="connsiteX2" fmla="*/ 1626106 w 1693552"/>
                <a:gd name="connsiteY2" fmla="*/ 88336 h 585279"/>
                <a:gd name="connsiteX3" fmla="*/ 1618916 w 1693552"/>
                <a:gd name="connsiteY3" fmla="*/ 127655 h 585279"/>
                <a:gd name="connsiteX4" fmla="*/ 1621837 w 1693552"/>
                <a:gd name="connsiteY4" fmla="*/ 142127 h 585279"/>
                <a:gd name="connsiteX5" fmla="*/ 1621837 w 1693552"/>
                <a:gd name="connsiteY5" fmla="*/ 496646 h 585279"/>
                <a:gd name="connsiteX6" fmla="*/ 1533204 w 1693552"/>
                <a:gd name="connsiteY6" fmla="*/ 585279 h 585279"/>
                <a:gd name="connsiteX7" fmla="*/ 167586 w 1693552"/>
                <a:gd name="connsiteY7" fmla="*/ 585279 h 585279"/>
                <a:gd name="connsiteX8" fmla="*/ 78953 w 1693552"/>
                <a:gd name="connsiteY8" fmla="*/ 496646 h 585279"/>
                <a:gd name="connsiteX9" fmla="*/ 78953 w 1693552"/>
                <a:gd name="connsiteY9" fmla="*/ 142127 h 585279"/>
                <a:gd name="connsiteX10" fmla="*/ 79555 w 1693552"/>
                <a:gd name="connsiteY10" fmla="*/ 139146 h 585279"/>
                <a:gd name="connsiteX11" fmla="*/ 70761 w 1693552"/>
                <a:gd name="connsiteY11" fmla="*/ 89697 h 585279"/>
                <a:gd name="connsiteX12" fmla="*/ 0 w 1693552"/>
                <a:gd name="connsiteY12" fmla="*/ 0 h 5852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3552" h="585279">
                  <a:moveTo>
                    <a:pt x="0" y="0"/>
                  </a:moveTo>
                  <a:lnTo>
                    <a:pt x="1693552" y="0"/>
                  </a:lnTo>
                  <a:cubicBezTo>
                    <a:pt x="1650342" y="38551"/>
                    <a:pt x="1635760" y="50388"/>
                    <a:pt x="1626106" y="88336"/>
                  </a:cubicBezTo>
                  <a:lnTo>
                    <a:pt x="1618916" y="127655"/>
                  </a:lnTo>
                  <a:lnTo>
                    <a:pt x="1621837" y="142127"/>
                  </a:lnTo>
                  <a:lnTo>
                    <a:pt x="1621837" y="496646"/>
                  </a:lnTo>
                  <a:cubicBezTo>
                    <a:pt x="1621837" y="545597"/>
                    <a:pt x="1582155" y="585279"/>
                    <a:pt x="1533204" y="585279"/>
                  </a:cubicBezTo>
                  <a:lnTo>
                    <a:pt x="167586" y="585279"/>
                  </a:lnTo>
                  <a:cubicBezTo>
                    <a:pt x="118635" y="585279"/>
                    <a:pt x="78953" y="545597"/>
                    <a:pt x="78953" y="496646"/>
                  </a:cubicBezTo>
                  <a:lnTo>
                    <a:pt x="78953" y="142127"/>
                  </a:lnTo>
                  <a:lnTo>
                    <a:pt x="79555" y="139146"/>
                  </a:lnTo>
                  <a:lnTo>
                    <a:pt x="70761" y="89697"/>
                  </a:lnTo>
                  <a:cubicBezTo>
                    <a:pt x="59377" y="48932"/>
                    <a:pt x="39986" y="35332"/>
                    <a:pt x="0" y="0"/>
                  </a:cubicBezTo>
                  <a:close/>
                </a:path>
              </a:pathLst>
            </a:custGeom>
            <a:noFill/>
            <a:ln w="25400" algn="ctr">
              <a:noFill/>
              <a:miter lim="800000"/>
              <a:headEnd/>
              <a:tailEnd/>
            </a:ln>
            <a:effectLst>
              <a:outerShdw blurRad="63500" sx="102000" sy="102000" algn="ctr" rotWithShape="0">
                <a:prstClr val="black">
                  <a:alpha val="21000"/>
                </a:prstClr>
              </a:outerShdw>
            </a:effectLst>
          </p:spPr>
          <p:txBody>
            <a:bodyPr wrap="square" lIns="0" tIns="72000" rIns="0" bIns="72000" rtlCol="0" anchor="ctr">
              <a:noAutofit/>
            </a:bodyPr>
            <a:lstStyle/>
            <a:p>
              <a:pPr algn="ctr" defTabSz="914400" fontAlgn="base">
                <a:spcBef>
                  <a:spcPct val="50000"/>
                </a:spcBef>
                <a:spcAft>
                  <a:spcPct val="0"/>
                </a:spcAft>
                <a:buClr>
                  <a:srgbClr val="F0AB00"/>
                </a:buClr>
                <a:buSzPct val="80000"/>
              </a:pPr>
              <a:r>
                <a:rPr lang="de-DE" sz="800" kern="0">
                  <a:solidFill>
                    <a:schemeClr val="bg1">
                      <a:lumMod val="85000"/>
                    </a:schemeClr>
                  </a:solidFill>
                  <a:latin typeface="72 Brand" panose="020B0504030603020204" pitchFamily="34" charset="0"/>
                  <a:ea typeface="Arial Unicode MS" pitchFamily="34" charset="-128"/>
                  <a:cs typeface="Arial Unicode MS" pitchFamily="34" charset="-128"/>
                </a:rPr>
                <a:t>Application Extension </a:t>
              </a:r>
              <a:br>
                <a:rPr lang="de-DE" sz="800" kern="0">
                  <a:solidFill>
                    <a:schemeClr val="bg1">
                      <a:lumMod val="85000"/>
                    </a:schemeClr>
                  </a:solidFill>
                  <a:latin typeface="72 Brand" panose="020B0504030603020204" pitchFamily="34" charset="0"/>
                  <a:ea typeface="Arial Unicode MS" pitchFamily="34" charset="-128"/>
                  <a:cs typeface="Arial Unicode MS" pitchFamily="34" charset="-128"/>
                </a:rPr>
              </a:br>
              <a:r>
                <a:rPr lang="de-DE" sz="800" kern="0">
                  <a:solidFill>
                    <a:schemeClr val="bg1">
                      <a:lumMod val="85000"/>
                    </a:schemeClr>
                  </a:solidFill>
                  <a:latin typeface="72 Brand" panose="020B0504030603020204" pitchFamily="34" charset="0"/>
                  <a:ea typeface="Arial Unicode MS" pitchFamily="34" charset="-128"/>
                  <a:cs typeface="Arial Unicode MS" pitchFamily="34" charset="-128"/>
                </a:rPr>
                <a:t>Use Case</a:t>
              </a:r>
            </a:p>
          </p:txBody>
        </p:sp>
        <p:sp>
          <p:nvSpPr>
            <p:cNvPr id="9" name="Freeform 8">
              <a:extLst>
                <a:ext uri="{FF2B5EF4-FFF2-40B4-BE49-F238E27FC236}">
                  <a16:creationId xmlns:a16="http://schemas.microsoft.com/office/drawing/2014/main" id="{F9DCE776-FCE5-70CA-1458-15EF4886A91A}"/>
                </a:ext>
              </a:extLst>
            </p:cNvPr>
            <p:cNvSpPr/>
            <p:nvPr/>
          </p:nvSpPr>
          <p:spPr bwMode="gray">
            <a:xfrm>
              <a:off x="8188021" y="-2890"/>
              <a:ext cx="1693552" cy="324119"/>
            </a:xfrm>
            <a:custGeom>
              <a:avLst/>
              <a:gdLst>
                <a:gd name="connsiteX0" fmla="*/ 0 w 1693552"/>
                <a:gd name="connsiteY0" fmla="*/ 0 h 585279"/>
                <a:gd name="connsiteX1" fmla="*/ 1693552 w 1693552"/>
                <a:gd name="connsiteY1" fmla="*/ 0 h 585279"/>
                <a:gd name="connsiteX2" fmla="*/ 1626106 w 1693552"/>
                <a:gd name="connsiteY2" fmla="*/ 88336 h 585279"/>
                <a:gd name="connsiteX3" fmla="*/ 1618916 w 1693552"/>
                <a:gd name="connsiteY3" fmla="*/ 127655 h 585279"/>
                <a:gd name="connsiteX4" fmla="*/ 1621837 w 1693552"/>
                <a:gd name="connsiteY4" fmla="*/ 142127 h 585279"/>
                <a:gd name="connsiteX5" fmla="*/ 1621837 w 1693552"/>
                <a:gd name="connsiteY5" fmla="*/ 496646 h 585279"/>
                <a:gd name="connsiteX6" fmla="*/ 1533204 w 1693552"/>
                <a:gd name="connsiteY6" fmla="*/ 585279 h 585279"/>
                <a:gd name="connsiteX7" fmla="*/ 167586 w 1693552"/>
                <a:gd name="connsiteY7" fmla="*/ 585279 h 585279"/>
                <a:gd name="connsiteX8" fmla="*/ 78953 w 1693552"/>
                <a:gd name="connsiteY8" fmla="*/ 496646 h 585279"/>
                <a:gd name="connsiteX9" fmla="*/ 78953 w 1693552"/>
                <a:gd name="connsiteY9" fmla="*/ 142127 h 585279"/>
                <a:gd name="connsiteX10" fmla="*/ 79555 w 1693552"/>
                <a:gd name="connsiteY10" fmla="*/ 139146 h 585279"/>
                <a:gd name="connsiteX11" fmla="*/ 70761 w 1693552"/>
                <a:gd name="connsiteY11" fmla="*/ 89697 h 585279"/>
                <a:gd name="connsiteX12" fmla="*/ 0 w 1693552"/>
                <a:gd name="connsiteY12" fmla="*/ 0 h 5852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3552" h="585279">
                  <a:moveTo>
                    <a:pt x="0" y="0"/>
                  </a:moveTo>
                  <a:lnTo>
                    <a:pt x="1693552" y="0"/>
                  </a:lnTo>
                  <a:cubicBezTo>
                    <a:pt x="1650342" y="38551"/>
                    <a:pt x="1635760" y="50388"/>
                    <a:pt x="1626106" y="88336"/>
                  </a:cubicBezTo>
                  <a:lnTo>
                    <a:pt x="1618916" y="127655"/>
                  </a:lnTo>
                  <a:lnTo>
                    <a:pt x="1621837" y="142127"/>
                  </a:lnTo>
                  <a:lnTo>
                    <a:pt x="1621837" y="496646"/>
                  </a:lnTo>
                  <a:cubicBezTo>
                    <a:pt x="1621837" y="545597"/>
                    <a:pt x="1582155" y="585279"/>
                    <a:pt x="1533204" y="585279"/>
                  </a:cubicBezTo>
                  <a:lnTo>
                    <a:pt x="167586" y="585279"/>
                  </a:lnTo>
                  <a:cubicBezTo>
                    <a:pt x="118635" y="585279"/>
                    <a:pt x="78953" y="545597"/>
                    <a:pt x="78953" y="496646"/>
                  </a:cubicBezTo>
                  <a:lnTo>
                    <a:pt x="78953" y="142127"/>
                  </a:lnTo>
                  <a:lnTo>
                    <a:pt x="79555" y="139146"/>
                  </a:lnTo>
                  <a:lnTo>
                    <a:pt x="70761" y="89697"/>
                  </a:lnTo>
                  <a:cubicBezTo>
                    <a:pt x="59377" y="48932"/>
                    <a:pt x="39986" y="35332"/>
                    <a:pt x="0" y="0"/>
                  </a:cubicBezTo>
                  <a:close/>
                </a:path>
              </a:pathLst>
            </a:custGeom>
            <a:noFill/>
            <a:ln w="25400" algn="ctr">
              <a:noFill/>
              <a:miter lim="800000"/>
              <a:headEnd/>
              <a:tailEnd/>
            </a:ln>
            <a:effectLst>
              <a:outerShdw blurRad="63500" sx="102000" sy="102000" algn="ctr" rotWithShape="0">
                <a:prstClr val="black">
                  <a:alpha val="21000"/>
                </a:prstClr>
              </a:outerShdw>
            </a:effectLst>
          </p:spPr>
          <p:txBody>
            <a:bodyPr wrap="square" lIns="0" tIns="72000" rIns="0" bIns="72000" rtlCol="0" anchor="ctr">
              <a:noAutofit/>
            </a:bodyPr>
            <a:lstStyle/>
            <a:p>
              <a:pPr algn="ctr" defTabSz="914400" fontAlgn="base">
                <a:spcBef>
                  <a:spcPct val="50000"/>
                </a:spcBef>
                <a:spcAft>
                  <a:spcPct val="0"/>
                </a:spcAft>
                <a:buClr>
                  <a:srgbClr val="F0AB00"/>
                </a:buClr>
                <a:buSzPct val="80000"/>
              </a:pPr>
              <a:r>
                <a:rPr lang="en-US" sz="800" kern="0">
                  <a:solidFill>
                    <a:schemeClr val="bg1">
                      <a:lumMod val="85000"/>
                    </a:schemeClr>
                  </a:solidFill>
                  <a:latin typeface="72 Brand" panose="020B0504030603020204" pitchFamily="34" charset="0"/>
                  <a:ea typeface="Arial Unicode MS" pitchFamily="34" charset="-128"/>
                  <a:cs typeface="Arial Unicode MS" pitchFamily="34" charset="-128"/>
                </a:rPr>
                <a:t>Business &amp; Context </a:t>
              </a:r>
              <a:br>
                <a:rPr lang="en-US" sz="800" kern="0">
                  <a:solidFill>
                    <a:schemeClr val="bg1">
                      <a:lumMod val="85000"/>
                    </a:schemeClr>
                  </a:solidFill>
                  <a:latin typeface="72 Brand" panose="020B0504030603020204" pitchFamily="34" charset="0"/>
                  <a:ea typeface="Arial Unicode MS" pitchFamily="34" charset="-128"/>
                  <a:cs typeface="Arial Unicode MS" pitchFamily="34" charset="-128"/>
                </a:rPr>
              </a:br>
              <a:r>
                <a:rPr lang="en-US" sz="800" kern="0">
                  <a:solidFill>
                    <a:schemeClr val="bg1">
                      <a:lumMod val="85000"/>
                    </a:schemeClr>
                  </a:solidFill>
                  <a:latin typeface="72 Brand" panose="020B0504030603020204" pitchFamily="34" charset="0"/>
                  <a:ea typeface="Arial Unicode MS" pitchFamily="34" charset="-128"/>
                  <a:cs typeface="Arial Unicode MS" pitchFamily="34" charset="-128"/>
                </a:rPr>
                <a:t>Requirement</a:t>
              </a:r>
            </a:p>
          </p:txBody>
        </p:sp>
        <p:sp>
          <p:nvSpPr>
            <p:cNvPr id="11" name="Freeform 10">
              <a:extLst>
                <a:ext uri="{FF2B5EF4-FFF2-40B4-BE49-F238E27FC236}">
                  <a16:creationId xmlns:a16="http://schemas.microsoft.com/office/drawing/2014/main" id="{06EFEE86-E3E6-4794-88AA-BAF21C3BD4A0}"/>
                </a:ext>
              </a:extLst>
            </p:cNvPr>
            <p:cNvSpPr/>
            <p:nvPr/>
          </p:nvSpPr>
          <p:spPr bwMode="gray">
            <a:xfrm>
              <a:off x="6445071" y="-2890"/>
              <a:ext cx="1693552" cy="324119"/>
            </a:xfrm>
            <a:custGeom>
              <a:avLst/>
              <a:gdLst>
                <a:gd name="connsiteX0" fmla="*/ 0 w 1693552"/>
                <a:gd name="connsiteY0" fmla="*/ 0 h 585279"/>
                <a:gd name="connsiteX1" fmla="*/ 1693552 w 1693552"/>
                <a:gd name="connsiteY1" fmla="*/ 0 h 585279"/>
                <a:gd name="connsiteX2" fmla="*/ 1626106 w 1693552"/>
                <a:gd name="connsiteY2" fmla="*/ 88336 h 585279"/>
                <a:gd name="connsiteX3" fmla="*/ 1618916 w 1693552"/>
                <a:gd name="connsiteY3" fmla="*/ 127655 h 585279"/>
                <a:gd name="connsiteX4" fmla="*/ 1621837 w 1693552"/>
                <a:gd name="connsiteY4" fmla="*/ 142127 h 585279"/>
                <a:gd name="connsiteX5" fmla="*/ 1621837 w 1693552"/>
                <a:gd name="connsiteY5" fmla="*/ 496646 h 585279"/>
                <a:gd name="connsiteX6" fmla="*/ 1533204 w 1693552"/>
                <a:gd name="connsiteY6" fmla="*/ 585279 h 585279"/>
                <a:gd name="connsiteX7" fmla="*/ 167586 w 1693552"/>
                <a:gd name="connsiteY7" fmla="*/ 585279 h 585279"/>
                <a:gd name="connsiteX8" fmla="*/ 78953 w 1693552"/>
                <a:gd name="connsiteY8" fmla="*/ 496646 h 585279"/>
                <a:gd name="connsiteX9" fmla="*/ 78953 w 1693552"/>
                <a:gd name="connsiteY9" fmla="*/ 142127 h 585279"/>
                <a:gd name="connsiteX10" fmla="*/ 79555 w 1693552"/>
                <a:gd name="connsiteY10" fmla="*/ 139146 h 585279"/>
                <a:gd name="connsiteX11" fmla="*/ 70761 w 1693552"/>
                <a:gd name="connsiteY11" fmla="*/ 89697 h 585279"/>
                <a:gd name="connsiteX12" fmla="*/ 0 w 1693552"/>
                <a:gd name="connsiteY12" fmla="*/ 0 h 5852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3552" h="585279">
                  <a:moveTo>
                    <a:pt x="0" y="0"/>
                  </a:moveTo>
                  <a:lnTo>
                    <a:pt x="1693552" y="0"/>
                  </a:lnTo>
                  <a:cubicBezTo>
                    <a:pt x="1650342" y="38551"/>
                    <a:pt x="1635760" y="50388"/>
                    <a:pt x="1626106" y="88336"/>
                  </a:cubicBezTo>
                  <a:lnTo>
                    <a:pt x="1618916" y="127655"/>
                  </a:lnTo>
                  <a:lnTo>
                    <a:pt x="1621837" y="142127"/>
                  </a:lnTo>
                  <a:lnTo>
                    <a:pt x="1621837" y="496646"/>
                  </a:lnTo>
                  <a:cubicBezTo>
                    <a:pt x="1621837" y="545597"/>
                    <a:pt x="1582155" y="585279"/>
                    <a:pt x="1533204" y="585279"/>
                  </a:cubicBezTo>
                  <a:lnTo>
                    <a:pt x="167586" y="585279"/>
                  </a:lnTo>
                  <a:cubicBezTo>
                    <a:pt x="118635" y="585279"/>
                    <a:pt x="78953" y="545597"/>
                    <a:pt x="78953" y="496646"/>
                  </a:cubicBezTo>
                  <a:lnTo>
                    <a:pt x="78953" y="142127"/>
                  </a:lnTo>
                  <a:lnTo>
                    <a:pt x="79555" y="139146"/>
                  </a:lnTo>
                  <a:lnTo>
                    <a:pt x="70761" y="89697"/>
                  </a:lnTo>
                  <a:cubicBezTo>
                    <a:pt x="59377" y="48932"/>
                    <a:pt x="39986" y="35332"/>
                    <a:pt x="0" y="0"/>
                  </a:cubicBezTo>
                  <a:close/>
                </a:path>
              </a:pathLst>
            </a:custGeom>
            <a:solidFill>
              <a:srgbClr val="EBF5CB"/>
            </a:solidFill>
            <a:ln w="25400" algn="ctr">
              <a:noFill/>
              <a:miter lim="800000"/>
              <a:headEnd/>
              <a:tailEnd/>
            </a:ln>
            <a:effectLst/>
          </p:spPr>
          <p:txBody>
            <a:bodyPr wrap="square" lIns="0" tIns="72000" rIns="0" bIns="72000" rtlCol="0" anchor="ctr">
              <a:noAutofit/>
            </a:bodyPr>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r>
                <a:rPr kumimoji="0" lang="en-DE" sz="800" i="0" u="none" strike="noStrike" kern="0" cap="none" spc="0" normalizeH="0" baseline="0" noProof="0">
                  <a:ln>
                    <a:noFill/>
                  </a:ln>
                  <a:effectLst/>
                  <a:uLnTx/>
                  <a:uFillTx/>
                  <a:latin typeface="72 Brand" panose="020B0504030603020204" pitchFamily="34" charset="0"/>
                  <a:ea typeface="Arial Unicode MS" pitchFamily="34" charset="-128"/>
                  <a:cs typeface="Arial Unicode MS" pitchFamily="34" charset="-128"/>
                </a:rPr>
                <a:t>System Context</a:t>
              </a:r>
            </a:p>
          </p:txBody>
        </p:sp>
      </p:grpSp>
      <p:sp>
        <p:nvSpPr>
          <p:cNvPr id="2" name="Rounded Rectangle 2">
            <a:extLst>
              <a:ext uri="{FF2B5EF4-FFF2-40B4-BE49-F238E27FC236}">
                <a16:creationId xmlns:a16="http://schemas.microsoft.com/office/drawing/2014/main" id="{BCC8994A-59EC-91C2-28CD-34A01061E304}"/>
              </a:ext>
            </a:extLst>
          </p:cNvPr>
          <p:cNvSpPr/>
          <p:nvPr/>
        </p:nvSpPr>
        <p:spPr bwMode="gray">
          <a:xfrm>
            <a:off x="513050" y="810962"/>
            <a:ext cx="1054885" cy="233316"/>
          </a:xfrm>
          <a:prstGeom prst="roundRect">
            <a:avLst>
              <a:gd name="adj" fmla="val 21664"/>
            </a:avLst>
          </a:prstGeom>
          <a:solidFill>
            <a:srgbClr val="36A41D"/>
          </a:solidFill>
          <a:ln w="19050" cap="rnd" cmpd="sng">
            <a:noFill/>
            <a:headEnd/>
            <a:tailEnd/>
          </a:ln>
          <a:effectLst/>
        </p:spPr>
        <p:style>
          <a:lnRef idx="3">
            <a:schemeClr val="lt1"/>
          </a:lnRef>
          <a:fillRef idx="1">
            <a:schemeClr val="accent6"/>
          </a:fillRef>
          <a:effectRef idx="1">
            <a:schemeClr val="accent6"/>
          </a:effectRef>
          <a:fontRef idx="minor">
            <a:schemeClr val="lt1"/>
          </a:fontRef>
        </p:style>
        <p:txBody>
          <a:bodyPr wrap="square" lIns="0" tIns="0" rIns="0" bIns="0" rtlCol="0" anchor="ctr">
            <a:noAutofit/>
          </a:bodyPr>
          <a:lstStyle/>
          <a:p>
            <a:pPr algn="ctr" fontAlgn="base">
              <a:spcBef>
                <a:spcPct val="50000"/>
              </a:spcBef>
              <a:spcAft>
                <a:spcPct val="0"/>
              </a:spcAft>
              <a:buClr>
                <a:srgbClr val="F0AB00"/>
              </a:buClr>
              <a:buSzPct val="80000"/>
            </a:pPr>
            <a:r>
              <a:rPr lang="en-US" sz="1000" kern="0">
                <a:solidFill>
                  <a:schemeClr val="bg1"/>
                </a:solidFill>
                <a:latin typeface="72 Brand" panose="020B0504030603020204" pitchFamily="34" charset="0"/>
                <a:ea typeface="Arial Unicode MS" pitchFamily="34" charset="-128"/>
                <a:cs typeface="Arial Unicode MS" pitchFamily="34" charset="-128"/>
                <a:sym typeface="Arial"/>
              </a:rPr>
              <a:t>Example</a:t>
            </a:r>
          </a:p>
        </p:txBody>
      </p:sp>
    </p:spTree>
    <p:extLst>
      <p:ext uri="{BB962C8B-B14F-4D97-AF65-F5344CB8AC3E}">
        <p14:creationId xmlns:p14="http://schemas.microsoft.com/office/powerpoint/2010/main" val="105541212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1272FD9F-7141-144C-99B2-B29079FD485C}"/>
              </a:ext>
            </a:extLst>
          </p:cNvPr>
          <p:cNvSpPr>
            <a:spLocks noGrp="1"/>
          </p:cNvSpPr>
          <p:nvPr>
            <p:ph type="title"/>
          </p:nvPr>
        </p:nvSpPr>
        <p:spPr/>
        <p:txBody>
          <a:bodyPr/>
          <a:lstStyle/>
          <a:p>
            <a:r>
              <a:rPr lang="en-US" sz="2000" noProof="0" dirty="0"/>
              <a:t>II. Business Context &amp; Requirement – </a:t>
            </a:r>
            <a:r>
              <a:rPr lang="en-US" sz="2000" dirty="0"/>
              <a:t>Template</a:t>
            </a:r>
            <a:endParaRPr lang="en-US" sz="2000" b="0" noProof="0" dirty="0"/>
          </a:p>
        </p:txBody>
      </p:sp>
      <p:graphicFrame>
        <p:nvGraphicFramePr>
          <p:cNvPr id="6" name="Tabelle 13">
            <a:extLst>
              <a:ext uri="{FF2B5EF4-FFF2-40B4-BE49-F238E27FC236}">
                <a16:creationId xmlns:a16="http://schemas.microsoft.com/office/drawing/2014/main" id="{6DBE822F-986B-414E-AA61-F468B3A1872D}"/>
              </a:ext>
            </a:extLst>
          </p:cNvPr>
          <p:cNvGraphicFramePr>
            <a:graphicFrameLocks noGrp="1"/>
          </p:cNvGraphicFramePr>
          <p:nvPr>
            <p:extLst>
              <p:ext uri="{D42A27DB-BD31-4B8C-83A1-F6EECF244321}">
                <p14:modId xmlns:p14="http://schemas.microsoft.com/office/powerpoint/2010/main" val="1989697802"/>
              </p:ext>
            </p:extLst>
          </p:nvPr>
        </p:nvGraphicFramePr>
        <p:xfrm>
          <a:off x="504001" y="1524000"/>
          <a:ext cx="11186476" cy="3159242"/>
        </p:xfrm>
        <a:graphic>
          <a:graphicData uri="http://schemas.openxmlformats.org/drawingml/2006/table">
            <a:tbl>
              <a:tblPr firstRow="1" bandRow="1">
                <a:effectLst/>
              </a:tblPr>
              <a:tblGrid>
                <a:gridCol w="3018584">
                  <a:extLst>
                    <a:ext uri="{9D8B030D-6E8A-4147-A177-3AD203B41FA5}">
                      <a16:colId xmlns:a16="http://schemas.microsoft.com/office/drawing/2014/main" val="3443618332"/>
                    </a:ext>
                  </a:extLst>
                </a:gridCol>
                <a:gridCol w="8167892">
                  <a:extLst>
                    <a:ext uri="{9D8B030D-6E8A-4147-A177-3AD203B41FA5}">
                      <a16:colId xmlns:a16="http://schemas.microsoft.com/office/drawing/2014/main" val="20001"/>
                    </a:ext>
                  </a:extLst>
                </a:gridCol>
              </a:tblGrid>
              <a:tr h="439711">
                <a:tc gridSpan="2">
                  <a:txBody>
                    <a:bodyPr/>
                    <a:lstStyle/>
                    <a:p>
                      <a:pPr algn="ctr"/>
                      <a:r>
                        <a:rPr lang="en-US" sz="1400" b="1" dirty="0">
                          <a:solidFill>
                            <a:schemeClr val="bg1"/>
                          </a:solidFill>
                          <a:latin typeface="72 Brand" panose="020B0504030603020204" pitchFamily="34" charset="0"/>
                          <a:cs typeface="Arial" panose="020B0604020202020204" pitchFamily="34" charset="0"/>
                        </a:rPr>
                        <a:t>Business Context &amp; Requirement for each Use-Case</a:t>
                      </a: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1">
                        <a:lumMod val="65000"/>
                        <a:lumOff val="35000"/>
                      </a:schemeClr>
                    </a:solidFill>
                  </a:tcPr>
                </a:tc>
                <a:tc hMerge="1">
                  <a:txBody>
                    <a:bodyPr/>
                    <a:lstStyle/>
                    <a:p>
                      <a:pPr algn="ctr"/>
                      <a:r>
                        <a:rPr lang="en-US" sz="1400" b="0">
                          <a:solidFill>
                            <a:schemeClr val="bg1"/>
                          </a:solidFill>
                          <a:latin typeface="Arial" panose="020B0604020202020204" pitchFamily="34" charset="0"/>
                          <a:cs typeface="Arial" panose="020B0604020202020204" pitchFamily="34" charset="0"/>
                        </a:rPr>
                        <a:t>List of Core Solutions</a:t>
                      </a:r>
                    </a:p>
                  </a:txBody>
                  <a:tcPr marL="35942" marR="35942" marT="35942" marB="3594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95000"/>
                        <a:lumOff val="5000"/>
                      </a:schemeClr>
                    </a:solidFill>
                  </a:tcPr>
                </a:tc>
                <a:extLst>
                  <a:ext uri="{0D108BD9-81ED-4DB2-BD59-A6C34878D82A}">
                    <a16:rowId xmlns:a16="http://schemas.microsoft.com/office/drawing/2014/main" val="10000"/>
                  </a:ext>
                </a:extLst>
              </a:tr>
              <a:tr h="474615">
                <a:tc>
                  <a:txBody>
                    <a:bodyPr/>
                    <a:lstStyle/>
                    <a:p>
                      <a:pPr marL="0" marR="0" indent="0" algn="l" defTabSz="1088558" rtl="0" eaLnBrk="1" fontAlgn="auto" latinLnBrk="0" hangingPunct="1">
                        <a:lnSpc>
                          <a:spcPct val="100000"/>
                        </a:lnSpc>
                        <a:spcBef>
                          <a:spcPts val="0"/>
                        </a:spcBef>
                        <a:spcAft>
                          <a:spcPts val="0"/>
                        </a:spcAft>
                        <a:buClrTx/>
                        <a:buSzTx/>
                        <a:buFontTx/>
                        <a:buNone/>
                        <a:tabLst/>
                        <a:defRPr/>
                      </a:pPr>
                      <a:r>
                        <a:rPr lang="en-US" sz="1200" b="0" i="0" kern="1200">
                          <a:solidFill>
                            <a:schemeClr val="tx1"/>
                          </a:solidFill>
                          <a:latin typeface="72 Brand Medium" panose="020B0504030603020204" pitchFamily="34" charset="0"/>
                          <a:ea typeface="+mn-ea"/>
                          <a:cs typeface="+mn-cs"/>
                        </a:rPr>
                        <a:t>Title/ID</a:t>
                      </a:r>
                    </a:p>
                  </a:txBody>
                  <a:tcPr marL="72000"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1088558" rtl="0" eaLnBrk="1" fontAlgn="auto" latinLnBrk="0" hangingPunct="1">
                        <a:lnSpc>
                          <a:spcPct val="100000"/>
                        </a:lnSpc>
                        <a:spcBef>
                          <a:spcPts val="0"/>
                        </a:spcBef>
                        <a:spcAft>
                          <a:spcPts val="0"/>
                        </a:spcAft>
                        <a:buClrTx/>
                        <a:buSzTx/>
                        <a:buFontTx/>
                        <a:buNone/>
                        <a:tabLst/>
                        <a:defRPr/>
                      </a:pPr>
                      <a:endParaRPr lang="en-US" sz="1100" b="0" i="1">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extLst>
                  <a:ext uri="{0D108BD9-81ED-4DB2-BD59-A6C34878D82A}">
                    <a16:rowId xmlns:a16="http://schemas.microsoft.com/office/drawing/2014/main" val="10003"/>
                  </a:ext>
                </a:extLst>
              </a:tr>
              <a:tr h="903094">
                <a:tc>
                  <a:txBody>
                    <a:bodyPr/>
                    <a:lstStyle/>
                    <a:p>
                      <a:pPr marL="0" marR="0" indent="0" algn="l" defTabSz="1088558" rtl="0" eaLnBrk="1" fontAlgn="auto" latinLnBrk="0" hangingPunct="1">
                        <a:lnSpc>
                          <a:spcPct val="100000"/>
                        </a:lnSpc>
                        <a:spcBef>
                          <a:spcPts val="0"/>
                        </a:spcBef>
                        <a:spcAft>
                          <a:spcPts val="0"/>
                        </a:spcAft>
                        <a:buClrTx/>
                        <a:buSzTx/>
                        <a:buFontTx/>
                        <a:buNone/>
                        <a:tabLst/>
                        <a:defRPr/>
                      </a:pPr>
                      <a:r>
                        <a:rPr lang="en-US" sz="1200" b="0" i="0" dirty="0">
                          <a:solidFill>
                            <a:schemeClr val="tx1"/>
                          </a:solidFill>
                          <a:latin typeface="72 Brand Medium" panose="020B0504030603020204" pitchFamily="34" charset="0"/>
                        </a:rPr>
                        <a:t>Business Context</a:t>
                      </a:r>
                    </a:p>
                    <a:p>
                      <a:pPr marL="0" marR="0" indent="0" algn="l" defTabSz="1088558" rtl="0" eaLnBrk="1" fontAlgn="auto" latinLnBrk="0" hangingPunct="1">
                        <a:lnSpc>
                          <a:spcPct val="100000"/>
                        </a:lnSpc>
                        <a:spcBef>
                          <a:spcPts val="0"/>
                        </a:spcBef>
                        <a:spcAft>
                          <a:spcPts val="0"/>
                        </a:spcAft>
                        <a:buClrTx/>
                        <a:buSzTx/>
                        <a:buFontTx/>
                        <a:buNone/>
                        <a:tabLst/>
                        <a:defRPr/>
                      </a:pPr>
                      <a:r>
                        <a:rPr lang="en-US" sz="1200" b="0" i="0" dirty="0">
                          <a:solidFill>
                            <a:schemeClr val="tx1"/>
                          </a:solidFill>
                          <a:latin typeface="72 Brand" panose="020B0504030603020204" pitchFamily="34" charset="0"/>
                        </a:rPr>
                        <a:t>Brief description of business </a:t>
                      </a:r>
                      <a:br>
                        <a:rPr lang="en-US" sz="1200" b="0" i="0" dirty="0">
                          <a:solidFill>
                            <a:schemeClr val="tx1"/>
                          </a:solidFill>
                          <a:latin typeface="72 Brand" panose="020B0504030603020204" pitchFamily="34" charset="0"/>
                        </a:rPr>
                      </a:br>
                      <a:r>
                        <a:rPr lang="en-US" sz="1200" b="0" i="0" dirty="0">
                          <a:solidFill>
                            <a:schemeClr val="tx1"/>
                          </a:solidFill>
                          <a:latin typeface="72 Brand" panose="020B0504030603020204" pitchFamily="34" charset="0"/>
                        </a:rPr>
                        <a:t>requirement and its scope</a:t>
                      </a:r>
                      <a:endParaRPr lang="en-US" sz="1200" b="0" i="0" dirty="0">
                        <a:solidFill>
                          <a:schemeClr val="tx1"/>
                        </a:solidFill>
                        <a:latin typeface="72 Brand" panose="020B0504030603020204" pitchFamily="34" charset="0"/>
                        <a:cs typeface="Arial" panose="020B0604020202020204" pitchFamily="34" charset="0"/>
                      </a:endParaRPr>
                    </a:p>
                  </a:txBody>
                  <a:tcPr marL="72000"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342900" indent="-342900">
                        <a:spcBef>
                          <a:spcPts val="900"/>
                        </a:spcBef>
                        <a:spcAft>
                          <a:spcPts val="300"/>
                        </a:spcAft>
                        <a:buClr>
                          <a:srgbClr val="348B26"/>
                        </a:buClr>
                        <a:buSzPct val="100000"/>
                        <a:buFont typeface="Wingdings" pitchFamily="2" charset="2"/>
                        <a:buChar char="§"/>
                      </a:pPr>
                      <a:r>
                        <a:rPr lang="en-US" sz="1100" dirty="0">
                          <a:solidFill>
                            <a:srgbClr val="12171C"/>
                          </a:solidFill>
                          <a:latin typeface="72 Brand" panose="020B0504030603020204" pitchFamily="34" charset="0"/>
                          <a:cs typeface="Times New Roman"/>
                        </a:rPr>
                        <a:t>Extensions needs to be upgrade stable and follow Clean Core Level A</a:t>
                      </a:r>
                    </a:p>
                    <a:p>
                      <a:pPr marL="342900" indent="-342900">
                        <a:spcBef>
                          <a:spcPts val="300"/>
                        </a:spcBef>
                        <a:spcAft>
                          <a:spcPts val="300"/>
                        </a:spcAft>
                        <a:buClr>
                          <a:srgbClr val="348B26"/>
                        </a:buClr>
                        <a:buSzPct val="100000"/>
                        <a:buFont typeface="Wingdings" pitchFamily="2" charset="2"/>
                        <a:buChar char="§"/>
                      </a:pPr>
                      <a:r>
                        <a:rPr lang="en-US" sz="1100" dirty="0">
                          <a:solidFill>
                            <a:srgbClr val="12171C"/>
                          </a:solidFill>
                          <a:latin typeface="72 Brand" panose="020B0504030603020204" pitchFamily="34" charset="0"/>
                          <a:cs typeface="Times New Roman"/>
                        </a:rPr>
                        <a:t>SAP Build Low-code/No-code tools are preferred for development</a:t>
                      </a:r>
                    </a:p>
                    <a:p>
                      <a:pPr marL="342900" indent="-342900">
                        <a:spcBef>
                          <a:spcPts val="300"/>
                        </a:spcBef>
                        <a:spcAft>
                          <a:spcPts val="300"/>
                        </a:spcAft>
                        <a:buClr>
                          <a:srgbClr val="348B26"/>
                        </a:buClr>
                        <a:buSzPct val="100000"/>
                        <a:buFont typeface="Wingdings" pitchFamily="2" charset="2"/>
                        <a:buChar char="§"/>
                      </a:pPr>
                      <a:r>
                        <a:rPr lang="en-US" sz="1100" dirty="0">
                          <a:solidFill>
                            <a:srgbClr val="12171C"/>
                          </a:solidFill>
                          <a:latin typeface="72 Brand" panose="020B0504030603020204" pitchFamily="34" charset="0"/>
                          <a:cs typeface="Times New Roman"/>
                        </a:rPr>
                        <a:t>Side-by-Side options are preferred for workflow implementation and UIs</a:t>
                      </a:r>
                    </a:p>
                    <a:p>
                      <a:pPr marL="342900" indent="-342900">
                        <a:spcBef>
                          <a:spcPts val="300"/>
                        </a:spcBef>
                        <a:spcAft>
                          <a:spcPts val="300"/>
                        </a:spcAft>
                        <a:buClr>
                          <a:srgbClr val="348B26"/>
                        </a:buClr>
                        <a:buSzPct val="100000"/>
                        <a:buFont typeface="Wingdings" pitchFamily="2" charset="2"/>
                        <a:buChar char="§"/>
                      </a:pPr>
                      <a:r>
                        <a:rPr lang="en-US" sz="1100" dirty="0">
                          <a:solidFill>
                            <a:srgbClr val="12171C"/>
                          </a:solidFill>
                          <a:latin typeface="72 Brand" panose="020B0504030603020204" pitchFamily="34" charset="0"/>
                          <a:cs typeface="Times New Roman"/>
                        </a:rPr>
                        <a:t>ACME employees are used to access SAP application through SAP Build Work Zone</a:t>
                      </a: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extLst>
                  <a:ext uri="{0D108BD9-81ED-4DB2-BD59-A6C34878D82A}">
                    <a16:rowId xmlns:a16="http://schemas.microsoft.com/office/drawing/2014/main" val="10004"/>
                  </a:ext>
                </a:extLst>
              </a:tr>
              <a:tr h="636936">
                <a:tc>
                  <a:txBody>
                    <a:bodyPr/>
                    <a:lstStyle/>
                    <a:p>
                      <a:pPr marL="0" marR="0" indent="0" algn="l" defTabSz="1088558" rtl="0" eaLnBrk="1" fontAlgn="auto" latinLnBrk="0" hangingPunct="1">
                        <a:lnSpc>
                          <a:spcPct val="100000"/>
                        </a:lnSpc>
                        <a:spcBef>
                          <a:spcPts val="0"/>
                        </a:spcBef>
                        <a:spcAft>
                          <a:spcPts val="0"/>
                        </a:spcAft>
                        <a:buClrTx/>
                        <a:buSzTx/>
                        <a:buFontTx/>
                        <a:buNone/>
                        <a:tabLst/>
                        <a:defRPr/>
                      </a:pPr>
                      <a:r>
                        <a:rPr lang="en-US" sz="1200" b="0" i="0" kern="1200">
                          <a:solidFill>
                            <a:schemeClr val="tx1"/>
                          </a:solidFill>
                          <a:latin typeface="72 Brand Medium" panose="020B0504030603020204" pitchFamily="34" charset="0"/>
                          <a:ea typeface="+mn-ea"/>
                          <a:cs typeface="+mn-cs"/>
                        </a:rPr>
                        <a:t>Roles and responsibilities</a:t>
                      </a:r>
                    </a:p>
                    <a:p>
                      <a:pPr algn="l"/>
                      <a:r>
                        <a:rPr lang="en-US" sz="1200" b="0" i="0">
                          <a:solidFill>
                            <a:schemeClr val="tx1"/>
                          </a:solidFill>
                          <a:latin typeface="72 Brand" panose="020B0504030603020204" pitchFamily="34" charset="0"/>
                          <a:cs typeface="Arial" panose="020B0604020202020204" pitchFamily="34" charset="0"/>
                        </a:rPr>
                        <a:t>List all the roles and their responsibilities</a:t>
                      </a:r>
                    </a:p>
                  </a:txBody>
                  <a:tcPr marL="72000"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en-US" sz="1100" b="0" i="1">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extLst>
                  <a:ext uri="{0D108BD9-81ED-4DB2-BD59-A6C34878D82A}">
                    <a16:rowId xmlns:a16="http://schemas.microsoft.com/office/drawing/2014/main" val="10006"/>
                  </a:ext>
                </a:extLst>
              </a:tr>
              <a:tr h="636936">
                <a:tc>
                  <a:txBody>
                    <a:bodyPr/>
                    <a:lstStyle/>
                    <a:p>
                      <a:pPr marL="0" marR="0" indent="0" algn="l" defTabSz="1088558" rtl="0" eaLnBrk="1" fontAlgn="auto" latinLnBrk="0" hangingPunct="1">
                        <a:lnSpc>
                          <a:spcPct val="100000"/>
                        </a:lnSpc>
                        <a:spcBef>
                          <a:spcPts val="0"/>
                        </a:spcBef>
                        <a:spcAft>
                          <a:spcPts val="0"/>
                        </a:spcAft>
                        <a:buClrTx/>
                        <a:buSzTx/>
                        <a:buFontTx/>
                        <a:buNone/>
                        <a:tabLst/>
                        <a:defRPr/>
                      </a:pPr>
                      <a:r>
                        <a:rPr lang="en-US" sz="1200" b="0" i="0" kern="1200">
                          <a:solidFill>
                            <a:schemeClr val="tx1"/>
                          </a:solidFill>
                          <a:latin typeface="72 Brand Medium" panose="020B0504030603020204" pitchFamily="34" charset="0"/>
                          <a:ea typeface="+mn-ea"/>
                          <a:cs typeface="+mn-cs"/>
                        </a:rPr>
                        <a:t>Acceptance criteria</a:t>
                      </a:r>
                    </a:p>
                    <a:p>
                      <a:pPr algn="l"/>
                      <a:r>
                        <a:rPr lang="en-US" sz="1200" b="0" i="0">
                          <a:solidFill>
                            <a:schemeClr val="tx1"/>
                          </a:solidFill>
                          <a:latin typeface="72 Brand" panose="020B0504030603020204" pitchFamily="34" charset="0"/>
                          <a:cs typeface="Arial" panose="020B0604020202020204" pitchFamily="34" charset="0"/>
                        </a:rPr>
                        <a:t>Describe the acceptance criteria</a:t>
                      </a:r>
                    </a:p>
                  </a:txBody>
                  <a:tcPr marL="72000"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en-US" sz="1100" b="0" i="1" dirty="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extLst>
                  <a:ext uri="{0D108BD9-81ED-4DB2-BD59-A6C34878D82A}">
                    <a16:rowId xmlns:a16="http://schemas.microsoft.com/office/drawing/2014/main" val="10007"/>
                  </a:ext>
                </a:extLst>
              </a:tr>
            </a:tbl>
          </a:graphicData>
        </a:graphic>
      </p:graphicFrame>
      <p:sp>
        <p:nvSpPr>
          <p:cNvPr id="2" name="TextBox 1">
            <a:extLst>
              <a:ext uri="{FF2B5EF4-FFF2-40B4-BE49-F238E27FC236}">
                <a16:creationId xmlns:a16="http://schemas.microsoft.com/office/drawing/2014/main" id="{FB37DBC9-7AA2-693E-5A55-C2A64C7A0649}"/>
              </a:ext>
            </a:extLst>
          </p:cNvPr>
          <p:cNvSpPr txBox="1"/>
          <p:nvPr/>
        </p:nvSpPr>
        <p:spPr>
          <a:xfrm>
            <a:off x="504001" y="5652725"/>
            <a:ext cx="8515308" cy="618145"/>
          </a:xfrm>
          <a:prstGeom prst="rect">
            <a:avLst/>
          </a:prstGeom>
          <a:noFill/>
        </p:spPr>
        <p:txBody>
          <a:bodyPr wrap="square" lIns="71884" tIns="35942" rIns="71884" bIns="35942" rtlCol="0" anchor="ctr">
            <a:noAutofit/>
          </a:bodyPr>
          <a:lstStyle/>
          <a:p>
            <a:pPr defTabSz="660929" eaLnBrk="0" fontAlgn="base" hangingPunct="0">
              <a:spcBef>
                <a:spcPts val="599"/>
              </a:spcBef>
              <a:spcAft>
                <a:spcPct val="0"/>
              </a:spcAft>
              <a:defRPr/>
            </a:pPr>
            <a:r>
              <a:rPr lang="en-US" sz="1300" kern="0">
                <a:solidFill>
                  <a:srgbClr val="12171C"/>
                </a:solidFill>
                <a:latin typeface="72 Brand" panose="020B0504030603020204" pitchFamily="34" charset="0"/>
              </a:rPr>
              <a:t>The Business Context &amp; Requirement description for each Use-Case can potentially lead to important insights. </a:t>
            </a:r>
            <a:br>
              <a:rPr lang="en-US" sz="1300" kern="0">
                <a:solidFill>
                  <a:srgbClr val="12171C"/>
                </a:solidFill>
                <a:latin typeface="72 Brand" panose="020B0504030603020204" pitchFamily="34" charset="0"/>
              </a:rPr>
            </a:br>
            <a:r>
              <a:rPr lang="en-US" sz="1300" b="1" kern="0">
                <a:solidFill>
                  <a:srgbClr val="12171C"/>
                </a:solidFill>
                <a:latin typeface="72 Brand" panose="020B0504030603020204" pitchFamily="34" charset="0"/>
              </a:rPr>
              <a:t>For example: </a:t>
            </a:r>
            <a:r>
              <a:rPr lang="en-US" sz="1300" kern="0">
                <a:solidFill>
                  <a:srgbClr val="12171C"/>
                </a:solidFill>
                <a:latin typeface="72 Brand" panose="020B0504030603020204" pitchFamily="34" charset="0"/>
              </a:rPr>
              <a:t>Think about a logistic use-case where employees have only access to mobile devices.</a:t>
            </a:r>
          </a:p>
        </p:txBody>
      </p:sp>
      <p:grpSp>
        <p:nvGrpSpPr>
          <p:cNvPr id="7" name="Group 6">
            <a:extLst>
              <a:ext uri="{FF2B5EF4-FFF2-40B4-BE49-F238E27FC236}">
                <a16:creationId xmlns:a16="http://schemas.microsoft.com/office/drawing/2014/main" id="{B72ABE2D-25AC-DD18-B4A1-E6E5D746F467}"/>
              </a:ext>
            </a:extLst>
          </p:cNvPr>
          <p:cNvGrpSpPr/>
          <p:nvPr/>
        </p:nvGrpSpPr>
        <p:grpSpPr>
          <a:xfrm>
            <a:off x="476291" y="5136365"/>
            <a:ext cx="1925615" cy="486000"/>
            <a:chOff x="504001" y="4511152"/>
            <a:chExt cx="1925615" cy="486000"/>
          </a:xfrm>
        </p:grpSpPr>
        <p:pic>
          <p:nvPicPr>
            <p:cNvPr id="4" name="Picture 3">
              <a:extLst>
                <a:ext uri="{FF2B5EF4-FFF2-40B4-BE49-F238E27FC236}">
                  <a16:creationId xmlns:a16="http://schemas.microsoft.com/office/drawing/2014/main" id="{4AC9E7B3-CAD2-6929-ADE5-0E3D3E2F8119}"/>
                </a:ext>
              </a:extLst>
            </p:cNvPr>
            <p:cNvPicPr>
              <a:picLocks noChangeAspect="1"/>
            </p:cNvPicPr>
            <p:nvPr/>
          </p:nvPicPr>
          <p:blipFill>
            <a:blip r:embed="rId3"/>
            <a:stretch>
              <a:fillRect/>
            </a:stretch>
          </p:blipFill>
          <p:spPr>
            <a:xfrm>
              <a:off x="504001" y="4511152"/>
              <a:ext cx="486000" cy="486000"/>
            </a:xfrm>
            <a:prstGeom prst="rect">
              <a:avLst/>
            </a:prstGeom>
          </p:spPr>
        </p:pic>
        <p:sp>
          <p:nvSpPr>
            <p:cNvPr id="5" name="TextBox 4">
              <a:extLst>
                <a:ext uri="{FF2B5EF4-FFF2-40B4-BE49-F238E27FC236}">
                  <a16:creationId xmlns:a16="http://schemas.microsoft.com/office/drawing/2014/main" id="{A5823AAC-C5ED-06F7-5B83-1AC0F51B2155}"/>
                </a:ext>
              </a:extLst>
            </p:cNvPr>
            <p:cNvSpPr txBox="1"/>
            <p:nvPr/>
          </p:nvSpPr>
          <p:spPr>
            <a:xfrm>
              <a:off x="971843" y="4659328"/>
              <a:ext cx="1457773" cy="189649"/>
            </a:xfrm>
            <a:prstGeom prst="rect">
              <a:avLst/>
            </a:prstGeom>
            <a:noFill/>
          </p:spPr>
          <p:txBody>
            <a:bodyPr wrap="square" lIns="0" tIns="0" rIns="0" bIns="0" rtlCol="0" anchor="t">
              <a:noAutofit/>
            </a:bodyPr>
            <a:lstStyle/>
            <a:p>
              <a:pPr defTabSz="660929" eaLnBrk="0" fontAlgn="base" hangingPunct="0">
                <a:spcBef>
                  <a:spcPts val="599"/>
                </a:spcBef>
                <a:spcAft>
                  <a:spcPct val="0"/>
                </a:spcAft>
                <a:defRPr/>
              </a:pPr>
              <a:r>
                <a:rPr lang="en-US" sz="1800" b="1" kern="0">
                  <a:solidFill>
                    <a:srgbClr val="12171C"/>
                  </a:solidFill>
                  <a:latin typeface="72 Brand" panose="020B0504030603020204" pitchFamily="34" charset="0"/>
                </a:rPr>
                <a:t>How to use</a:t>
              </a:r>
            </a:p>
          </p:txBody>
        </p:sp>
      </p:grpSp>
      <p:grpSp>
        <p:nvGrpSpPr>
          <p:cNvPr id="16" name="Group 15">
            <a:extLst>
              <a:ext uri="{FF2B5EF4-FFF2-40B4-BE49-F238E27FC236}">
                <a16:creationId xmlns:a16="http://schemas.microsoft.com/office/drawing/2014/main" id="{F547086C-554C-8DED-0158-75113EA56F43}"/>
              </a:ext>
            </a:extLst>
          </p:cNvPr>
          <p:cNvGrpSpPr/>
          <p:nvPr/>
        </p:nvGrpSpPr>
        <p:grpSpPr>
          <a:xfrm>
            <a:off x="6445071" y="-2890"/>
            <a:ext cx="5231695" cy="329981"/>
            <a:chOff x="6445071" y="-2890"/>
            <a:chExt cx="5231695" cy="329981"/>
          </a:xfrm>
        </p:grpSpPr>
        <p:sp>
          <p:nvSpPr>
            <p:cNvPr id="17" name="Freeform 16">
              <a:extLst>
                <a:ext uri="{FF2B5EF4-FFF2-40B4-BE49-F238E27FC236}">
                  <a16:creationId xmlns:a16="http://schemas.microsoft.com/office/drawing/2014/main" id="{3E8E9A36-4C9E-86AB-4F5E-5BB411B6350D}"/>
                </a:ext>
              </a:extLst>
            </p:cNvPr>
            <p:cNvSpPr/>
            <p:nvPr/>
          </p:nvSpPr>
          <p:spPr bwMode="gray">
            <a:xfrm>
              <a:off x="9983214" y="2972"/>
              <a:ext cx="1693552" cy="324119"/>
            </a:xfrm>
            <a:custGeom>
              <a:avLst/>
              <a:gdLst>
                <a:gd name="connsiteX0" fmla="*/ 0 w 1693552"/>
                <a:gd name="connsiteY0" fmla="*/ 0 h 585279"/>
                <a:gd name="connsiteX1" fmla="*/ 1693552 w 1693552"/>
                <a:gd name="connsiteY1" fmla="*/ 0 h 585279"/>
                <a:gd name="connsiteX2" fmla="*/ 1626106 w 1693552"/>
                <a:gd name="connsiteY2" fmla="*/ 88336 h 585279"/>
                <a:gd name="connsiteX3" fmla="*/ 1618916 w 1693552"/>
                <a:gd name="connsiteY3" fmla="*/ 127655 h 585279"/>
                <a:gd name="connsiteX4" fmla="*/ 1621837 w 1693552"/>
                <a:gd name="connsiteY4" fmla="*/ 142127 h 585279"/>
                <a:gd name="connsiteX5" fmla="*/ 1621837 w 1693552"/>
                <a:gd name="connsiteY5" fmla="*/ 496646 h 585279"/>
                <a:gd name="connsiteX6" fmla="*/ 1533204 w 1693552"/>
                <a:gd name="connsiteY6" fmla="*/ 585279 h 585279"/>
                <a:gd name="connsiteX7" fmla="*/ 167586 w 1693552"/>
                <a:gd name="connsiteY7" fmla="*/ 585279 h 585279"/>
                <a:gd name="connsiteX8" fmla="*/ 78953 w 1693552"/>
                <a:gd name="connsiteY8" fmla="*/ 496646 h 585279"/>
                <a:gd name="connsiteX9" fmla="*/ 78953 w 1693552"/>
                <a:gd name="connsiteY9" fmla="*/ 142127 h 585279"/>
                <a:gd name="connsiteX10" fmla="*/ 79555 w 1693552"/>
                <a:gd name="connsiteY10" fmla="*/ 139146 h 585279"/>
                <a:gd name="connsiteX11" fmla="*/ 70761 w 1693552"/>
                <a:gd name="connsiteY11" fmla="*/ 89697 h 585279"/>
                <a:gd name="connsiteX12" fmla="*/ 0 w 1693552"/>
                <a:gd name="connsiteY12" fmla="*/ 0 h 5852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3552" h="585279">
                  <a:moveTo>
                    <a:pt x="0" y="0"/>
                  </a:moveTo>
                  <a:lnTo>
                    <a:pt x="1693552" y="0"/>
                  </a:lnTo>
                  <a:cubicBezTo>
                    <a:pt x="1650342" y="38551"/>
                    <a:pt x="1635760" y="50388"/>
                    <a:pt x="1626106" y="88336"/>
                  </a:cubicBezTo>
                  <a:lnTo>
                    <a:pt x="1618916" y="127655"/>
                  </a:lnTo>
                  <a:lnTo>
                    <a:pt x="1621837" y="142127"/>
                  </a:lnTo>
                  <a:lnTo>
                    <a:pt x="1621837" y="496646"/>
                  </a:lnTo>
                  <a:cubicBezTo>
                    <a:pt x="1621837" y="545597"/>
                    <a:pt x="1582155" y="585279"/>
                    <a:pt x="1533204" y="585279"/>
                  </a:cubicBezTo>
                  <a:lnTo>
                    <a:pt x="167586" y="585279"/>
                  </a:lnTo>
                  <a:cubicBezTo>
                    <a:pt x="118635" y="585279"/>
                    <a:pt x="78953" y="545597"/>
                    <a:pt x="78953" y="496646"/>
                  </a:cubicBezTo>
                  <a:lnTo>
                    <a:pt x="78953" y="142127"/>
                  </a:lnTo>
                  <a:lnTo>
                    <a:pt x="79555" y="139146"/>
                  </a:lnTo>
                  <a:lnTo>
                    <a:pt x="70761" y="89697"/>
                  </a:lnTo>
                  <a:cubicBezTo>
                    <a:pt x="59377" y="48932"/>
                    <a:pt x="39986" y="35332"/>
                    <a:pt x="0" y="0"/>
                  </a:cubicBezTo>
                  <a:close/>
                </a:path>
              </a:pathLst>
            </a:custGeom>
            <a:noFill/>
            <a:ln w="25400" algn="ctr">
              <a:noFill/>
              <a:miter lim="800000"/>
              <a:headEnd/>
              <a:tailEnd/>
            </a:ln>
            <a:effectLst>
              <a:outerShdw blurRad="63500" sx="102000" sy="102000" algn="ctr" rotWithShape="0">
                <a:prstClr val="black">
                  <a:alpha val="21000"/>
                </a:prstClr>
              </a:outerShdw>
            </a:effectLst>
          </p:spPr>
          <p:txBody>
            <a:bodyPr wrap="square" lIns="0" tIns="72000" rIns="0" bIns="72000" rtlCol="0" anchor="ctr">
              <a:noAutofit/>
            </a:bodyPr>
            <a:lstStyle/>
            <a:p>
              <a:pPr algn="ctr" defTabSz="914400" fontAlgn="base">
                <a:spcBef>
                  <a:spcPct val="50000"/>
                </a:spcBef>
                <a:spcAft>
                  <a:spcPct val="0"/>
                </a:spcAft>
                <a:buClr>
                  <a:srgbClr val="F0AB00"/>
                </a:buClr>
                <a:buSzPct val="80000"/>
              </a:pPr>
              <a:r>
                <a:rPr lang="de-DE" sz="800" kern="0">
                  <a:solidFill>
                    <a:schemeClr val="bg1">
                      <a:lumMod val="85000"/>
                    </a:schemeClr>
                  </a:solidFill>
                  <a:latin typeface="72 Brand" panose="020B0504030603020204" pitchFamily="34" charset="0"/>
                  <a:ea typeface="Arial Unicode MS" pitchFamily="34" charset="-128"/>
                  <a:cs typeface="Arial Unicode MS" pitchFamily="34" charset="-128"/>
                </a:rPr>
                <a:t>Application Extension </a:t>
              </a:r>
              <a:br>
                <a:rPr lang="de-DE" sz="800" kern="0">
                  <a:solidFill>
                    <a:schemeClr val="bg1">
                      <a:lumMod val="85000"/>
                    </a:schemeClr>
                  </a:solidFill>
                  <a:latin typeface="72 Brand" panose="020B0504030603020204" pitchFamily="34" charset="0"/>
                  <a:ea typeface="Arial Unicode MS" pitchFamily="34" charset="-128"/>
                  <a:cs typeface="Arial Unicode MS" pitchFamily="34" charset="-128"/>
                </a:rPr>
              </a:br>
              <a:r>
                <a:rPr lang="de-DE" sz="800" kern="0">
                  <a:solidFill>
                    <a:schemeClr val="bg1">
                      <a:lumMod val="85000"/>
                    </a:schemeClr>
                  </a:solidFill>
                  <a:latin typeface="72 Brand" panose="020B0504030603020204" pitchFamily="34" charset="0"/>
                  <a:ea typeface="Arial Unicode MS" pitchFamily="34" charset="-128"/>
                  <a:cs typeface="Arial Unicode MS" pitchFamily="34" charset="-128"/>
                </a:rPr>
                <a:t>Use Case</a:t>
              </a:r>
            </a:p>
          </p:txBody>
        </p:sp>
        <p:sp>
          <p:nvSpPr>
            <p:cNvPr id="18" name="Freeform 17">
              <a:extLst>
                <a:ext uri="{FF2B5EF4-FFF2-40B4-BE49-F238E27FC236}">
                  <a16:creationId xmlns:a16="http://schemas.microsoft.com/office/drawing/2014/main" id="{446C123F-2FD0-C184-A1C8-F553BE6B43D6}"/>
                </a:ext>
              </a:extLst>
            </p:cNvPr>
            <p:cNvSpPr/>
            <p:nvPr/>
          </p:nvSpPr>
          <p:spPr bwMode="gray">
            <a:xfrm>
              <a:off x="8188021" y="-2890"/>
              <a:ext cx="1693552" cy="324119"/>
            </a:xfrm>
            <a:custGeom>
              <a:avLst/>
              <a:gdLst>
                <a:gd name="connsiteX0" fmla="*/ 0 w 1693552"/>
                <a:gd name="connsiteY0" fmla="*/ 0 h 585279"/>
                <a:gd name="connsiteX1" fmla="*/ 1693552 w 1693552"/>
                <a:gd name="connsiteY1" fmla="*/ 0 h 585279"/>
                <a:gd name="connsiteX2" fmla="*/ 1626106 w 1693552"/>
                <a:gd name="connsiteY2" fmla="*/ 88336 h 585279"/>
                <a:gd name="connsiteX3" fmla="*/ 1618916 w 1693552"/>
                <a:gd name="connsiteY3" fmla="*/ 127655 h 585279"/>
                <a:gd name="connsiteX4" fmla="*/ 1621837 w 1693552"/>
                <a:gd name="connsiteY4" fmla="*/ 142127 h 585279"/>
                <a:gd name="connsiteX5" fmla="*/ 1621837 w 1693552"/>
                <a:gd name="connsiteY5" fmla="*/ 496646 h 585279"/>
                <a:gd name="connsiteX6" fmla="*/ 1533204 w 1693552"/>
                <a:gd name="connsiteY6" fmla="*/ 585279 h 585279"/>
                <a:gd name="connsiteX7" fmla="*/ 167586 w 1693552"/>
                <a:gd name="connsiteY7" fmla="*/ 585279 h 585279"/>
                <a:gd name="connsiteX8" fmla="*/ 78953 w 1693552"/>
                <a:gd name="connsiteY8" fmla="*/ 496646 h 585279"/>
                <a:gd name="connsiteX9" fmla="*/ 78953 w 1693552"/>
                <a:gd name="connsiteY9" fmla="*/ 142127 h 585279"/>
                <a:gd name="connsiteX10" fmla="*/ 79555 w 1693552"/>
                <a:gd name="connsiteY10" fmla="*/ 139146 h 585279"/>
                <a:gd name="connsiteX11" fmla="*/ 70761 w 1693552"/>
                <a:gd name="connsiteY11" fmla="*/ 89697 h 585279"/>
                <a:gd name="connsiteX12" fmla="*/ 0 w 1693552"/>
                <a:gd name="connsiteY12" fmla="*/ 0 h 5852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3552" h="585279">
                  <a:moveTo>
                    <a:pt x="0" y="0"/>
                  </a:moveTo>
                  <a:lnTo>
                    <a:pt x="1693552" y="0"/>
                  </a:lnTo>
                  <a:cubicBezTo>
                    <a:pt x="1650342" y="38551"/>
                    <a:pt x="1635760" y="50388"/>
                    <a:pt x="1626106" y="88336"/>
                  </a:cubicBezTo>
                  <a:lnTo>
                    <a:pt x="1618916" y="127655"/>
                  </a:lnTo>
                  <a:lnTo>
                    <a:pt x="1621837" y="142127"/>
                  </a:lnTo>
                  <a:lnTo>
                    <a:pt x="1621837" y="496646"/>
                  </a:lnTo>
                  <a:cubicBezTo>
                    <a:pt x="1621837" y="545597"/>
                    <a:pt x="1582155" y="585279"/>
                    <a:pt x="1533204" y="585279"/>
                  </a:cubicBezTo>
                  <a:lnTo>
                    <a:pt x="167586" y="585279"/>
                  </a:lnTo>
                  <a:cubicBezTo>
                    <a:pt x="118635" y="585279"/>
                    <a:pt x="78953" y="545597"/>
                    <a:pt x="78953" y="496646"/>
                  </a:cubicBezTo>
                  <a:lnTo>
                    <a:pt x="78953" y="142127"/>
                  </a:lnTo>
                  <a:lnTo>
                    <a:pt x="79555" y="139146"/>
                  </a:lnTo>
                  <a:lnTo>
                    <a:pt x="70761" y="89697"/>
                  </a:lnTo>
                  <a:cubicBezTo>
                    <a:pt x="59377" y="48932"/>
                    <a:pt x="39986" y="35332"/>
                    <a:pt x="0" y="0"/>
                  </a:cubicBezTo>
                  <a:close/>
                </a:path>
              </a:pathLst>
            </a:custGeom>
            <a:solidFill>
              <a:srgbClr val="EBF5CB"/>
            </a:solidFill>
            <a:ln w="25400" algn="ctr">
              <a:noFill/>
              <a:miter lim="800000"/>
              <a:headEnd/>
              <a:tailEnd/>
            </a:ln>
            <a:effectLst/>
          </p:spPr>
          <p:txBody>
            <a:bodyPr wrap="square" lIns="0" tIns="72000" rIns="0" bIns="72000" rtlCol="0" anchor="ctr">
              <a:noAutofit/>
            </a:bodyPr>
            <a:lstStyle/>
            <a:p>
              <a:pPr algn="ctr" defTabSz="914400" fontAlgn="base">
                <a:spcBef>
                  <a:spcPct val="50000"/>
                </a:spcBef>
                <a:spcAft>
                  <a:spcPct val="0"/>
                </a:spcAft>
                <a:buClr>
                  <a:srgbClr val="F0AB00"/>
                </a:buClr>
                <a:buSzPct val="80000"/>
              </a:pPr>
              <a:r>
                <a:rPr lang="en-US" sz="800" kern="0">
                  <a:latin typeface="72 Brand" panose="020B0504030603020204" pitchFamily="34" charset="0"/>
                  <a:ea typeface="Arial Unicode MS" pitchFamily="34" charset="-128"/>
                  <a:cs typeface="Arial Unicode MS" pitchFamily="34" charset="-128"/>
                </a:rPr>
                <a:t>Business &amp; Context </a:t>
              </a:r>
              <a:br>
                <a:rPr lang="en-US" sz="800" kern="0">
                  <a:latin typeface="72 Brand" panose="020B0504030603020204" pitchFamily="34" charset="0"/>
                  <a:ea typeface="Arial Unicode MS" pitchFamily="34" charset="-128"/>
                  <a:cs typeface="Arial Unicode MS" pitchFamily="34" charset="-128"/>
                </a:rPr>
              </a:br>
              <a:r>
                <a:rPr lang="en-US" sz="800" kern="0">
                  <a:latin typeface="72 Brand" panose="020B0504030603020204" pitchFamily="34" charset="0"/>
                  <a:ea typeface="Arial Unicode MS" pitchFamily="34" charset="-128"/>
                  <a:cs typeface="Arial Unicode MS" pitchFamily="34" charset="-128"/>
                </a:rPr>
                <a:t>Requirement</a:t>
              </a:r>
            </a:p>
          </p:txBody>
        </p:sp>
        <p:sp>
          <p:nvSpPr>
            <p:cNvPr id="19" name="Freeform 18">
              <a:extLst>
                <a:ext uri="{FF2B5EF4-FFF2-40B4-BE49-F238E27FC236}">
                  <a16:creationId xmlns:a16="http://schemas.microsoft.com/office/drawing/2014/main" id="{DE67DBE7-6CF1-5E37-FE25-2672797B37FC}"/>
                </a:ext>
              </a:extLst>
            </p:cNvPr>
            <p:cNvSpPr/>
            <p:nvPr/>
          </p:nvSpPr>
          <p:spPr bwMode="gray">
            <a:xfrm>
              <a:off x="6445071" y="-2890"/>
              <a:ext cx="1693552" cy="324119"/>
            </a:xfrm>
            <a:custGeom>
              <a:avLst/>
              <a:gdLst>
                <a:gd name="connsiteX0" fmla="*/ 0 w 1693552"/>
                <a:gd name="connsiteY0" fmla="*/ 0 h 585279"/>
                <a:gd name="connsiteX1" fmla="*/ 1693552 w 1693552"/>
                <a:gd name="connsiteY1" fmla="*/ 0 h 585279"/>
                <a:gd name="connsiteX2" fmla="*/ 1626106 w 1693552"/>
                <a:gd name="connsiteY2" fmla="*/ 88336 h 585279"/>
                <a:gd name="connsiteX3" fmla="*/ 1618916 w 1693552"/>
                <a:gd name="connsiteY3" fmla="*/ 127655 h 585279"/>
                <a:gd name="connsiteX4" fmla="*/ 1621837 w 1693552"/>
                <a:gd name="connsiteY4" fmla="*/ 142127 h 585279"/>
                <a:gd name="connsiteX5" fmla="*/ 1621837 w 1693552"/>
                <a:gd name="connsiteY5" fmla="*/ 496646 h 585279"/>
                <a:gd name="connsiteX6" fmla="*/ 1533204 w 1693552"/>
                <a:gd name="connsiteY6" fmla="*/ 585279 h 585279"/>
                <a:gd name="connsiteX7" fmla="*/ 167586 w 1693552"/>
                <a:gd name="connsiteY7" fmla="*/ 585279 h 585279"/>
                <a:gd name="connsiteX8" fmla="*/ 78953 w 1693552"/>
                <a:gd name="connsiteY8" fmla="*/ 496646 h 585279"/>
                <a:gd name="connsiteX9" fmla="*/ 78953 w 1693552"/>
                <a:gd name="connsiteY9" fmla="*/ 142127 h 585279"/>
                <a:gd name="connsiteX10" fmla="*/ 79555 w 1693552"/>
                <a:gd name="connsiteY10" fmla="*/ 139146 h 585279"/>
                <a:gd name="connsiteX11" fmla="*/ 70761 w 1693552"/>
                <a:gd name="connsiteY11" fmla="*/ 89697 h 585279"/>
                <a:gd name="connsiteX12" fmla="*/ 0 w 1693552"/>
                <a:gd name="connsiteY12" fmla="*/ 0 h 5852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3552" h="585279">
                  <a:moveTo>
                    <a:pt x="0" y="0"/>
                  </a:moveTo>
                  <a:lnTo>
                    <a:pt x="1693552" y="0"/>
                  </a:lnTo>
                  <a:cubicBezTo>
                    <a:pt x="1650342" y="38551"/>
                    <a:pt x="1635760" y="50388"/>
                    <a:pt x="1626106" y="88336"/>
                  </a:cubicBezTo>
                  <a:lnTo>
                    <a:pt x="1618916" y="127655"/>
                  </a:lnTo>
                  <a:lnTo>
                    <a:pt x="1621837" y="142127"/>
                  </a:lnTo>
                  <a:lnTo>
                    <a:pt x="1621837" y="496646"/>
                  </a:lnTo>
                  <a:cubicBezTo>
                    <a:pt x="1621837" y="545597"/>
                    <a:pt x="1582155" y="585279"/>
                    <a:pt x="1533204" y="585279"/>
                  </a:cubicBezTo>
                  <a:lnTo>
                    <a:pt x="167586" y="585279"/>
                  </a:lnTo>
                  <a:cubicBezTo>
                    <a:pt x="118635" y="585279"/>
                    <a:pt x="78953" y="545597"/>
                    <a:pt x="78953" y="496646"/>
                  </a:cubicBezTo>
                  <a:lnTo>
                    <a:pt x="78953" y="142127"/>
                  </a:lnTo>
                  <a:lnTo>
                    <a:pt x="79555" y="139146"/>
                  </a:lnTo>
                  <a:lnTo>
                    <a:pt x="70761" y="89697"/>
                  </a:lnTo>
                  <a:cubicBezTo>
                    <a:pt x="59377" y="48932"/>
                    <a:pt x="39986" y="35332"/>
                    <a:pt x="0" y="0"/>
                  </a:cubicBezTo>
                  <a:close/>
                </a:path>
              </a:pathLst>
            </a:custGeom>
            <a:noFill/>
            <a:ln w="25400" algn="ctr">
              <a:noFill/>
              <a:miter lim="800000"/>
              <a:headEnd/>
              <a:tailEnd/>
            </a:ln>
            <a:effectLst>
              <a:outerShdw blurRad="63500" sx="102000" sy="102000" algn="ctr" rotWithShape="0">
                <a:prstClr val="black">
                  <a:alpha val="21000"/>
                </a:prstClr>
              </a:outerShdw>
            </a:effectLst>
          </p:spPr>
          <p:txBody>
            <a:bodyPr wrap="square" lIns="0" tIns="72000" rIns="0" bIns="72000" rtlCol="0" anchor="ctr">
              <a:noAutofit/>
            </a:bodyPr>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r>
                <a:rPr kumimoji="0" lang="en-DE" sz="800" i="0" u="none" strike="noStrike" kern="0" cap="none" spc="0" normalizeH="0" baseline="0" noProof="0">
                  <a:ln>
                    <a:noFill/>
                  </a:ln>
                  <a:solidFill>
                    <a:schemeClr val="bg1">
                      <a:lumMod val="85000"/>
                    </a:schemeClr>
                  </a:solidFill>
                  <a:effectLst/>
                  <a:uLnTx/>
                  <a:uFillTx/>
                  <a:latin typeface="72 Brand" panose="020B0504030603020204" pitchFamily="34" charset="0"/>
                  <a:ea typeface="Arial Unicode MS" pitchFamily="34" charset="-128"/>
                  <a:cs typeface="Arial Unicode MS" pitchFamily="34" charset="-128"/>
                </a:rPr>
                <a:t>System Context</a:t>
              </a:r>
            </a:p>
          </p:txBody>
        </p:sp>
      </p:grpSp>
      <p:sp>
        <p:nvSpPr>
          <p:cNvPr id="8" name="Rounded Rectangle 2">
            <a:extLst>
              <a:ext uri="{FF2B5EF4-FFF2-40B4-BE49-F238E27FC236}">
                <a16:creationId xmlns:a16="http://schemas.microsoft.com/office/drawing/2014/main" id="{3756518A-43A7-F399-9022-FE36C634F10B}"/>
              </a:ext>
            </a:extLst>
          </p:cNvPr>
          <p:cNvSpPr/>
          <p:nvPr/>
        </p:nvSpPr>
        <p:spPr bwMode="gray">
          <a:xfrm>
            <a:off x="513050" y="810962"/>
            <a:ext cx="1054885" cy="233316"/>
          </a:xfrm>
          <a:prstGeom prst="roundRect">
            <a:avLst>
              <a:gd name="adj" fmla="val 21664"/>
            </a:avLst>
          </a:prstGeom>
          <a:solidFill>
            <a:srgbClr val="36A41D"/>
          </a:solidFill>
          <a:ln w="19050" cap="rnd" cmpd="sng">
            <a:noFill/>
            <a:headEnd/>
            <a:tailEnd/>
          </a:ln>
          <a:effectLst/>
        </p:spPr>
        <p:style>
          <a:lnRef idx="3">
            <a:schemeClr val="lt1"/>
          </a:lnRef>
          <a:fillRef idx="1">
            <a:schemeClr val="accent6"/>
          </a:fillRef>
          <a:effectRef idx="1">
            <a:schemeClr val="accent6"/>
          </a:effectRef>
          <a:fontRef idx="minor">
            <a:schemeClr val="lt1"/>
          </a:fontRef>
        </p:style>
        <p:txBody>
          <a:bodyPr wrap="square" lIns="0" tIns="0" rIns="0" bIns="0" rtlCol="0" anchor="ctr">
            <a:noAutofit/>
          </a:bodyPr>
          <a:lstStyle/>
          <a:p>
            <a:pPr algn="ctr" fontAlgn="base">
              <a:spcBef>
                <a:spcPct val="50000"/>
              </a:spcBef>
              <a:spcAft>
                <a:spcPct val="0"/>
              </a:spcAft>
              <a:buClr>
                <a:srgbClr val="F0AB00"/>
              </a:buClr>
              <a:buSzPct val="80000"/>
            </a:pPr>
            <a:r>
              <a:rPr lang="en-US" sz="1000" kern="0">
                <a:solidFill>
                  <a:schemeClr val="bg1"/>
                </a:solidFill>
                <a:latin typeface="72 Brand" panose="020B0504030603020204" pitchFamily="34" charset="0"/>
                <a:ea typeface="Arial Unicode MS" pitchFamily="34" charset="-128"/>
                <a:cs typeface="Arial Unicode MS" pitchFamily="34" charset="-128"/>
                <a:sym typeface="Arial"/>
              </a:rPr>
              <a:t>Example</a:t>
            </a:r>
          </a:p>
        </p:txBody>
      </p:sp>
    </p:spTree>
    <p:extLst>
      <p:ext uri="{BB962C8B-B14F-4D97-AF65-F5344CB8AC3E}">
        <p14:creationId xmlns:p14="http://schemas.microsoft.com/office/powerpoint/2010/main" val="268473037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Gefaltete Ecke 7">
            <a:extLst>
              <a:ext uri="{FF2B5EF4-FFF2-40B4-BE49-F238E27FC236}">
                <a16:creationId xmlns:a16="http://schemas.microsoft.com/office/drawing/2014/main" id="{00C938A2-F689-5B66-B13C-BDA3855E78C5}"/>
              </a:ext>
            </a:extLst>
          </p:cNvPr>
          <p:cNvSpPr/>
          <p:nvPr/>
        </p:nvSpPr>
        <p:spPr bwMode="gray">
          <a:xfrm>
            <a:off x="504001" y="5196681"/>
            <a:ext cx="609400" cy="1074213"/>
          </a:xfrm>
          <a:prstGeom prst="rect">
            <a:avLst/>
          </a:prstGeom>
          <a:solidFill>
            <a:srgbClr val="EAECEE"/>
          </a:solidFill>
          <a:ln w="25400" algn="ctr">
            <a:noFill/>
            <a:miter lim="800000"/>
            <a:headEnd/>
            <a:tailEnd/>
          </a:ln>
        </p:spPr>
        <p:txBody>
          <a:bodyPr lIns="108000" tIns="144000" rIns="36000" bIns="36000" rtlCol="0" anchor="t" anchorCtr="0"/>
          <a:lstStyle/>
          <a:p>
            <a:pPr defTabSz="914400" fontAlgn="base">
              <a:spcBef>
                <a:spcPct val="50000"/>
              </a:spcBef>
              <a:spcAft>
                <a:spcPct val="0"/>
              </a:spcAft>
              <a:buClr>
                <a:srgbClr val="F0AB00"/>
              </a:buClr>
              <a:buSzPct val="80000"/>
            </a:pPr>
            <a:r>
              <a:rPr lang="en-US" sz="650" b="1" kern="0">
                <a:latin typeface="72 Brand" panose="020B0504030603020204" pitchFamily="34" charset="0"/>
                <a:ea typeface="Arial Unicode MS" pitchFamily="34" charset="-128"/>
                <a:cs typeface="Arial Unicode MS" pitchFamily="34" charset="-128"/>
              </a:rPr>
              <a:t>Required Data</a:t>
            </a:r>
            <a:endParaRPr kumimoji="0" lang="en-US" sz="650" b="1" i="0" u="none" strike="noStrike" kern="0" cap="none" spc="0" normalizeH="0" baseline="0" noProof="0">
              <a:ln>
                <a:noFill/>
              </a:ln>
              <a:effectLst/>
              <a:uLnTx/>
              <a:uFillTx/>
              <a:latin typeface="72 Brand" panose="020B0504030603020204" pitchFamily="34" charset="0"/>
              <a:ea typeface="Arial Unicode MS" pitchFamily="34" charset="-128"/>
              <a:cs typeface="Arial Unicode MS" pitchFamily="34" charset="-128"/>
            </a:endParaRPr>
          </a:p>
        </p:txBody>
      </p:sp>
      <p:sp>
        <p:nvSpPr>
          <p:cNvPr id="210" name="Gefaltete Ecke 6">
            <a:extLst>
              <a:ext uri="{FF2B5EF4-FFF2-40B4-BE49-F238E27FC236}">
                <a16:creationId xmlns:a16="http://schemas.microsoft.com/office/drawing/2014/main" id="{A5227389-BD2B-6252-1712-571E29397015}"/>
              </a:ext>
            </a:extLst>
          </p:cNvPr>
          <p:cNvSpPr/>
          <p:nvPr/>
        </p:nvSpPr>
        <p:spPr bwMode="gray">
          <a:xfrm>
            <a:off x="1211304" y="5197295"/>
            <a:ext cx="1185118" cy="1074213"/>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Sales order (draft)</a:t>
            </a:r>
          </a:p>
        </p:txBody>
      </p:sp>
      <p:sp>
        <p:nvSpPr>
          <p:cNvPr id="208" name="Gefaltete Ecke 6">
            <a:extLst>
              <a:ext uri="{FF2B5EF4-FFF2-40B4-BE49-F238E27FC236}">
                <a16:creationId xmlns:a16="http://schemas.microsoft.com/office/drawing/2014/main" id="{C24A3CD1-BF74-0420-BD9D-239E02ABEA14}"/>
              </a:ext>
            </a:extLst>
          </p:cNvPr>
          <p:cNvSpPr/>
          <p:nvPr/>
        </p:nvSpPr>
        <p:spPr bwMode="gray">
          <a:xfrm>
            <a:off x="2488049" y="5197295"/>
            <a:ext cx="1185118" cy="1074213"/>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Product master</a:t>
            </a:r>
          </a:p>
        </p:txBody>
      </p:sp>
      <p:sp>
        <p:nvSpPr>
          <p:cNvPr id="194" name="Gefaltete Ecke 6">
            <a:extLst>
              <a:ext uri="{FF2B5EF4-FFF2-40B4-BE49-F238E27FC236}">
                <a16:creationId xmlns:a16="http://schemas.microsoft.com/office/drawing/2014/main" id="{B059A884-58F4-53DC-0EB2-909EC25F8F47}"/>
              </a:ext>
            </a:extLst>
          </p:cNvPr>
          <p:cNvSpPr/>
          <p:nvPr/>
        </p:nvSpPr>
        <p:spPr bwMode="gray">
          <a:xfrm>
            <a:off x="3864432" y="5197295"/>
            <a:ext cx="1185118" cy="1074213"/>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Sales order (draft)</a:t>
            </a:r>
          </a:p>
        </p:txBody>
      </p:sp>
      <p:sp>
        <p:nvSpPr>
          <p:cNvPr id="192" name="Gefaltete Ecke 6">
            <a:extLst>
              <a:ext uri="{FF2B5EF4-FFF2-40B4-BE49-F238E27FC236}">
                <a16:creationId xmlns:a16="http://schemas.microsoft.com/office/drawing/2014/main" id="{AC009E6B-46AF-5E4D-0AE0-3A167F76544E}"/>
              </a:ext>
            </a:extLst>
          </p:cNvPr>
          <p:cNvSpPr/>
          <p:nvPr/>
        </p:nvSpPr>
        <p:spPr bwMode="gray">
          <a:xfrm>
            <a:off x="5141177" y="5197295"/>
            <a:ext cx="1185118" cy="1074213"/>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Business partner</a:t>
            </a:r>
          </a:p>
        </p:txBody>
      </p:sp>
      <p:sp>
        <p:nvSpPr>
          <p:cNvPr id="178" name="Gefaltete Ecke 6">
            <a:extLst>
              <a:ext uri="{FF2B5EF4-FFF2-40B4-BE49-F238E27FC236}">
                <a16:creationId xmlns:a16="http://schemas.microsoft.com/office/drawing/2014/main" id="{71978B41-4BBF-EF38-60C7-A0D43139B959}"/>
              </a:ext>
            </a:extLst>
          </p:cNvPr>
          <p:cNvSpPr/>
          <p:nvPr/>
        </p:nvSpPr>
        <p:spPr bwMode="gray">
          <a:xfrm>
            <a:off x="6563901" y="5197295"/>
            <a:ext cx="1185118" cy="1074213"/>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endParaRPr lang="en-US" sz="1050">
              <a:latin typeface="72 Brand" panose="020B0504030603020204" pitchFamily="34" charset="0"/>
              <a:cs typeface="Arial" panose="020B0604020202020204" pitchFamily="34" charset="0"/>
            </a:endParaRPr>
          </a:p>
        </p:txBody>
      </p:sp>
      <p:sp>
        <p:nvSpPr>
          <p:cNvPr id="176" name="Gefaltete Ecke 6">
            <a:extLst>
              <a:ext uri="{FF2B5EF4-FFF2-40B4-BE49-F238E27FC236}">
                <a16:creationId xmlns:a16="http://schemas.microsoft.com/office/drawing/2014/main" id="{2989DC18-5ADE-63C4-C6F6-871BD7A218DD}"/>
              </a:ext>
            </a:extLst>
          </p:cNvPr>
          <p:cNvSpPr/>
          <p:nvPr/>
        </p:nvSpPr>
        <p:spPr bwMode="gray">
          <a:xfrm>
            <a:off x="7840646" y="5197295"/>
            <a:ext cx="1185118" cy="1074213"/>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Sales order (draft)</a:t>
            </a:r>
          </a:p>
        </p:txBody>
      </p:sp>
      <p:sp>
        <p:nvSpPr>
          <p:cNvPr id="162" name="Gefaltete Ecke 6">
            <a:extLst>
              <a:ext uri="{FF2B5EF4-FFF2-40B4-BE49-F238E27FC236}">
                <a16:creationId xmlns:a16="http://schemas.microsoft.com/office/drawing/2014/main" id="{316F7D8E-FE09-B98E-1EFB-AB415F9A5CBD}"/>
              </a:ext>
            </a:extLst>
          </p:cNvPr>
          <p:cNvSpPr/>
          <p:nvPr/>
        </p:nvSpPr>
        <p:spPr bwMode="gray">
          <a:xfrm>
            <a:off x="9228614" y="5197295"/>
            <a:ext cx="1185118" cy="1074213"/>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Sales order</a:t>
            </a:r>
          </a:p>
        </p:txBody>
      </p:sp>
      <p:sp>
        <p:nvSpPr>
          <p:cNvPr id="160" name="Gefaltete Ecke 6">
            <a:extLst>
              <a:ext uri="{FF2B5EF4-FFF2-40B4-BE49-F238E27FC236}">
                <a16:creationId xmlns:a16="http://schemas.microsoft.com/office/drawing/2014/main" id="{D58F577A-7629-60A8-6A50-889799E0A115}"/>
              </a:ext>
            </a:extLst>
          </p:cNvPr>
          <p:cNvSpPr/>
          <p:nvPr/>
        </p:nvSpPr>
        <p:spPr bwMode="gray">
          <a:xfrm>
            <a:off x="10505359" y="5197295"/>
            <a:ext cx="1185118" cy="1074213"/>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endParaRPr lang="en-US" sz="1050">
              <a:latin typeface="72 Brand" panose="020B0504030603020204" pitchFamily="34" charset="0"/>
              <a:cs typeface="Arial" panose="020B0604020202020204" pitchFamily="34" charset="0"/>
            </a:endParaRPr>
          </a:p>
        </p:txBody>
      </p:sp>
      <p:sp>
        <p:nvSpPr>
          <p:cNvPr id="214" name="Gefaltete Ecke 6">
            <a:extLst>
              <a:ext uri="{FF2B5EF4-FFF2-40B4-BE49-F238E27FC236}">
                <a16:creationId xmlns:a16="http://schemas.microsoft.com/office/drawing/2014/main" id="{801E7D3A-C9DF-24C6-E039-F854516FECEB}"/>
              </a:ext>
            </a:extLst>
          </p:cNvPr>
          <p:cNvSpPr/>
          <p:nvPr/>
        </p:nvSpPr>
        <p:spPr bwMode="gray">
          <a:xfrm>
            <a:off x="1211304" y="4024320"/>
            <a:ext cx="1185118" cy="1074213"/>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SAP BTP</a:t>
            </a:r>
          </a:p>
        </p:txBody>
      </p:sp>
      <p:sp>
        <p:nvSpPr>
          <p:cNvPr id="212" name="Gefaltete Ecke 6">
            <a:extLst>
              <a:ext uri="{FF2B5EF4-FFF2-40B4-BE49-F238E27FC236}">
                <a16:creationId xmlns:a16="http://schemas.microsoft.com/office/drawing/2014/main" id="{61424671-2CA6-66B6-02FB-564D34733FC1}"/>
              </a:ext>
            </a:extLst>
          </p:cNvPr>
          <p:cNvSpPr/>
          <p:nvPr/>
        </p:nvSpPr>
        <p:spPr bwMode="gray">
          <a:xfrm>
            <a:off x="2488049" y="4024320"/>
            <a:ext cx="1185118" cy="1074213"/>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SAP S/4HANA Cloud Public Edition</a:t>
            </a:r>
          </a:p>
        </p:txBody>
      </p:sp>
      <p:sp>
        <p:nvSpPr>
          <p:cNvPr id="198" name="Gefaltete Ecke 6">
            <a:extLst>
              <a:ext uri="{FF2B5EF4-FFF2-40B4-BE49-F238E27FC236}">
                <a16:creationId xmlns:a16="http://schemas.microsoft.com/office/drawing/2014/main" id="{528FB2F7-89FD-B32D-AAFB-A9C17BB52DBC}"/>
              </a:ext>
            </a:extLst>
          </p:cNvPr>
          <p:cNvSpPr/>
          <p:nvPr/>
        </p:nvSpPr>
        <p:spPr bwMode="gray">
          <a:xfrm>
            <a:off x="3864432" y="4024320"/>
            <a:ext cx="1185118" cy="1074213"/>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SAP BTP</a:t>
            </a:r>
          </a:p>
        </p:txBody>
      </p:sp>
      <p:sp>
        <p:nvSpPr>
          <p:cNvPr id="196" name="Gefaltete Ecke 6">
            <a:extLst>
              <a:ext uri="{FF2B5EF4-FFF2-40B4-BE49-F238E27FC236}">
                <a16:creationId xmlns:a16="http://schemas.microsoft.com/office/drawing/2014/main" id="{BEA58927-B446-6A0E-5F2F-728CD65124F8}"/>
              </a:ext>
            </a:extLst>
          </p:cNvPr>
          <p:cNvSpPr/>
          <p:nvPr/>
        </p:nvSpPr>
        <p:spPr bwMode="gray">
          <a:xfrm>
            <a:off x="5141177" y="4024320"/>
            <a:ext cx="1185118" cy="1074213"/>
          </a:xfrm>
          <a:prstGeom prst="rect">
            <a:avLst/>
          </a:prstGeom>
          <a:solidFill>
            <a:srgbClr val="EAECEE"/>
          </a:solidFill>
          <a:ln w="25400" algn="ctr">
            <a:noFill/>
            <a:miter lim="800000"/>
            <a:headEnd/>
            <a:tailEnd/>
          </a:ln>
        </p:spPr>
        <p:txBody>
          <a:bodyPr lIns="36000" tIns="72000" rIns="36000" bIns="0" rtlCol="0" anchor="ctr" anchorCtr="0"/>
          <a:lstStyle/>
          <a:p>
            <a:pPr algn="ctr" defTabSz="1088558">
              <a:defRPr/>
            </a:pPr>
            <a:r>
              <a:rPr lang="en-US" sz="1050" dirty="0">
                <a:latin typeface="72 Brand" panose="020B0504030603020204" pitchFamily="34" charset="0"/>
                <a:cs typeface="Arial" panose="020B0604020202020204" pitchFamily="34" charset="0"/>
              </a:rPr>
              <a:t>SAP S/4HANA Cloud Public Edition</a:t>
            </a:r>
          </a:p>
          <a:p>
            <a:pPr lvl="0" algn="ctr" defTabSz="1088558">
              <a:defRPr/>
            </a:pPr>
            <a:endParaRPr lang="en-US" sz="1050" dirty="0">
              <a:latin typeface="72 Brand" panose="020B0504030603020204" pitchFamily="34" charset="0"/>
              <a:cs typeface="Arial" panose="020B0604020202020204" pitchFamily="34" charset="0"/>
            </a:endParaRPr>
          </a:p>
        </p:txBody>
      </p:sp>
      <p:sp>
        <p:nvSpPr>
          <p:cNvPr id="182" name="Gefaltete Ecke 6">
            <a:extLst>
              <a:ext uri="{FF2B5EF4-FFF2-40B4-BE49-F238E27FC236}">
                <a16:creationId xmlns:a16="http://schemas.microsoft.com/office/drawing/2014/main" id="{3201E1E4-C336-AE8E-2BB2-3F9C55CA6209}"/>
              </a:ext>
            </a:extLst>
          </p:cNvPr>
          <p:cNvSpPr/>
          <p:nvPr/>
        </p:nvSpPr>
        <p:spPr bwMode="gray">
          <a:xfrm>
            <a:off x="6563901" y="4024320"/>
            <a:ext cx="1185118" cy="1074213"/>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SAP BTP</a:t>
            </a:r>
          </a:p>
        </p:txBody>
      </p:sp>
      <p:sp>
        <p:nvSpPr>
          <p:cNvPr id="180" name="Gefaltete Ecke 6">
            <a:extLst>
              <a:ext uri="{FF2B5EF4-FFF2-40B4-BE49-F238E27FC236}">
                <a16:creationId xmlns:a16="http://schemas.microsoft.com/office/drawing/2014/main" id="{AC9DCD63-F954-06E2-FC56-5497F5F88367}"/>
              </a:ext>
            </a:extLst>
          </p:cNvPr>
          <p:cNvSpPr/>
          <p:nvPr/>
        </p:nvSpPr>
        <p:spPr bwMode="gray">
          <a:xfrm>
            <a:off x="7840646" y="4024320"/>
            <a:ext cx="1185118" cy="1074213"/>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SAP BTP</a:t>
            </a:r>
          </a:p>
        </p:txBody>
      </p:sp>
      <p:sp>
        <p:nvSpPr>
          <p:cNvPr id="166" name="Gefaltete Ecke 6">
            <a:extLst>
              <a:ext uri="{FF2B5EF4-FFF2-40B4-BE49-F238E27FC236}">
                <a16:creationId xmlns:a16="http://schemas.microsoft.com/office/drawing/2014/main" id="{1F2BC434-5DB0-8FB7-2918-1585809817DD}"/>
              </a:ext>
            </a:extLst>
          </p:cNvPr>
          <p:cNvSpPr/>
          <p:nvPr/>
        </p:nvSpPr>
        <p:spPr bwMode="gray">
          <a:xfrm>
            <a:off x="9228614" y="4024320"/>
            <a:ext cx="1185118" cy="1074213"/>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SAP S/4HANA Cloud Public Edition</a:t>
            </a:r>
          </a:p>
        </p:txBody>
      </p:sp>
      <p:sp>
        <p:nvSpPr>
          <p:cNvPr id="164" name="Gefaltete Ecke 6">
            <a:extLst>
              <a:ext uri="{FF2B5EF4-FFF2-40B4-BE49-F238E27FC236}">
                <a16:creationId xmlns:a16="http://schemas.microsoft.com/office/drawing/2014/main" id="{68390661-B382-1F43-89AD-0F426E694EDF}"/>
              </a:ext>
            </a:extLst>
          </p:cNvPr>
          <p:cNvSpPr/>
          <p:nvPr/>
        </p:nvSpPr>
        <p:spPr bwMode="gray">
          <a:xfrm>
            <a:off x="10505359" y="4024320"/>
            <a:ext cx="1185118" cy="1074213"/>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endParaRPr lang="en-US" sz="1050">
              <a:latin typeface="72 Brand" panose="020B0504030603020204" pitchFamily="34" charset="0"/>
              <a:cs typeface="Arial" panose="020B0604020202020204" pitchFamily="34" charset="0"/>
            </a:endParaRPr>
          </a:p>
        </p:txBody>
      </p:sp>
      <p:sp>
        <p:nvSpPr>
          <p:cNvPr id="19" name="Gefaltete Ecke 7">
            <a:extLst>
              <a:ext uri="{FF2B5EF4-FFF2-40B4-BE49-F238E27FC236}">
                <a16:creationId xmlns:a16="http://schemas.microsoft.com/office/drawing/2014/main" id="{8B602AE7-CE95-583B-E700-8CFE87C70505}"/>
              </a:ext>
            </a:extLst>
          </p:cNvPr>
          <p:cNvSpPr/>
          <p:nvPr/>
        </p:nvSpPr>
        <p:spPr bwMode="gray">
          <a:xfrm>
            <a:off x="504001" y="4023705"/>
            <a:ext cx="609400" cy="1074214"/>
          </a:xfrm>
          <a:prstGeom prst="rect">
            <a:avLst/>
          </a:prstGeom>
          <a:solidFill>
            <a:srgbClr val="EAECEE"/>
          </a:solidFill>
          <a:ln w="25400" algn="ctr">
            <a:noFill/>
            <a:miter lim="800000"/>
            <a:headEnd/>
            <a:tailEnd/>
          </a:ln>
        </p:spPr>
        <p:txBody>
          <a:bodyPr lIns="108000" tIns="144000" rIns="36000" bIns="36000" rtlCol="0" anchor="t" anchorCtr="0"/>
          <a:lstStyle/>
          <a:p>
            <a:pPr defTabSz="914400" fontAlgn="base">
              <a:spcBef>
                <a:spcPct val="50000"/>
              </a:spcBef>
              <a:spcAft>
                <a:spcPct val="0"/>
              </a:spcAft>
              <a:buClr>
                <a:srgbClr val="F0AB00"/>
              </a:buClr>
              <a:buSzPct val="80000"/>
            </a:pPr>
            <a:r>
              <a:rPr lang="en-US" sz="650" b="1" kern="0">
                <a:latin typeface="72 Brand" panose="020B0504030603020204" pitchFamily="34" charset="0"/>
                <a:ea typeface="Arial Unicode MS" pitchFamily="34" charset="-128"/>
                <a:cs typeface="Arial Unicode MS" pitchFamily="34" charset="-128"/>
              </a:rPr>
              <a:t>System</a:t>
            </a:r>
            <a:endParaRPr kumimoji="0" lang="en-US" sz="650" b="1" i="0" u="none" strike="noStrike" kern="0" cap="none" spc="0" normalizeH="0" baseline="0" noProof="0">
              <a:ln>
                <a:noFill/>
              </a:ln>
              <a:effectLst/>
              <a:uLnTx/>
              <a:uFillTx/>
              <a:latin typeface="72 Brand" panose="020B0504030603020204" pitchFamily="34" charset="0"/>
              <a:ea typeface="Arial Unicode MS" pitchFamily="34" charset="-128"/>
              <a:cs typeface="Arial Unicode MS" pitchFamily="34" charset="-128"/>
            </a:endParaRPr>
          </a:p>
        </p:txBody>
      </p:sp>
      <p:sp>
        <p:nvSpPr>
          <p:cNvPr id="218" name="Gefaltete Ecke 6">
            <a:extLst>
              <a:ext uri="{FF2B5EF4-FFF2-40B4-BE49-F238E27FC236}">
                <a16:creationId xmlns:a16="http://schemas.microsoft.com/office/drawing/2014/main" id="{3E2EF56E-276D-13A2-BE91-D2E9A5547679}"/>
              </a:ext>
            </a:extLst>
          </p:cNvPr>
          <p:cNvSpPr/>
          <p:nvPr/>
        </p:nvSpPr>
        <p:spPr bwMode="gray">
          <a:xfrm>
            <a:off x="1211304" y="2860987"/>
            <a:ext cx="1185118" cy="1074213"/>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endParaRPr lang="en-US" sz="1050" dirty="0">
              <a:latin typeface="72 Brand" panose="020B0504030603020204" pitchFamily="34" charset="0"/>
              <a:cs typeface="Arial" panose="020B0604020202020204" pitchFamily="34" charset="0"/>
            </a:endParaRPr>
          </a:p>
        </p:txBody>
      </p:sp>
      <p:sp>
        <p:nvSpPr>
          <p:cNvPr id="216" name="Gefaltete Ecke 6">
            <a:extLst>
              <a:ext uri="{FF2B5EF4-FFF2-40B4-BE49-F238E27FC236}">
                <a16:creationId xmlns:a16="http://schemas.microsoft.com/office/drawing/2014/main" id="{1E38CAD8-E26F-229C-595D-D77217AEBCEA}"/>
              </a:ext>
            </a:extLst>
          </p:cNvPr>
          <p:cNvSpPr/>
          <p:nvPr/>
        </p:nvSpPr>
        <p:spPr bwMode="gray">
          <a:xfrm>
            <a:off x="2488049" y="2860987"/>
            <a:ext cx="1185118" cy="1074213"/>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Read product data</a:t>
            </a:r>
          </a:p>
        </p:txBody>
      </p:sp>
      <p:sp>
        <p:nvSpPr>
          <p:cNvPr id="202" name="Gefaltete Ecke 6">
            <a:extLst>
              <a:ext uri="{FF2B5EF4-FFF2-40B4-BE49-F238E27FC236}">
                <a16:creationId xmlns:a16="http://schemas.microsoft.com/office/drawing/2014/main" id="{6C4B5948-43BC-A555-DCD3-BAF01E6C4440}"/>
              </a:ext>
            </a:extLst>
          </p:cNvPr>
          <p:cNvSpPr/>
          <p:nvPr/>
        </p:nvSpPr>
        <p:spPr bwMode="gray">
          <a:xfrm>
            <a:off x="3864432" y="2860987"/>
            <a:ext cx="1185118" cy="1074213"/>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Quantity &gt; 10</a:t>
            </a:r>
          </a:p>
        </p:txBody>
      </p:sp>
      <p:sp>
        <p:nvSpPr>
          <p:cNvPr id="200" name="Gefaltete Ecke 6">
            <a:extLst>
              <a:ext uri="{FF2B5EF4-FFF2-40B4-BE49-F238E27FC236}">
                <a16:creationId xmlns:a16="http://schemas.microsoft.com/office/drawing/2014/main" id="{E90A698C-EBE6-AB74-DB7E-30B3B782AA2E}"/>
              </a:ext>
            </a:extLst>
          </p:cNvPr>
          <p:cNvSpPr/>
          <p:nvPr/>
        </p:nvSpPr>
        <p:spPr bwMode="gray">
          <a:xfrm>
            <a:off x="5141177" y="2860987"/>
            <a:ext cx="1185118" cy="1074213"/>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Get responsible sales manager </a:t>
            </a:r>
            <a:br>
              <a:rPr lang="en-US" sz="1050" dirty="0">
                <a:latin typeface="72 Brand" panose="020B0504030603020204" pitchFamily="34" charset="0"/>
                <a:cs typeface="Arial" panose="020B0604020202020204" pitchFamily="34" charset="0"/>
              </a:rPr>
            </a:br>
            <a:r>
              <a:rPr lang="en-US" sz="1050" dirty="0">
                <a:latin typeface="72 Brand" panose="020B0504030603020204" pitchFamily="34" charset="0"/>
                <a:cs typeface="Arial" panose="020B0604020202020204" pitchFamily="34" charset="0"/>
              </a:rPr>
              <a:t>name for approval</a:t>
            </a:r>
          </a:p>
        </p:txBody>
      </p:sp>
      <p:sp>
        <p:nvSpPr>
          <p:cNvPr id="186" name="Gefaltete Ecke 6">
            <a:extLst>
              <a:ext uri="{FF2B5EF4-FFF2-40B4-BE49-F238E27FC236}">
                <a16:creationId xmlns:a16="http://schemas.microsoft.com/office/drawing/2014/main" id="{79F3B85E-8A51-9432-378B-37E021A2F8B8}"/>
              </a:ext>
            </a:extLst>
          </p:cNvPr>
          <p:cNvSpPr/>
          <p:nvPr/>
        </p:nvSpPr>
        <p:spPr bwMode="gray">
          <a:xfrm>
            <a:off x="6563901" y="2860987"/>
            <a:ext cx="1185118" cy="1074213"/>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endParaRPr lang="en-US" sz="1050">
              <a:latin typeface="72 Brand" panose="020B0504030603020204" pitchFamily="34" charset="0"/>
              <a:cs typeface="Arial" panose="020B0604020202020204" pitchFamily="34" charset="0"/>
            </a:endParaRPr>
          </a:p>
        </p:txBody>
      </p:sp>
      <p:sp>
        <p:nvSpPr>
          <p:cNvPr id="184" name="Gefaltete Ecke 6">
            <a:extLst>
              <a:ext uri="{FF2B5EF4-FFF2-40B4-BE49-F238E27FC236}">
                <a16:creationId xmlns:a16="http://schemas.microsoft.com/office/drawing/2014/main" id="{780971B6-D582-A61E-4615-0D30F7067723}"/>
              </a:ext>
            </a:extLst>
          </p:cNvPr>
          <p:cNvSpPr/>
          <p:nvPr/>
        </p:nvSpPr>
        <p:spPr bwMode="gray">
          <a:xfrm>
            <a:off x="7840646" y="2860987"/>
            <a:ext cx="1185118" cy="1074213"/>
          </a:xfrm>
          <a:prstGeom prst="rect">
            <a:avLst/>
          </a:prstGeom>
          <a:solidFill>
            <a:srgbClr val="EAECEE"/>
          </a:solidFill>
          <a:ln w="25400" algn="ctr">
            <a:noFill/>
            <a:miter lim="800000"/>
            <a:headEnd/>
            <a:tailEnd/>
          </a:ln>
        </p:spPr>
        <p:txBody>
          <a:bodyPr lIns="36000" tIns="72000" rIns="36000" bIns="0" rtlCol="0" anchor="ctr" anchorCtr="0"/>
          <a:lstStyle/>
          <a:p>
            <a:pPr algn="ctr" defTabSz="1088558">
              <a:defRPr/>
            </a:pPr>
            <a:r>
              <a:rPr lang="en-US" sz="1050" dirty="0">
                <a:latin typeface="72 Brand" panose="020B0504030603020204" pitchFamily="34" charset="0"/>
                <a:cs typeface="Arial" panose="020B0604020202020204" pitchFamily="34" charset="0"/>
              </a:rPr>
              <a:t>Sales order approve or reject form</a:t>
            </a:r>
          </a:p>
        </p:txBody>
      </p:sp>
      <p:sp>
        <p:nvSpPr>
          <p:cNvPr id="170" name="Gefaltete Ecke 6">
            <a:extLst>
              <a:ext uri="{FF2B5EF4-FFF2-40B4-BE49-F238E27FC236}">
                <a16:creationId xmlns:a16="http://schemas.microsoft.com/office/drawing/2014/main" id="{50F3BD7F-3766-8EA2-9E99-FEF3B352AAB5}"/>
              </a:ext>
            </a:extLst>
          </p:cNvPr>
          <p:cNvSpPr/>
          <p:nvPr/>
        </p:nvSpPr>
        <p:spPr bwMode="gray">
          <a:xfrm>
            <a:off x="9228614" y="2860987"/>
            <a:ext cx="1185118" cy="1074213"/>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Post sales order</a:t>
            </a:r>
          </a:p>
        </p:txBody>
      </p:sp>
      <p:sp>
        <p:nvSpPr>
          <p:cNvPr id="168" name="Gefaltete Ecke 6">
            <a:extLst>
              <a:ext uri="{FF2B5EF4-FFF2-40B4-BE49-F238E27FC236}">
                <a16:creationId xmlns:a16="http://schemas.microsoft.com/office/drawing/2014/main" id="{67F4E330-D4DA-BB70-9E21-3C791A19A5C1}"/>
              </a:ext>
            </a:extLst>
          </p:cNvPr>
          <p:cNvSpPr/>
          <p:nvPr/>
        </p:nvSpPr>
        <p:spPr bwMode="gray">
          <a:xfrm>
            <a:off x="10505359" y="2860987"/>
            <a:ext cx="1185118" cy="1074213"/>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endParaRPr lang="en-US" sz="1050">
              <a:latin typeface="72 Brand" panose="020B0504030603020204" pitchFamily="34" charset="0"/>
              <a:cs typeface="Arial" panose="020B0604020202020204" pitchFamily="34" charset="0"/>
            </a:endParaRPr>
          </a:p>
        </p:txBody>
      </p:sp>
      <p:sp>
        <p:nvSpPr>
          <p:cNvPr id="16" name="Gefaltete Ecke 7">
            <a:extLst>
              <a:ext uri="{FF2B5EF4-FFF2-40B4-BE49-F238E27FC236}">
                <a16:creationId xmlns:a16="http://schemas.microsoft.com/office/drawing/2014/main" id="{88424FC2-3AB9-9288-8F15-EA9D1C9AA346}"/>
              </a:ext>
            </a:extLst>
          </p:cNvPr>
          <p:cNvSpPr/>
          <p:nvPr/>
        </p:nvSpPr>
        <p:spPr bwMode="gray">
          <a:xfrm>
            <a:off x="504001" y="2859759"/>
            <a:ext cx="609400" cy="1074827"/>
          </a:xfrm>
          <a:prstGeom prst="rect">
            <a:avLst/>
          </a:prstGeom>
          <a:solidFill>
            <a:srgbClr val="EAECEE"/>
          </a:solidFill>
          <a:ln w="25400" algn="ctr">
            <a:noFill/>
            <a:miter lim="800000"/>
            <a:headEnd/>
            <a:tailEnd/>
          </a:ln>
        </p:spPr>
        <p:txBody>
          <a:bodyPr lIns="108000" tIns="144000" rIns="36000" bIns="36000" rtlCol="0" anchor="t" anchorCtr="0"/>
          <a:lstStyle/>
          <a:p>
            <a:pPr defTabSz="914400" fontAlgn="base">
              <a:spcBef>
                <a:spcPct val="50000"/>
              </a:spcBef>
              <a:spcAft>
                <a:spcPct val="0"/>
              </a:spcAft>
              <a:buClr>
                <a:srgbClr val="F0AB00"/>
              </a:buClr>
              <a:buSzPct val="80000"/>
            </a:pPr>
            <a:r>
              <a:rPr lang="en-US" sz="650" b="1" kern="0">
                <a:latin typeface="72 Brand" panose="020B0504030603020204" pitchFamily="34" charset="0"/>
                <a:ea typeface="Arial Unicode MS" pitchFamily="34" charset="-128"/>
                <a:cs typeface="Arial Unicode MS" pitchFamily="34" charset="-128"/>
              </a:rPr>
              <a:t>Application Logic</a:t>
            </a:r>
            <a:endParaRPr kumimoji="0" lang="en-US" sz="650" b="1" i="0" u="none" strike="noStrike" kern="0" cap="none" spc="0" normalizeH="0" baseline="0" noProof="0">
              <a:ln>
                <a:noFill/>
              </a:ln>
              <a:effectLst/>
              <a:uLnTx/>
              <a:uFillTx/>
              <a:latin typeface="72 Brand" panose="020B0504030603020204" pitchFamily="34" charset="0"/>
              <a:ea typeface="Arial Unicode MS" pitchFamily="34" charset="-128"/>
              <a:cs typeface="Arial Unicode MS" pitchFamily="34" charset="-128"/>
            </a:endParaRPr>
          </a:p>
        </p:txBody>
      </p:sp>
      <p:sp>
        <p:nvSpPr>
          <p:cNvPr id="220" name="Gefaltete Ecke 6">
            <a:extLst>
              <a:ext uri="{FF2B5EF4-FFF2-40B4-BE49-F238E27FC236}">
                <a16:creationId xmlns:a16="http://schemas.microsoft.com/office/drawing/2014/main" id="{86DB46A0-7822-837D-624B-91C9C98FAC06}"/>
              </a:ext>
            </a:extLst>
          </p:cNvPr>
          <p:cNvSpPr/>
          <p:nvPr/>
        </p:nvSpPr>
        <p:spPr bwMode="gray">
          <a:xfrm>
            <a:off x="2488049" y="1702119"/>
            <a:ext cx="1185118" cy="1074213"/>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Display product data on UI</a:t>
            </a:r>
          </a:p>
        </p:txBody>
      </p:sp>
      <p:sp>
        <p:nvSpPr>
          <p:cNvPr id="222" name="Gefaltete Ecke 6">
            <a:extLst>
              <a:ext uri="{FF2B5EF4-FFF2-40B4-BE49-F238E27FC236}">
                <a16:creationId xmlns:a16="http://schemas.microsoft.com/office/drawing/2014/main" id="{E406BD1F-E637-1BCD-B77B-D9E41EFE1C12}"/>
              </a:ext>
            </a:extLst>
          </p:cNvPr>
          <p:cNvSpPr/>
          <p:nvPr/>
        </p:nvSpPr>
        <p:spPr bwMode="gray">
          <a:xfrm>
            <a:off x="1211304" y="1702119"/>
            <a:ext cx="1185118" cy="1074213"/>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solidFill>
                  <a:srgbClr val="12171C"/>
                </a:solidFill>
                <a:latin typeface="72 Brand" panose="020B0504030603020204" pitchFamily="34" charset="0"/>
                <a:cs typeface="Times New Roman"/>
              </a:rPr>
              <a:t>Internal sales rep enters sales order data</a:t>
            </a:r>
            <a:endParaRPr lang="en-US" sz="1050" dirty="0">
              <a:latin typeface="72 Brand" panose="020B0504030603020204" pitchFamily="34" charset="0"/>
              <a:cs typeface="Arial" panose="020B0604020202020204" pitchFamily="34" charset="0"/>
            </a:endParaRPr>
          </a:p>
        </p:txBody>
      </p:sp>
      <p:sp>
        <p:nvSpPr>
          <p:cNvPr id="206" name="Gefaltete Ecke 6">
            <a:extLst>
              <a:ext uri="{FF2B5EF4-FFF2-40B4-BE49-F238E27FC236}">
                <a16:creationId xmlns:a16="http://schemas.microsoft.com/office/drawing/2014/main" id="{CA015311-1335-EC25-7B6F-85CDD2278127}"/>
              </a:ext>
            </a:extLst>
          </p:cNvPr>
          <p:cNvSpPr/>
          <p:nvPr/>
        </p:nvSpPr>
        <p:spPr bwMode="gray">
          <a:xfrm>
            <a:off x="3864432" y="1702119"/>
            <a:ext cx="1185118" cy="1074213"/>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Internal sales rep triggers approval process</a:t>
            </a:r>
          </a:p>
        </p:txBody>
      </p:sp>
      <p:sp>
        <p:nvSpPr>
          <p:cNvPr id="12" name="Titel 11">
            <a:extLst>
              <a:ext uri="{FF2B5EF4-FFF2-40B4-BE49-F238E27FC236}">
                <a16:creationId xmlns:a16="http://schemas.microsoft.com/office/drawing/2014/main" id="{E14C9C34-2B28-A735-A308-2B7CAE2FE2DF}"/>
              </a:ext>
            </a:extLst>
          </p:cNvPr>
          <p:cNvSpPr>
            <a:spLocks noGrp="1"/>
          </p:cNvSpPr>
          <p:nvPr>
            <p:ph type="title"/>
          </p:nvPr>
        </p:nvSpPr>
        <p:spPr>
          <a:xfrm>
            <a:off x="504001" y="504000"/>
            <a:ext cx="11186476" cy="307777"/>
          </a:xfrm>
        </p:spPr>
        <p:txBody>
          <a:bodyPr/>
          <a:lstStyle/>
          <a:p>
            <a:r>
              <a:rPr lang="en-US" sz="2000" dirty="0">
                <a:solidFill>
                  <a:srgbClr val="000000"/>
                </a:solidFill>
                <a:latin typeface="+mj-lt"/>
              </a:rPr>
              <a:t>III. Application Extension Use Case Scene - </a:t>
            </a:r>
            <a:r>
              <a:rPr lang="en-US" sz="2000" dirty="0">
                <a:solidFill>
                  <a:srgbClr val="12171C"/>
                </a:solidFill>
              </a:rPr>
              <a:t>Sales order process extension</a:t>
            </a:r>
            <a:endParaRPr lang="en-US" sz="2000" dirty="0">
              <a:solidFill>
                <a:srgbClr val="3A8A15"/>
              </a:solidFill>
              <a:latin typeface="+mj-lt"/>
            </a:endParaRPr>
          </a:p>
        </p:txBody>
      </p:sp>
      <p:sp>
        <p:nvSpPr>
          <p:cNvPr id="217" name="Gefaltete Ecke 6">
            <a:extLst>
              <a:ext uri="{FF2B5EF4-FFF2-40B4-BE49-F238E27FC236}">
                <a16:creationId xmlns:a16="http://schemas.microsoft.com/office/drawing/2014/main" id="{B2BE6874-298E-B1B4-8737-AF8552410A2E}"/>
              </a:ext>
            </a:extLst>
          </p:cNvPr>
          <p:cNvSpPr/>
          <p:nvPr/>
        </p:nvSpPr>
        <p:spPr bwMode="gray">
          <a:xfrm>
            <a:off x="1172022" y="2859759"/>
            <a:ext cx="44025" cy="1074213"/>
          </a:xfrm>
          <a:prstGeom prst="rect">
            <a:avLst/>
          </a:prstGeom>
          <a:solidFill>
            <a:srgbClr val="FFC933"/>
          </a:solidFill>
          <a:ln w="25400" algn="ctr">
            <a:noFill/>
            <a:miter lim="800000"/>
            <a:headEnd/>
            <a:tailEnd/>
          </a:ln>
        </p:spPr>
        <p:txBody>
          <a:bodyPr lIns="36000" tIns="72000" rIns="36000" bIns="0" rtlCol="0" anchor="ctr" anchorCtr="0"/>
          <a:lstStyle/>
          <a:p>
            <a:pPr lvl="0" algn="ctr" defTabSz="1088558">
              <a:defRPr/>
            </a:pPr>
            <a:endParaRPr lang="en-US" sz="1050">
              <a:latin typeface="72 Brand" panose="020B0504030603020204" pitchFamily="34" charset="0"/>
              <a:cs typeface="Arial" panose="020B0604020202020204" pitchFamily="34" charset="0"/>
            </a:endParaRPr>
          </a:p>
        </p:txBody>
      </p:sp>
      <p:sp>
        <p:nvSpPr>
          <p:cNvPr id="215" name="Gefaltete Ecke 6">
            <a:extLst>
              <a:ext uri="{FF2B5EF4-FFF2-40B4-BE49-F238E27FC236}">
                <a16:creationId xmlns:a16="http://schemas.microsoft.com/office/drawing/2014/main" id="{03D99F44-78FD-E0DF-20F0-A05D196FAA92}"/>
              </a:ext>
            </a:extLst>
          </p:cNvPr>
          <p:cNvSpPr/>
          <p:nvPr/>
        </p:nvSpPr>
        <p:spPr bwMode="gray">
          <a:xfrm>
            <a:off x="2448767" y="2859759"/>
            <a:ext cx="44025" cy="1074213"/>
          </a:xfrm>
          <a:prstGeom prst="rect">
            <a:avLst/>
          </a:prstGeom>
          <a:solidFill>
            <a:srgbClr val="FFC933"/>
          </a:solidFill>
          <a:ln w="25400" algn="ctr">
            <a:noFill/>
            <a:miter lim="800000"/>
            <a:headEnd/>
            <a:tailEnd/>
          </a:ln>
        </p:spPr>
        <p:txBody>
          <a:bodyPr lIns="36000" tIns="72000" rIns="36000" bIns="0" rtlCol="0" anchor="ctr" anchorCtr="0"/>
          <a:lstStyle/>
          <a:p>
            <a:pPr lvl="0" algn="ctr" defTabSz="1088558">
              <a:defRPr/>
            </a:pPr>
            <a:endParaRPr lang="en-US" sz="1050">
              <a:latin typeface="72 Brand" panose="020B0504030603020204" pitchFamily="34" charset="0"/>
              <a:cs typeface="Arial" panose="020B0604020202020204" pitchFamily="34" charset="0"/>
            </a:endParaRPr>
          </a:p>
        </p:txBody>
      </p:sp>
      <p:sp>
        <p:nvSpPr>
          <p:cNvPr id="213" name="Gefaltete Ecke 6">
            <a:extLst>
              <a:ext uri="{FF2B5EF4-FFF2-40B4-BE49-F238E27FC236}">
                <a16:creationId xmlns:a16="http://schemas.microsoft.com/office/drawing/2014/main" id="{7CE5265F-4413-8F1C-0F3D-F91CDE02BDB4}"/>
              </a:ext>
            </a:extLst>
          </p:cNvPr>
          <p:cNvSpPr/>
          <p:nvPr/>
        </p:nvSpPr>
        <p:spPr bwMode="gray">
          <a:xfrm>
            <a:off x="1172022" y="4023092"/>
            <a:ext cx="44025" cy="1074213"/>
          </a:xfrm>
          <a:prstGeom prst="rect">
            <a:avLst/>
          </a:prstGeom>
          <a:solidFill>
            <a:srgbClr val="1B90FF"/>
          </a:solidFill>
          <a:ln w="25400" algn="ctr">
            <a:noFill/>
            <a:miter lim="800000"/>
            <a:headEnd/>
            <a:tailEnd/>
          </a:ln>
        </p:spPr>
        <p:txBody>
          <a:bodyPr lIns="36000" tIns="72000" rIns="36000" bIns="0" rtlCol="0" anchor="ctr" anchorCtr="0"/>
          <a:lstStyle/>
          <a:p>
            <a:pPr lvl="0" algn="ctr" defTabSz="1088558">
              <a:defRPr/>
            </a:pPr>
            <a:endParaRPr lang="en-US" sz="1050">
              <a:latin typeface="72 Brand" panose="020B0504030603020204" pitchFamily="34" charset="0"/>
              <a:cs typeface="Arial" panose="020B0604020202020204" pitchFamily="34" charset="0"/>
            </a:endParaRPr>
          </a:p>
        </p:txBody>
      </p:sp>
      <p:sp>
        <p:nvSpPr>
          <p:cNvPr id="211" name="Gefaltete Ecke 6">
            <a:extLst>
              <a:ext uri="{FF2B5EF4-FFF2-40B4-BE49-F238E27FC236}">
                <a16:creationId xmlns:a16="http://schemas.microsoft.com/office/drawing/2014/main" id="{EF327C87-BC06-0190-A457-56A69F842026}"/>
              </a:ext>
            </a:extLst>
          </p:cNvPr>
          <p:cNvSpPr/>
          <p:nvPr/>
        </p:nvSpPr>
        <p:spPr bwMode="gray">
          <a:xfrm>
            <a:off x="2448767" y="4023092"/>
            <a:ext cx="44025" cy="1074213"/>
          </a:xfrm>
          <a:prstGeom prst="rect">
            <a:avLst/>
          </a:prstGeom>
          <a:solidFill>
            <a:srgbClr val="1B90FF"/>
          </a:solidFill>
          <a:ln w="25400" algn="ctr">
            <a:noFill/>
            <a:miter lim="800000"/>
            <a:headEnd/>
            <a:tailEnd/>
          </a:ln>
        </p:spPr>
        <p:txBody>
          <a:bodyPr lIns="36000" tIns="72000" rIns="36000" bIns="0" rtlCol="0" anchor="ctr" anchorCtr="0"/>
          <a:lstStyle/>
          <a:p>
            <a:pPr lvl="0" algn="ctr" defTabSz="1088558">
              <a:defRPr/>
            </a:pPr>
            <a:endParaRPr lang="en-US" sz="1050">
              <a:latin typeface="72 Brand" panose="020B0504030603020204" pitchFamily="34" charset="0"/>
              <a:cs typeface="Arial" panose="020B0604020202020204" pitchFamily="34" charset="0"/>
            </a:endParaRPr>
          </a:p>
        </p:txBody>
      </p:sp>
      <p:sp>
        <p:nvSpPr>
          <p:cNvPr id="209" name="Gefaltete Ecke 6">
            <a:extLst>
              <a:ext uri="{FF2B5EF4-FFF2-40B4-BE49-F238E27FC236}">
                <a16:creationId xmlns:a16="http://schemas.microsoft.com/office/drawing/2014/main" id="{5E97016F-C8F6-FD94-A197-F9708E4018E4}"/>
              </a:ext>
            </a:extLst>
          </p:cNvPr>
          <p:cNvSpPr/>
          <p:nvPr/>
        </p:nvSpPr>
        <p:spPr bwMode="gray">
          <a:xfrm>
            <a:off x="1172022" y="5196067"/>
            <a:ext cx="44025" cy="1074213"/>
          </a:xfrm>
          <a:prstGeom prst="rect">
            <a:avLst/>
          </a:prstGeom>
          <a:solidFill>
            <a:srgbClr val="7858FF"/>
          </a:solidFill>
          <a:ln w="25400" algn="ctr">
            <a:noFill/>
            <a:miter lim="800000"/>
            <a:headEnd/>
            <a:tailEnd/>
          </a:ln>
        </p:spPr>
        <p:txBody>
          <a:bodyPr lIns="36000" tIns="72000" rIns="36000" bIns="0" rtlCol="0" anchor="ctr" anchorCtr="0"/>
          <a:lstStyle/>
          <a:p>
            <a:pPr lvl="0" algn="ctr" defTabSz="1088558">
              <a:defRPr/>
            </a:pPr>
            <a:endParaRPr lang="en-US" sz="1050">
              <a:latin typeface="72 Brand" panose="020B0504030603020204" pitchFamily="34" charset="0"/>
              <a:cs typeface="Arial" panose="020B0604020202020204" pitchFamily="34" charset="0"/>
            </a:endParaRPr>
          </a:p>
        </p:txBody>
      </p:sp>
      <p:sp>
        <p:nvSpPr>
          <p:cNvPr id="207" name="Gefaltete Ecke 6">
            <a:extLst>
              <a:ext uri="{FF2B5EF4-FFF2-40B4-BE49-F238E27FC236}">
                <a16:creationId xmlns:a16="http://schemas.microsoft.com/office/drawing/2014/main" id="{715FD3A1-40C6-D787-B03E-724C0A9F27C7}"/>
              </a:ext>
            </a:extLst>
          </p:cNvPr>
          <p:cNvSpPr/>
          <p:nvPr/>
        </p:nvSpPr>
        <p:spPr bwMode="gray">
          <a:xfrm>
            <a:off x="2448767" y="5196067"/>
            <a:ext cx="44025" cy="1074213"/>
          </a:xfrm>
          <a:prstGeom prst="rect">
            <a:avLst/>
          </a:prstGeom>
          <a:solidFill>
            <a:srgbClr val="7858FF"/>
          </a:solidFill>
          <a:ln w="25400" algn="ctr">
            <a:noFill/>
            <a:miter lim="800000"/>
            <a:headEnd/>
            <a:tailEnd/>
          </a:ln>
        </p:spPr>
        <p:txBody>
          <a:bodyPr lIns="36000" tIns="72000" rIns="36000" bIns="0" rtlCol="0" anchor="ctr" anchorCtr="0"/>
          <a:lstStyle/>
          <a:p>
            <a:pPr lvl="0" algn="ctr" defTabSz="1088558">
              <a:defRPr/>
            </a:pPr>
            <a:endParaRPr lang="en-US" sz="1050">
              <a:latin typeface="72 Brand" panose="020B0504030603020204" pitchFamily="34" charset="0"/>
              <a:cs typeface="Arial" panose="020B0604020202020204" pitchFamily="34" charset="0"/>
            </a:endParaRPr>
          </a:p>
        </p:txBody>
      </p:sp>
      <p:sp>
        <p:nvSpPr>
          <p:cNvPr id="201" name="Gefaltete Ecke 6">
            <a:extLst>
              <a:ext uri="{FF2B5EF4-FFF2-40B4-BE49-F238E27FC236}">
                <a16:creationId xmlns:a16="http://schemas.microsoft.com/office/drawing/2014/main" id="{C1E30064-227D-988B-3081-29A60F8D807B}"/>
              </a:ext>
            </a:extLst>
          </p:cNvPr>
          <p:cNvSpPr/>
          <p:nvPr/>
        </p:nvSpPr>
        <p:spPr bwMode="gray">
          <a:xfrm>
            <a:off x="3825150" y="2859759"/>
            <a:ext cx="44025" cy="1074213"/>
          </a:xfrm>
          <a:prstGeom prst="rect">
            <a:avLst/>
          </a:prstGeom>
          <a:solidFill>
            <a:srgbClr val="FFC933"/>
          </a:solidFill>
          <a:ln w="25400" algn="ctr">
            <a:noFill/>
            <a:miter lim="800000"/>
            <a:headEnd/>
            <a:tailEnd/>
          </a:ln>
        </p:spPr>
        <p:txBody>
          <a:bodyPr lIns="36000" tIns="72000" rIns="36000" bIns="0" rtlCol="0" anchor="ctr" anchorCtr="0"/>
          <a:lstStyle/>
          <a:p>
            <a:pPr lvl="0" algn="ctr" defTabSz="1088558">
              <a:defRPr/>
            </a:pPr>
            <a:endParaRPr lang="en-US" sz="1050">
              <a:latin typeface="72 Brand" panose="020B0504030603020204" pitchFamily="34" charset="0"/>
              <a:cs typeface="Arial" panose="020B0604020202020204" pitchFamily="34" charset="0"/>
            </a:endParaRPr>
          </a:p>
        </p:txBody>
      </p:sp>
      <p:sp>
        <p:nvSpPr>
          <p:cNvPr id="199" name="Gefaltete Ecke 6">
            <a:extLst>
              <a:ext uri="{FF2B5EF4-FFF2-40B4-BE49-F238E27FC236}">
                <a16:creationId xmlns:a16="http://schemas.microsoft.com/office/drawing/2014/main" id="{7095E922-2A6F-1358-655F-B72601FD7ABC}"/>
              </a:ext>
            </a:extLst>
          </p:cNvPr>
          <p:cNvSpPr/>
          <p:nvPr/>
        </p:nvSpPr>
        <p:spPr bwMode="gray">
          <a:xfrm>
            <a:off x="5101895" y="2859759"/>
            <a:ext cx="44025" cy="1074213"/>
          </a:xfrm>
          <a:prstGeom prst="rect">
            <a:avLst/>
          </a:prstGeom>
          <a:solidFill>
            <a:srgbClr val="FFC933"/>
          </a:solidFill>
          <a:ln w="25400" algn="ctr">
            <a:noFill/>
            <a:miter lim="800000"/>
            <a:headEnd/>
            <a:tailEnd/>
          </a:ln>
        </p:spPr>
        <p:txBody>
          <a:bodyPr lIns="36000" tIns="72000" rIns="36000" bIns="0" rtlCol="0" anchor="ctr" anchorCtr="0"/>
          <a:lstStyle/>
          <a:p>
            <a:pPr lvl="0" algn="ctr" defTabSz="1088558">
              <a:defRPr/>
            </a:pPr>
            <a:endParaRPr lang="en-US" sz="1050">
              <a:latin typeface="72 Brand" panose="020B0504030603020204" pitchFamily="34" charset="0"/>
              <a:cs typeface="Arial" panose="020B0604020202020204" pitchFamily="34" charset="0"/>
            </a:endParaRPr>
          </a:p>
        </p:txBody>
      </p:sp>
      <p:sp>
        <p:nvSpPr>
          <p:cNvPr id="197" name="Gefaltete Ecke 6">
            <a:extLst>
              <a:ext uri="{FF2B5EF4-FFF2-40B4-BE49-F238E27FC236}">
                <a16:creationId xmlns:a16="http://schemas.microsoft.com/office/drawing/2014/main" id="{C9C8E86A-4DED-D09A-1B08-762E82E06392}"/>
              </a:ext>
            </a:extLst>
          </p:cNvPr>
          <p:cNvSpPr/>
          <p:nvPr/>
        </p:nvSpPr>
        <p:spPr bwMode="gray">
          <a:xfrm>
            <a:off x="3825150" y="4023092"/>
            <a:ext cx="44025" cy="1074213"/>
          </a:xfrm>
          <a:prstGeom prst="rect">
            <a:avLst/>
          </a:prstGeom>
          <a:solidFill>
            <a:srgbClr val="1B90FF"/>
          </a:solidFill>
          <a:ln w="25400" algn="ctr">
            <a:noFill/>
            <a:miter lim="800000"/>
            <a:headEnd/>
            <a:tailEnd/>
          </a:ln>
        </p:spPr>
        <p:txBody>
          <a:bodyPr lIns="36000" tIns="72000" rIns="36000" bIns="0" rtlCol="0" anchor="ctr" anchorCtr="0"/>
          <a:lstStyle/>
          <a:p>
            <a:pPr lvl="0" algn="ctr" defTabSz="1088558">
              <a:defRPr/>
            </a:pPr>
            <a:endParaRPr lang="en-US" sz="1050">
              <a:latin typeface="72 Brand" panose="020B0504030603020204" pitchFamily="34" charset="0"/>
              <a:cs typeface="Arial" panose="020B0604020202020204" pitchFamily="34" charset="0"/>
            </a:endParaRPr>
          </a:p>
        </p:txBody>
      </p:sp>
      <p:sp>
        <p:nvSpPr>
          <p:cNvPr id="195" name="Gefaltete Ecke 6">
            <a:extLst>
              <a:ext uri="{FF2B5EF4-FFF2-40B4-BE49-F238E27FC236}">
                <a16:creationId xmlns:a16="http://schemas.microsoft.com/office/drawing/2014/main" id="{D150C2DE-F222-6C3D-0E3C-83865F2C4C42}"/>
              </a:ext>
            </a:extLst>
          </p:cNvPr>
          <p:cNvSpPr/>
          <p:nvPr/>
        </p:nvSpPr>
        <p:spPr bwMode="gray">
          <a:xfrm>
            <a:off x="5101895" y="4023092"/>
            <a:ext cx="44025" cy="1074213"/>
          </a:xfrm>
          <a:prstGeom prst="rect">
            <a:avLst/>
          </a:prstGeom>
          <a:solidFill>
            <a:srgbClr val="1B90FF"/>
          </a:solidFill>
          <a:ln w="25400" algn="ctr">
            <a:noFill/>
            <a:miter lim="800000"/>
            <a:headEnd/>
            <a:tailEnd/>
          </a:ln>
        </p:spPr>
        <p:txBody>
          <a:bodyPr lIns="36000" tIns="72000" rIns="36000" bIns="0" rtlCol="0" anchor="ctr" anchorCtr="0"/>
          <a:lstStyle/>
          <a:p>
            <a:pPr lvl="0" algn="ctr" defTabSz="1088558">
              <a:defRPr/>
            </a:pPr>
            <a:endParaRPr lang="en-US" sz="1050">
              <a:latin typeface="72 Brand" panose="020B0504030603020204" pitchFamily="34" charset="0"/>
              <a:cs typeface="Arial" panose="020B0604020202020204" pitchFamily="34" charset="0"/>
            </a:endParaRPr>
          </a:p>
        </p:txBody>
      </p:sp>
      <p:sp>
        <p:nvSpPr>
          <p:cNvPr id="193" name="Gefaltete Ecke 6">
            <a:extLst>
              <a:ext uri="{FF2B5EF4-FFF2-40B4-BE49-F238E27FC236}">
                <a16:creationId xmlns:a16="http://schemas.microsoft.com/office/drawing/2014/main" id="{04C71258-FC0B-0331-EAB1-D1ABB3AF6B9E}"/>
              </a:ext>
            </a:extLst>
          </p:cNvPr>
          <p:cNvSpPr/>
          <p:nvPr/>
        </p:nvSpPr>
        <p:spPr bwMode="gray">
          <a:xfrm>
            <a:off x="3825150" y="5196067"/>
            <a:ext cx="44025" cy="1074213"/>
          </a:xfrm>
          <a:prstGeom prst="rect">
            <a:avLst/>
          </a:prstGeom>
          <a:solidFill>
            <a:srgbClr val="7858FF"/>
          </a:solidFill>
          <a:ln w="25400" algn="ctr">
            <a:noFill/>
            <a:miter lim="800000"/>
            <a:headEnd/>
            <a:tailEnd/>
          </a:ln>
        </p:spPr>
        <p:txBody>
          <a:bodyPr lIns="36000" tIns="72000" rIns="36000" bIns="0" rtlCol="0" anchor="ctr" anchorCtr="0"/>
          <a:lstStyle/>
          <a:p>
            <a:pPr lvl="0" algn="ctr" defTabSz="1088558">
              <a:defRPr/>
            </a:pPr>
            <a:endParaRPr lang="en-US" sz="1050">
              <a:latin typeface="72 Brand" panose="020B0504030603020204" pitchFamily="34" charset="0"/>
              <a:cs typeface="Arial" panose="020B0604020202020204" pitchFamily="34" charset="0"/>
            </a:endParaRPr>
          </a:p>
        </p:txBody>
      </p:sp>
      <p:sp>
        <p:nvSpPr>
          <p:cNvPr id="191" name="Gefaltete Ecke 6">
            <a:extLst>
              <a:ext uri="{FF2B5EF4-FFF2-40B4-BE49-F238E27FC236}">
                <a16:creationId xmlns:a16="http://schemas.microsoft.com/office/drawing/2014/main" id="{1C90CB85-337F-9B6B-F458-DBECEEA6EA32}"/>
              </a:ext>
            </a:extLst>
          </p:cNvPr>
          <p:cNvSpPr/>
          <p:nvPr/>
        </p:nvSpPr>
        <p:spPr bwMode="gray">
          <a:xfrm>
            <a:off x="5101895" y="5196067"/>
            <a:ext cx="44025" cy="1074213"/>
          </a:xfrm>
          <a:prstGeom prst="rect">
            <a:avLst/>
          </a:prstGeom>
          <a:solidFill>
            <a:srgbClr val="7858FF"/>
          </a:solidFill>
          <a:ln w="25400" algn="ctr">
            <a:noFill/>
            <a:miter lim="800000"/>
            <a:headEnd/>
            <a:tailEnd/>
          </a:ln>
        </p:spPr>
        <p:txBody>
          <a:bodyPr lIns="36000" tIns="72000" rIns="36000" bIns="0" rtlCol="0" anchor="ctr" anchorCtr="0"/>
          <a:lstStyle/>
          <a:p>
            <a:pPr lvl="0" algn="ctr" defTabSz="1088558">
              <a:defRPr/>
            </a:pPr>
            <a:endParaRPr lang="en-US" sz="1050">
              <a:latin typeface="72 Brand" panose="020B0504030603020204" pitchFamily="34" charset="0"/>
              <a:cs typeface="Arial" panose="020B0604020202020204" pitchFamily="34" charset="0"/>
            </a:endParaRPr>
          </a:p>
        </p:txBody>
      </p:sp>
      <p:sp>
        <p:nvSpPr>
          <p:cNvPr id="190" name="Gefaltete Ecke 6">
            <a:extLst>
              <a:ext uri="{FF2B5EF4-FFF2-40B4-BE49-F238E27FC236}">
                <a16:creationId xmlns:a16="http://schemas.microsoft.com/office/drawing/2014/main" id="{A0B48594-82F8-CE19-7F24-1EE0C61867DD}"/>
              </a:ext>
            </a:extLst>
          </p:cNvPr>
          <p:cNvSpPr/>
          <p:nvPr/>
        </p:nvSpPr>
        <p:spPr bwMode="gray">
          <a:xfrm>
            <a:off x="6563901" y="1702119"/>
            <a:ext cx="1185118" cy="1074213"/>
          </a:xfrm>
          <a:prstGeom prst="rect">
            <a:avLst/>
          </a:prstGeom>
          <a:solidFill>
            <a:srgbClr val="EAECEE"/>
          </a:solidFill>
          <a:ln w="25400" algn="ctr">
            <a:noFill/>
            <a:miter lim="800000"/>
            <a:headEnd/>
            <a:tailEnd/>
          </a:ln>
        </p:spPr>
        <p:txBody>
          <a:bodyPr lIns="36000" tIns="72000" rIns="36000" bIns="0" rtlCol="0" anchor="ctr" anchorCtr="0"/>
          <a:lstStyle/>
          <a:p>
            <a:pPr algn="ctr" defTabSz="1088558">
              <a:defRPr/>
            </a:pPr>
            <a:r>
              <a:rPr lang="en-US" sz="1050" dirty="0">
                <a:latin typeface="72 Brand" panose="020B0504030603020204" pitchFamily="34" charset="0"/>
                <a:cs typeface="Arial" panose="020B0604020202020204" pitchFamily="34" charset="0"/>
              </a:rPr>
              <a:t>Sales manager enters free-text message to buyer</a:t>
            </a:r>
          </a:p>
        </p:txBody>
      </p:sp>
      <p:sp>
        <p:nvSpPr>
          <p:cNvPr id="188" name="Gefaltete Ecke 6">
            <a:extLst>
              <a:ext uri="{FF2B5EF4-FFF2-40B4-BE49-F238E27FC236}">
                <a16:creationId xmlns:a16="http://schemas.microsoft.com/office/drawing/2014/main" id="{9321A2ED-696D-7D6D-6F58-035B051C2B3E}"/>
              </a:ext>
            </a:extLst>
          </p:cNvPr>
          <p:cNvSpPr/>
          <p:nvPr/>
        </p:nvSpPr>
        <p:spPr bwMode="gray">
          <a:xfrm>
            <a:off x="7840646" y="1702119"/>
            <a:ext cx="1185118" cy="1074213"/>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Sales manager approves or rejects sales order</a:t>
            </a:r>
          </a:p>
        </p:txBody>
      </p:sp>
      <p:sp>
        <p:nvSpPr>
          <p:cNvPr id="185" name="Gefaltete Ecke 6">
            <a:extLst>
              <a:ext uri="{FF2B5EF4-FFF2-40B4-BE49-F238E27FC236}">
                <a16:creationId xmlns:a16="http://schemas.microsoft.com/office/drawing/2014/main" id="{AAC9F953-27A4-254E-2EDB-3AC9A4EB0CAB}"/>
              </a:ext>
            </a:extLst>
          </p:cNvPr>
          <p:cNvSpPr/>
          <p:nvPr/>
        </p:nvSpPr>
        <p:spPr bwMode="gray">
          <a:xfrm>
            <a:off x="6524619" y="2859759"/>
            <a:ext cx="44025" cy="1074213"/>
          </a:xfrm>
          <a:prstGeom prst="rect">
            <a:avLst/>
          </a:prstGeom>
          <a:solidFill>
            <a:srgbClr val="FFC933"/>
          </a:solidFill>
          <a:ln w="25400" algn="ctr">
            <a:noFill/>
            <a:miter lim="800000"/>
            <a:headEnd/>
            <a:tailEnd/>
          </a:ln>
        </p:spPr>
        <p:txBody>
          <a:bodyPr lIns="36000" tIns="72000" rIns="36000" bIns="0" rtlCol="0" anchor="ctr" anchorCtr="0"/>
          <a:lstStyle/>
          <a:p>
            <a:pPr lvl="0" algn="ctr" defTabSz="1088558">
              <a:defRPr/>
            </a:pPr>
            <a:endParaRPr lang="en-US" sz="1050">
              <a:latin typeface="72 Brand" panose="020B0504030603020204" pitchFamily="34" charset="0"/>
              <a:cs typeface="Arial" panose="020B0604020202020204" pitchFamily="34" charset="0"/>
            </a:endParaRPr>
          </a:p>
        </p:txBody>
      </p:sp>
      <p:sp>
        <p:nvSpPr>
          <p:cNvPr id="183" name="Gefaltete Ecke 6">
            <a:extLst>
              <a:ext uri="{FF2B5EF4-FFF2-40B4-BE49-F238E27FC236}">
                <a16:creationId xmlns:a16="http://schemas.microsoft.com/office/drawing/2014/main" id="{0836798A-EF13-E179-8007-CD02336B8A59}"/>
              </a:ext>
            </a:extLst>
          </p:cNvPr>
          <p:cNvSpPr/>
          <p:nvPr/>
        </p:nvSpPr>
        <p:spPr bwMode="gray">
          <a:xfrm>
            <a:off x="7801364" y="2859759"/>
            <a:ext cx="44025" cy="1074213"/>
          </a:xfrm>
          <a:prstGeom prst="rect">
            <a:avLst/>
          </a:prstGeom>
          <a:solidFill>
            <a:srgbClr val="FFC933"/>
          </a:solidFill>
          <a:ln w="25400" algn="ctr">
            <a:noFill/>
            <a:miter lim="800000"/>
            <a:headEnd/>
            <a:tailEnd/>
          </a:ln>
        </p:spPr>
        <p:txBody>
          <a:bodyPr lIns="36000" tIns="72000" rIns="36000" bIns="0" rtlCol="0" anchor="ctr" anchorCtr="0"/>
          <a:lstStyle/>
          <a:p>
            <a:pPr lvl="0" algn="ctr" defTabSz="1088558">
              <a:defRPr/>
            </a:pPr>
            <a:endParaRPr lang="en-US" sz="1050">
              <a:latin typeface="72 Brand" panose="020B0504030603020204" pitchFamily="34" charset="0"/>
              <a:cs typeface="Arial" panose="020B0604020202020204" pitchFamily="34" charset="0"/>
            </a:endParaRPr>
          </a:p>
        </p:txBody>
      </p:sp>
      <p:sp>
        <p:nvSpPr>
          <p:cNvPr id="181" name="Gefaltete Ecke 6">
            <a:extLst>
              <a:ext uri="{FF2B5EF4-FFF2-40B4-BE49-F238E27FC236}">
                <a16:creationId xmlns:a16="http://schemas.microsoft.com/office/drawing/2014/main" id="{BC832215-DBF4-C525-6A84-C28BBB5DB50F}"/>
              </a:ext>
            </a:extLst>
          </p:cNvPr>
          <p:cNvSpPr/>
          <p:nvPr/>
        </p:nvSpPr>
        <p:spPr bwMode="gray">
          <a:xfrm>
            <a:off x="6524619" y="4023092"/>
            <a:ext cx="44025" cy="1074213"/>
          </a:xfrm>
          <a:prstGeom prst="rect">
            <a:avLst/>
          </a:prstGeom>
          <a:solidFill>
            <a:srgbClr val="1B90FF"/>
          </a:solidFill>
          <a:ln w="25400" algn="ctr">
            <a:noFill/>
            <a:miter lim="800000"/>
            <a:headEnd/>
            <a:tailEnd/>
          </a:ln>
        </p:spPr>
        <p:txBody>
          <a:bodyPr lIns="36000" tIns="72000" rIns="36000" bIns="0" rtlCol="0" anchor="ctr" anchorCtr="0"/>
          <a:lstStyle/>
          <a:p>
            <a:pPr lvl="0" algn="ctr" defTabSz="1088558">
              <a:defRPr/>
            </a:pPr>
            <a:endParaRPr lang="en-US" sz="1050">
              <a:latin typeface="72 Brand" panose="020B0504030603020204" pitchFamily="34" charset="0"/>
              <a:cs typeface="Arial" panose="020B0604020202020204" pitchFamily="34" charset="0"/>
            </a:endParaRPr>
          </a:p>
        </p:txBody>
      </p:sp>
      <p:sp>
        <p:nvSpPr>
          <p:cNvPr id="179" name="Gefaltete Ecke 6">
            <a:extLst>
              <a:ext uri="{FF2B5EF4-FFF2-40B4-BE49-F238E27FC236}">
                <a16:creationId xmlns:a16="http://schemas.microsoft.com/office/drawing/2014/main" id="{CF802BC3-964D-B8C4-F4A0-916E8242EE82}"/>
              </a:ext>
            </a:extLst>
          </p:cNvPr>
          <p:cNvSpPr/>
          <p:nvPr/>
        </p:nvSpPr>
        <p:spPr bwMode="gray">
          <a:xfrm>
            <a:off x="7801364" y="4023092"/>
            <a:ext cx="44025" cy="1074213"/>
          </a:xfrm>
          <a:prstGeom prst="rect">
            <a:avLst/>
          </a:prstGeom>
          <a:solidFill>
            <a:srgbClr val="1B90FF"/>
          </a:solidFill>
          <a:ln w="25400" algn="ctr">
            <a:noFill/>
            <a:miter lim="800000"/>
            <a:headEnd/>
            <a:tailEnd/>
          </a:ln>
        </p:spPr>
        <p:txBody>
          <a:bodyPr lIns="36000" tIns="72000" rIns="36000" bIns="0" rtlCol="0" anchor="ctr" anchorCtr="0"/>
          <a:lstStyle/>
          <a:p>
            <a:pPr lvl="0" algn="ctr" defTabSz="1088558">
              <a:defRPr/>
            </a:pPr>
            <a:endParaRPr lang="en-US" sz="1050">
              <a:latin typeface="72 Brand" panose="020B0504030603020204" pitchFamily="34" charset="0"/>
              <a:cs typeface="Arial" panose="020B0604020202020204" pitchFamily="34" charset="0"/>
            </a:endParaRPr>
          </a:p>
        </p:txBody>
      </p:sp>
      <p:sp>
        <p:nvSpPr>
          <p:cNvPr id="177" name="Gefaltete Ecke 6">
            <a:extLst>
              <a:ext uri="{FF2B5EF4-FFF2-40B4-BE49-F238E27FC236}">
                <a16:creationId xmlns:a16="http://schemas.microsoft.com/office/drawing/2014/main" id="{360888DE-D535-ACAA-DB8D-E8F779AF1760}"/>
              </a:ext>
            </a:extLst>
          </p:cNvPr>
          <p:cNvSpPr/>
          <p:nvPr/>
        </p:nvSpPr>
        <p:spPr bwMode="gray">
          <a:xfrm>
            <a:off x="6524619" y="5196067"/>
            <a:ext cx="44025" cy="1074213"/>
          </a:xfrm>
          <a:prstGeom prst="rect">
            <a:avLst/>
          </a:prstGeom>
          <a:solidFill>
            <a:srgbClr val="7858FF"/>
          </a:solidFill>
          <a:ln w="25400" algn="ctr">
            <a:noFill/>
            <a:miter lim="800000"/>
            <a:headEnd/>
            <a:tailEnd/>
          </a:ln>
        </p:spPr>
        <p:txBody>
          <a:bodyPr lIns="36000" tIns="72000" rIns="36000" bIns="0" rtlCol="0" anchor="ctr" anchorCtr="0"/>
          <a:lstStyle/>
          <a:p>
            <a:pPr lvl="0" algn="ctr" defTabSz="1088558">
              <a:defRPr/>
            </a:pPr>
            <a:endParaRPr lang="en-US" sz="1050">
              <a:latin typeface="72 Brand" panose="020B0504030603020204" pitchFamily="34" charset="0"/>
              <a:cs typeface="Arial" panose="020B0604020202020204" pitchFamily="34" charset="0"/>
            </a:endParaRPr>
          </a:p>
        </p:txBody>
      </p:sp>
      <p:sp>
        <p:nvSpPr>
          <p:cNvPr id="175" name="Gefaltete Ecke 6">
            <a:extLst>
              <a:ext uri="{FF2B5EF4-FFF2-40B4-BE49-F238E27FC236}">
                <a16:creationId xmlns:a16="http://schemas.microsoft.com/office/drawing/2014/main" id="{D06F63F1-A064-F994-49B3-BEB2B85EF446}"/>
              </a:ext>
            </a:extLst>
          </p:cNvPr>
          <p:cNvSpPr/>
          <p:nvPr/>
        </p:nvSpPr>
        <p:spPr bwMode="gray">
          <a:xfrm>
            <a:off x="7801364" y="5196067"/>
            <a:ext cx="44025" cy="1074213"/>
          </a:xfrm>
          <a:prstGeom prst="rect">
            <a:avLst/>
          </a:prstGeom>
          <a:solidFill>
            <a:srgbClr val="7858FF"/>
          </a:solidFill>
          <a:ln w="25400" algn="ctr">
            <a:noFill/>
            <a:miter lim="800000"/>
            <a:headEnd/>
            <a:tailEnd/>
          </a:ln>
        </p:spPr>
        <p:txBody>
          <a:bodyPr lIns="36000" tIns="72000" rIns="36000" bIns="0" rtlCol="0" anchor="ctr" anchorCtr="0"/>
          <a:lstStyle/>
          <a:p>
            <a:pPr lvl="0" algn="ctr" defTabSz="1088558">
              <a:defRPr/>
            </a:pPr>
            <a:endParaRPr lang="en-US" sz="1050">
              <a:latin typeface="72 Brand" panose="020B0504030603020204" pitchFamily="34" charset="0"/>
              <a:cs typeface="Arial" panose="020B0604020202020204" pitchFamily="34" charset="0"/>
            </a:endParaRPr>
          </a:p>
        </p:txBody>
      </p:sp>
      <p:sp>
        <p:nvSpPr>
          <p:cNvPr id="169" name="Gefaltete Ecke 6">
            <a:extLst>
              <a:ext uri="{FF2B5EF4-FFF2-40B4-BE49-F238E27FC236}">
                <a16:creationId xmlns:a16="http://schemas.microsoft.com/office/drawing/2014/main" id="{71D4EE92-27B2-FF38-6EBB-CFE1451E2722}"/>
              </a:ext>
            </a:extLst>
          </p:cNvPr>
          <p:cNvSpPr/>
          <p:nvPr/>
        </p:nvSpPr>
        <p:spPr bwMode="gray">
          <a:xfrm>
            <a:off x="9189332" y="2859759"/>
            <a:ext cx="44025" cy="1074213"/>
          </a:xfrm>
          <a:prstGeom prst="rect">
            <a:avLst/>
          </a:prstGeom>
          <a:solidFill>
            <a:srgbClr val="FFC933"/>
          </a:solidFill>
          <a:ln w="25400" algn="ctr">
            <a:noFill/>
            <a:miter lim="800000"/>
            <a:headEnd/>
            <a:tailEnd/>
          </a:ln>
        </p:spPr>
        <p:txBody>
          <a:bodyPr lIns="36000" tIns="72000" rIns="36000" bIns="0" rtlCol="0" anchor="ctr" anchorCtr="0"/>
          <a:lstStyle/>
          <a:p>
            <a:pPr lvl="0" algn="ctr" defTabSz="1088558">
              <a:defRPr/>
            </a:pPr>
            <a:endParaRPr lang="en-US" sz="1050">
              <a:latin typeface="72 Brand" panose="020B0504030603020204" pitchFamily="34" charset="0"/>
              <a:cs typeface="Arial" panose="020B0604020202020204" pitchFamily="34" charset="0"/>
            </a:endParaRPr>
          </a:p>
        </p:txBody>
      </p:sp>
      <p:sp>
        <p:nvSpPr>
          <p:cNvPr id="167" name="Gefaltete Ecke 6">
            <a:extLst>
              <a:ext uri="{FF2B5EF4-FFF2-40B4-BE49-F238E27FC236}">
                <a16:creationId xmlns:a16="http://schemas.microsoft.com/office/drawing/2014/main" id="{266D2CFD-B167-6F30-914A-864DE02329D9}"/>
              </a:ext>
            </a:extLst>
          </p:cNvPr>
          <p:cNvSpPr/>
          <p:nvPr/>
        </p:nvSpPr>
        <p:spPr bwMode="gray">
          <a:xfrm>
            <a:off x="10466077" y="2859759"/>
            <a:ext cx="44025" cy="1074213"/>
          </a:xfrm>
          <a:prstGeom prst="rect">
            <a:avLst/>
          </a:prstGeom>
          <a:solidFill>
            <a:srgbClr val="FFC933"/>
          </a:solidFill>
          <a:ln w="25400" algn="ctr">
            <a:noFill/>
            <a:miter lim="800000"/>
            <a:headEnd/>
            <a:tailEnd/>
          </a:ln>
        </p:spPr>
        <p:txBody>
          <a:bodyPr lIns="36000" tIns="72000" rIns="36000" bIns="0" rtlCol="0" anchor="ctr" anchorCtr="0"/>
          <a:lstStyle/>
          <a:p>
            <a:pPr lvl="0" algn="ctr" defTabSz="1088558">
              <a:defRPr/>
            </a:pPr>
            <a:endParaRPr lang="en-US" sz="1050">
              <a:latin typeface="72 Brand" panose="020B0504030603020204" pitchFamily="34" charset="0"/>
              <a:cs typeface="Arial" panose="020B0604020202020204" pitchFamily="34" charset="0"/>
            </a:endParaRPr>
          </a:p>
        </p:txBody>
      </p:sp>
      <p:sp>
        <p:nvSpPr>
          <p:cNvPr id="165" name="Gefaltete Ecke 6">
            <a:extLst>
              <a:ext uri="{FF2B5EF4-FFF2-40B4-BE49-F238E27FC236}">
                <a16:creationId xmlns:a16="http://schemas.microsoft.com/office/drawing/2014/main" id="{619D89A1-E9C6-2839-E4E1-6D9B103A50D7}"/>
              </a:ext>
            </a:extLst>
          </p:cNvPr>
          <p:cNvSpPr/>
          <p:nvPr/>
        </p:nvSpPr>
        <p:spPr bwMode="gray">
          <a:xfrm>
            <a:off x="9189332" y="4023092"/>
            <a:ext cx="44025" cy="1074213"/>
          </a:xfrm>
          <a:prstGeom prst="rect">
            <a:avLst/>
          </a:prstGeom>
          <a:solidFill>
            <a:srgbClr val="1B90FF"/>
          </a:solidFill>
          <a:ln w="25400" algn="ctr">
            <a:noFill/>
            <a:miter lim="800000"/>
            <a:headEnd/>
            <a:tailEnd/>
          </a:ln>
        </p:spPr>
        <p:txBody>
          <a:bodyPr lIns="36000" tIns="72000" rIns="36000" bIns="0" rtlCol="0" anchor="ctr" anchorCtr="0"/>
          <a:lstStyle/>
          <a:p>
            <a:pPr lvl="0" algn="ctr" defTabSz="1088558">
              <a:defRPr/>
            </a:pPr>
            <a:endParaRPr lang="en-US" sz="1050">
              <a:latin typeface="72 Brand" panose="020B0504030603020204" pitchFamily="34" charset="0"/>
              <a:cs typeface="Arial" panose="020B0604020202020204" pitchFamily="34" charset="0"/>
            </a:endParaRPr>
          </a:p>
        </p:txBody>
      </p:sp>
      <p:sp>
        <p:nvSpPr>
          <p:cNvPr id="163" name="Gefaltete Ecke 6">
            <a:extLst>
              <a:ext uri="{FF2B5EF4-FFF2-40B4-BE49-F238E27FC236}">
                <a16:creationId xmlns:a16="http://schemas.microsoft.com/office/drawing/2014/main" id="{BCB6CB12-FA98-F669-1063-61BEACDB5FCB}"/>
              </a:ext>
            </a:extLst>
          </p:cNvPr>
          <p:cNvSpPr/>
          <p:nvPr/>
        </p:nvSpPr>
        <p:spPr bwMode="gray">
          <a:xfrm>
            <a:off x="10466077" y="4023092"/>
            <a:ext cx="44025" cy="1074213"/>
          </a:xfrm>
          <a:prstGeom prst="rect">
            <a:avLst/>
          </a:prstGeom>
          <a:solidFill>
            <a:srgbClr val="1B90FF"/>
          </a:solidFill>
          <a:ln w="25400" algn="ctr">
            <a:noFill/>
            <a:miter lim="800000"/>
            <a:headEnd/>
            <a:tailEnd/>
          </a:ln>
        </p:spPr>
        <p:txBody>
          <a:bodyPr lIns="36000" tIns="72000" rIns="36000" bIns="0" rtlCol="0" anchor="ctr" anchorCtr="0"/>
          <a:lstStyle/>
          <a:p>
            <a:pPr lvl="0" algn="ctr" defTabSz="1088558">
              <a:defRPr/>
            </a:pPr>
            <a:endParaRPr lang="en-US" sz="1050">
              <a:latin typeface="72 Brand" panose="020B0504030603020204" pitchFamily="34" charset="0"/>
              <a:cs typeface="Arial" panose="020B0604020202020204" pitchFamily="34" charset="0"/>
            </a:endParaRPr>
          </a:p>
        </p:txBody>
      </p:sp>
      <p:sp>
        <p:nvSpPr>
          <p:cNvPr id="161" name="Gefaltete Ecke 6">
            <a:extLst>
              <a:ext uri="{FF2B5EF4-FFF2-40B4-BE49-F238E27FC236}">
                <a16:creationId xmlns:a16="http://schemas.microsoft.com/office/drawing/2014/main" id="{35F80075-42D5-C9A6-0B6A-5BEDCFA3BD75}"/>
              </a:ext>
            </a:extLst>
          </p:cNvPr>
          <p:cNvSpPr/>
          <p:nvPr/>
        </p:nvSpPr>
        <p:spPr bwMode="gray">
          <a:xfrm>
            <a:off x="9189332" y="5196067"/>
            <a:ext cx="44025" cy="1074213"/>
          </a:xfrm>
          <a:prstGeom prst="rect">
            <a:avLst/>
          </a:prstGeom>
          <a:solidFill>
            <a:srgbClr val="7858FF"/>
          </a:solidFill>
          <a:ln w="25400" algn="ctr">
            <a:noFill/>
            <a:miter lim="800000"/>
            <a:headEnd/>
            <a:tailEnd/>
          </a:ln>
        </p:spPr>
        <p:txBody>
          <a:bodyPr lIns="36000" tIns="72000" rIns="36000" bIns="0" rtlCol="0" anchor="ctr" anchorCtr="0"/>
          <a:lstStyle/>
          <a:p>
            <a:pPr lvl="0" algn="ctr" defTabSz="1088558">
              <a:defRPr/>
            </a:pPr>
            <a:endParaRPr lang="en-US" sz="1050">
              <a:latin typeface="72 Brand" panose="020B0504030603020204" pitchFamily="34" charset="0"/>
              <a:cs typeface="Arial" panose="020B0604020202020204" pitchFamily="34" charset="0"/>
            </a:endParaRPr>
          </a:p>
        </p:txBody>
      </p:sp>
      <p:sp>
        <p:nvSpPr>
          <p:cNvPr id="159" name="Gefaltete Ecke 6">
            <a:extLst>
              <a:ext uri="{FF2B5EF4-FFF2-40B4-BE49-F238E27FC236}">
                <a16:creationId xmlns:a16="http://schemas.microsoft.com/office/drawing/2014/main" id="{01C85C68-CCED-6A25-B09B-588AFC52DEF7}"/>
              </a:ext>
            </a:extLst>
          </p:cNvPr>
          <p:cNvSpPr/>
          <p:nvPr/>
        </p:nvSpPr>
        <p:spPr bwMode="gray">
          <a:xfrm>
            <a:off x="10466077" y="5196067"/>
            <a:ext cx="44025" cy="1074213"/>
          </a:xfrm>
          <a:prstGeom prst="rect">
            <a:avLst/>
          </a:prstGeom>
          <a:solidFill>
            <a:srgbClr val="7858FF"/>
          </a:solidFill>
          <a:ln w="25400" algn="ctr">
            <a:noFill/>
            <a:miter lim="800000"/>
            <a:headEnd/>
            <a:tailEnd/>
          </a:ln>
        </p:spPr>
        <p:txBody>
          <a:bodyPr lIns="36000" tIns="72000" rIns="36000" bIns="0" rtlCol="0" anchor="ctr" anchorCtr="0"/>
          <a:lstStyle/>
          <a:p>
            <a:pPr lvl="0" algn="ctr" defTabSz="1088558">
              <a:defRPr/>
            </a:pPr>
            <a:endParaRPr lang="en-US" sz="1050">
              <a:latin typeface="72 Brand" panose="020B0504030603020204" pitchFamily="34" charset="0"/>
              <a:cs typeface="Arial" panose="020B0604020202020204" pitchFamily="34" charset="0"/>
            </a:endParaRPr>
          </a:p>
        </p:txBody>
      </p:sp>
      <p:sp>
        <p:nvSpPr>
          <p:cNvPr id="69" name="Gefaltete Ecke 13">
            <a:extLst>
              <a:ext uri="{FF2B5EF4-FFF2-40B4-BE49-F238E27FC236}">
                <a16:creationId xmlns:a16="http://schemas.microsoft.com/office/drawing/2014/main" id="{3CC2BE73-80AF-D49C-6D08-24194715A789}"/>
              </a:ext>
            </a:extLst>
          </p:cNvPr>
          <p:cNvSpPr/>
          <p:nvPr/>
        </p:nvSpPr>
        <p:spPr bwMode="gray">
          <a:xfrm>
            <a:off x="1167249" y="1165025"/>
            <a:ext cx="2514339" cy="474856"/>
          </a:xfrm>
          <a:prstGeom prst="rect">
            <a:avLst/>
          </a:prstGeom>
          <a:solidFill>
            <a:srgbClr val="EAECEE"/>
          </a:solidFill>
          <a:ln w="25400" algn="ctr">
            <a:noFill/>
            <a:miter lim="800000"/>
            <a:headEnd/>
            <a:tailEnd/>
          </a:ln>
        </p:spPr>
        <p:txBody>
          <a:bodyPr lIns="0" tIns="0" rIns="0" bIns="0" rtlCol="0" anchor="ctr" anchorCtr="0"/>
          <a:lstStyle/>
          <a:p>
            <a:pPr algn="ctr" defTabSz="914400" fontAlgn="base">
              <a:spcBef>
                <a:spcPct val="50000"/>
              </a:spcBef>
              <a:spcAft>
                <a:spcPct val="0"/>
              </a:spcAft>
              <a:buClr>
                <a:srgbClr val="F0AB00"/>
              </a:buClr>
              <a:buSzPct val="80000"/>
            </a:pPr>
            <a:r>
              <a:rPr lang="en-US" sz="1000" kern="0" dirty="0">
                <a:latin typeface="72 Brand" panose="020B0504030603020204" pitchFamily="34" charset="0"/>
                <a:ea typeface="Arial Unicode MS" pitchFamily="34" charset="-128"/>
                <a:cs typeface="Arial Unicode MS" pitchFamily="34" charset="-128"/>
              </a:rPr>
              <a:t>Scene 01:</a:t>
            </a:r>
          </a:p>
          <a:p>
            <a:pPr algn="ctr" defTabSz="914400" fontAlgn="base">
              <a:spcBef>
                <a:spcPct val="50000"/>
              </a:spcBef>
              <a:spcAft>
                <a:spcPct val="0"/>
              </a:spcAft>
              <a:buClr>
                <a:srgbClr val="F0AB00"/>
              </a:buClr>
              <a:buSzPct val="80000"/>
            </a:pPr>
            <a:r>
              <a:rPr lang="en-US" sz="1000" b="1" kern="0" dirty="0">
                <a:latin typeface="72 Brand" panose="020B0504030603020204" pitchFamily="34" charset="0"/>
                <a:ea typeface="Arial Unicode MS" pitchFamily="34" charset="-128"/>
                <a:cs typeface="Arial Unicode MS" pitchFamily="34" charset="-128"/>
              </a:rPr>
              <a:t>Sales Order data entry </a:t>
            </a:r>
          </a:p>
        </p:txBody>
      </p:sp>
      <p:sp>
        <p:nvSpPr>
          <p:cNvPr id="71" name="Gefaltete Ecke 32">
            <a:extLst>
              <a:ext uri="{FF2B5EF4-FFF2-40B4-BE49-F238E27FC236}">
                <a16:creationId xmlns:a16="http://schemas.microsoft.com/office/drawing/2014/main" id="{3FDC19B8-9868-4A66-DC8B-1A600A0CBBC2}"/>
              </a:ext>
            </a:extLst>
          </p:cNvPr>
          <p:cNvSpPr/>
          <p:nvPr/>
        </p:nvSpPr>
        <p:spPr bwMode="gray">
          <a:xfrm>
            <a:off x="3823201" y="1165025"/>
            <a:ext cx="2498539" cy="474856"/>
          </a:xfrm>
          <a:prstGeom prst="rect">
            <a:avLst/>
          </a:prstGeom>
          <a:solidFill>
            <a:srgbClr val="EAECEE"/>
          </a:solidFill>
          <a:ln w="25400" algn="ctr">
            <a:noFill/>
            <a:miter lim="800000"/>
            <a:headEnd/>
            <a:tailEnd/>
          </a:ln>
        </p:spPr>
        <p:txBody>
          <a:bodyPr lIns="0" tIns="0" rIns="0" bIns="0" rtlCol="0" anchor="ctr" anchorCtr="0"/>
          <a:lstStyle/>
          <a:p>
            <a:pPr algn="ctr" defTabSz="914400" fontAlgn="base">
              <a:spcBef>
                <a:spcPct val="50000"/>
              </a:spcBef>
              <a:spcAft>
                <a:spcPct val="0"/>
              </a:spcAft>
              <a:buClr>
                <a:srgbClr val="F0AB00"/>
              </a:buClr>
              <a:buSzPct val="80000"/>
            </a:pPr>
            <a:r>
              <a:rPr lang="en-US" sz="1000" kern="0" dirty="0">
                <a:latin typeface="72 Brand" panose="020B0504030603020204" pitchFamily="34" charset="0"/>
                <a:ea typeface="Arial Unicode MS" pitchFamily="34" charset="-128"/>
                <a:cs typeface="Arial Unicode MS" pitchFamily="34" charset="-128"/>
              </a:rPr>
              <a:t>Scene 02:</a:t>
            </a:r>
          </a:p>
          <a:p>
            <a:pPr algn="ctr" defTabSz="914400" fontAlgn="base">
              <a:spcBef>
                <a:spcPct val="50000"/>
              </a:spcBef>
              <a:spcAft>
                <a:spcPct val="0"/>
              </a:spcAft>
              <a:buClr>
                <a:srgbClr val="F0AB00"/>
              </a:buClr>
              <a:buSzPct val="80000"/>
            </a:pPr>
            <a:r>
              <a:rPr lang="en-US" sz="1000" b="1" kern="0" dirty="0">
                <a:latin typeface="72 Brand" panose="020B0504030603020204" pitchFamily="34" charset="0"/>
                <a:ea typeface="Arial Unicode MS" pitchFamily="34" charset="-128"/>
                <a:cs typeface="Arial Unicode MS" pitchFamily="34" charset="-128"/>
              </a:rPr>
              <a:t>Sales Order sent for approval </a:t>
            </a:r>
          </a:p>
        </p:txBody>
      </p:sp>
      <p:sp>
        <p:nvSpPr>
          <p:cNvPr id="72" name="Gefaltete Ecke 42">
            <a:extLst>
              <a:ext uri="{FF2B5EF4-FFF2-40B4-BE49-F238E27FC236}">
                <a16:creationId xmlns:a16="http://schemas.microsoft.com/office/drawing/2014/main" id="{CC7E159B-712D-0F6A-13AE-7357C9123EB9}"/>
              </a:ext>
            </a:extLst>
          </p:cNvPr>
          <p:cNvSpPr/>
          <p:nvPr/>
        </p:nvSpPr>
        <p:spPr bwMode="gray">
          <a:xfrm>
            <a:off x="6524619" y="1165025"/>
            <a:ext cx="2498539" cy="474856"/>
          </a:xfrm>
          <a:prstGeom prst="rect">
            <a:avLst/>
          </a:prstGeom>
          <a:solidFill>
            <a:srgbClr val="EAECEE"/>
          </a:solidFill>
          <a:ln w="25400" algn="ctr">
            <a:noFill/>
            <a:miter lim="800000"/>
            <a:headEnd/>
            <a:tailEnd/>
          </a:ln>
        </p:spPr>
        <p:txBody>
          <a:bodyPr lIns="0" tIns="0" rIns="0" bIns="0" rtlCol="0" anchor="ctr" anchorCtr="0"/>
          <a:lstStyle/>
          <a:p>
            <a:pPr algn="ctr" defTabSz="914400" fontAlgn="base">
              <a:spcBef>
                <a:spcPct val="50000"/>
              </a:spcBef>
              <a:spcAft>
                <a:spcPct val="0"/>
              </a:spcAft>
              <a:buClr>
                <a:srgbClr val="F0AB00"/>
              </a:buClr>
              <a:buSzPct val="80000"/>
            </a:pPr>
            <a:r>
              <a:rPr lang="en-US" sz="1000" kern="0" dirty="0">
                <a:latin typeface="72 Brand" panose="020B0504030603020204" pitchFamily="34" charset="0"/>
                <a:ea typeface="Arial Unicode MS" pitchFamily="34" charset="-128"/>
                <a:cs typeface="Arial Unicode MS" pitchFamily="34" charset="-128"/>
              </a:rPr>
              <a:t>Scene 03:</a:t>
            </a:r>
          </a:p>
          <a:p>
            <a:pPr algn="ctr" defTabSz="914400" fontAlgn="base">
              <a:spcBef>
                <a:spcPct val="50000"/>
              </a:spcBef>
              <a:spcAft>
                <a:spcPct val="0"/>
              </a:spcAft>
              <a:buClr>
                <a:srgbClr val="F0AB00"/>
              </a:buClr>
              <a:buSzPct val="80000"/>
            </a:pPr>
            <a:r>
              <a:rPr lang="en-US" sz="1000" b="1" kern="0" dirty="0">
                <a:latin typeface="72 Brand" panose="020B0504030603020204" pitchFamily="34" charset="0"/>
                <a:ea typeface="Arial Unicode MS" pitchFamily="34" charset="-128"/>
                <a:cs typeface="Arial Unicode MS" pitchFamily="34" charset="-128"/>
              </a:rPr>
              <a:t>Sales Order approval</a:t>
            </a:r>
          </a:p>
        </p:txBody>
      </p:sp>
      <p:sp>
        <p:nvSpPr>
          <p:cNvPr id="73" name="Gefaltete Ecke 49">
            <a:extLst>
              <a:ext uri="{FF2B5EF4-FFF2-40B4-BE49-F238E27FC236}">
                <a16:creationId xmlns:a16="http://schemas.microsoft.com/office/drawing/2014/main" id="{B1A2B6DB-EC52-D733-90E6-1B987D9BB7E8}"/>
              </a:ext>
            </a:extLst>
          </p:cNvPr>
          <p:cNvSpPr/>
          <p:nvPr/>
        </p:nvSpPr>
        <p:spPr bwMode="gray">
          <a:xfrm>
            <a:off x="9189332" y="1165785"/>
            <a:ext cx="2498539" cy="474856"/>
          </a:xfrm>
          <a:prstGeom prst="rect">
            <a:avLst/>
          </a:prstGeom>
          <a:solidFill>
            <a:srgbClr val="EAECEE"/>
          </a:solidFill>
          <a:ln w="25400" algn="ctr">
            <a:noFill/>
            <a:miter lim="800000"/>
            <a:headEnd/>
            <a:tailEnd/>
          </a:ln>
        </p:spPr>
        <p:txBody>
          <a:bodyPr lIns="0" tIns="0" rIns="0" bIns="0" rtlCol="0" anchor="ctr" anchorCtr="0"/>
          <a:lstStyle/>
          <a:p>
            <a:pPr algn="ctr" defTabSz="914400" fontAlgn="base">
              <a:spcBef>
                <a:spcPct val="50000"/>
              </a:spcBef>
              <a:spcAft>
                <a:spcPct val="0"/>
              </a:spcAft>
              <a:buClr>
                <a:srgbClr val="F0AB00"/>
              </a:buClr>
              <a:buSzPct val="80000"/>
            </a:pPr>
            <a:r>
              <a:rPr lang="en-US" sz="1000" kern="0" dirty="0">
                <a:latin typeface="72 Brand" panose="020B0504030603020204" pitchFamily="34" charset="0"/>
                <a:ea typeface="Arial Unicode MS" pitchFamily="34" charset="-128"/>
                <a:cs typeface="Arial Unicode MS" pitchFamily="34" charset="-128"/>
              </a:rPr>
              <a:t>Scene 04:</a:t>
            </a:r>
          </a:p>
          <a:p>
            <a:pPr algn="ctr" defTabSz="914400" fontAlgn="base">
              <a:spcBef>
                <a:spcPct val="50000"/>
              </a:spcBef>
              <a:spcAft>
                <a:spcPct val="0"/>
              </a:spcAft>
              <a:buClr>
                <a:srgbClr val="F0AB00"/>
              </a:buClr>
              <a:buSzPct val="80000"/>
            </a:pPr>
            <a:r>
              <a:rPr lang="en-US" sz="1000" b="1" kern="0" dirty="0">
                <a:latin typeface="72 Brand" panose="020B0504030603020204" pitchFamily="34" charset="0"/>
                <a:ea typeface="Arial Unicode MS" pitchFamily="34" charset="-128"/>
                <a:cs typeface="Arial Unicode MS" pitchFamily="34" charset="-128"/>
              </a:rPr>
              <a:t>Sales Order post into Cloud ERP </a:t>
            </a:r>
          </a:p>
        </p:txBody>
      </p:sp>
      <p:cxnSp>
        <p:nvCxnSpPr>
          <p:cNvPr id="84" name="Gerade Verbindung 2">
            <a:extLst>
              <a:ext uri="{FF2B5EF4-FFF2-40B4-BE49-F238E27FC236}">
                <a16:creationId xmlns:a16="http://schemas.microsoft.com/office/drawing/2014/main" id="{5D788BFC-16EC-6284-6D90-38F6CD897626}"/>
              </a:ext>
            </a:extLst>
          </p:cNvPr>
          <p:cNvCxnSpPr>
            <a:cxnSpLocks/>
          </p:cNvCxnSpPr>
          <p:nvPr/>
        </p:nvCxnSpPr>
        <p:spPr>
          <a:xfrm>
            <a:off x="3753552" y="1160134"/>
            <a:ext cx="0" cy="5112000"/>
          </a:xfrm>
          <a:prstGeom prst="line">
            <a:avLst/>
          </a:prstGeom>
          <a:ln w="9525">
            <a:solidFill>
              <a:schemeClr val="tx1">
                <a:lumMod val="75000"/>
                <a:lumOff val="2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5" name="Gerade Verbindung 55">
            <a:extLst>
              <a:ext uri="{FF2B5EF4-FFF2-40B4-BE49-F238E27FC236}">
                <a16:creationId xmlns:a16="http://schemas.microsoft.com/office/drawing/2014/main" id="{06FC752D-70B3-A154-A1AD-E9916627D5DE}"/>
              </a:ext>
            </a:extLst>
          </p:cNvPr>
          <p:cNvCxnSpPr>
            <a:cxnSpLocks/>
          </p:cNvCxnSpPr>
          <p:nvPr/>
        </p:nvCxnSpPr>
        <p:spPr>
          <a:xfrm>
            <a:off x="6415272" y="1160134"/>
            <a:ext cx="0" cy="5112000"/>
          </a:xfrm>
          <a:prstGeom prst="line">
            <a:avLst/>
          </a:prstGeom>
          <a:ln w="9525">
            <a:solidFill>
              <a:schemeClr val="tx1">
                <a:lumMod val="75000"/>
                <a:lumOff val="2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6" name="Gerade Verbindung 56">
            <a:extLst>
              <a:ext uri="{FF2B5EF4-FFF2-40B4-BE49-F238E27FC236}">
                <a16:creationId xmlns:a16="http://schemas.microsoft.com/office/drawing/2014/main" id="{92BEDAE7-4278-CC85-F2D5-F2B21873D44F}"/>
              </a:ext>
            </a:extLst>
          </p:cNvPr>
          <p:cNvCxnSpPr>
            <a:cxnSpLocks/>
          </p:cNvCxnSpPr>
          <p:nvPr/>
        </p:nvCxnSpPr>
        <p:spPr>
          <a:xfrm>
            <a:off x="9110089" y="1160134"/>
            <a:ext cx="0" cy="5112000"/>
          </a:xfrm>
          <a:prstGeom prst="line">
            <a:avLst/>
          </a:prstGeom>
          <a:ln w="9525">
            <a:solidFill>
              <a:schemeClr val="tx1">
                <a:lumMod val="75000"/>
                <a:lumOff val="2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9" name="Gefaltete Ecke 7">
            <a:extLst>
              <a:ext uri="{FF2B5EF4-FFF2-40B4-BE49-F238E27FC236}">
                <a16:creationId xmlns:a16="http://schemas.microsoft.com/office/drawing/2014/main" id="{0F31C6D2-F7C3-C2F2-EF75-141ECBB04900}"/>
              </a:ext>
            </a:extLst>
          </p:cNvPr>
          <p:cNvSpPr/>
          <p:nvPr/>
        </p:nvSpPr>
        <p:spPr bwMode="gray">
          <a:xfrm>
            <a:off x="504001" y="1694583"/>
            <a:ext cx="609400" cy="1074214"/>
          </a:xfrm>
          <a:prstGeom prst="rect">
            <a:avLst/>
          </a:prstGeom>
          <a:solidFill>
            <a:srgbClr val="EAECEE"/>
          </a:solidFill>
          <a:ln w="25400" algn="ctr">
            <a:noFill/>
            <a:miter lim="800000"/>
            <a:headEnd/>
            <a:tailEnd/>
          </a:ln>
        </p:spPr>
        <p:txBody>
          <a:bodyPr lIns="108000" tIns="144000" rIns="36000" bIns="36000" rtlCol="0" anchor="t" anchorCtr="0"/>
          <a:lstStyle/>
          <a:p>
            <a:pPr defTabSz="914400" fontAlgn="base">
              <a:spcBef>
                <a:spcPct val="50000"/>
              </a:spcBef>
              <a:spcAft>
                <a:spcPct val="0"/>
              </a:spcAft>
              <a:buClr>
                <a:srgbClr val="F0AB00"/>
              </a:buClr>
              <a:buSzPct val="80000"/>
            </a:pPr>
            <a:r>
              <a:rPr lang="en-US" sz="650" b="1" kern="0">
                <a:latin typeface="72 Brand" panose="020B0504030603020204" pitchFamily="34" charset="0"/>
                <a:ea typeface="Arial Unicode MS" pitchFamily="34" charset="-128"/>
                <a:cs typeface="Arial Unicode MS" pitchFamily="34" charset="-128"/>
              </a:rPr>
              <a:t>Actions</a:t>
            </a:r>
            <a:endParaRPr kumimoji="0" lang="en-US" sz="650" b="1" i="0" u="none" strike="noStrike" kern="0" cap="none" spc="0" normalizeH="0" baseline="0" noProof="0" err="1">
              <a:ln>
                <a:noFill/>
              </a:ln>
              <a:effectLst/>
              <a:uLnTx/>
              <a:uFillTx/>
              <a:latin typeface="72 Brand" panose="020B0504030603020204" pitchFamily="34" charset="0"/>
              <a:ea typeface="Arial Unicode MS" pitchFamily="34" charset="-128"/>
              <a:cs typeface="Arial Unicode MS" pitchFamily="34" charset="-128"/>
            </a:endParaRPr>
          </a:p>
        </p:txBody>
      </p:sp>
      <p:sp>
        <p:nvSpPr>
          <p:cNvPr id="57" name="Gefaltete Ecke 6">
            <a:extLst>
              <a:ext uri="{FF2B5EF4-FFF2-40B4-BE49-F238E27FC236}">
                <a16:creationId xmlns:a16="http://schemas.microsoft.com/office/drawing/2014/main" id="{A2EF9185-C93C-4200-AB09-8AF14B08C73D}"/>
              </a:ext>
            </a:extLst>
          </p:cNvPr>
          <p:cNvSpPr/>
          <p:nvPr/>
        </p:nvSpPr>
        <p:spPr bwMode="gray">
          <a:xfrm>
            <a:off x="510127" y="2860987"/>
            <a:ext cx="44025" cy="1074213"/>
          </a:xfrm>
          <a:prstGeom prst="rect">
            <a:avLst/>
          </a:prstGeom>
          <a:solidFill>
            <a:srgbClr val="FFC933"/>
          </a:solidFill>
          <a:ln w="25400" algn="ctr">
            <a:noFill/>
            <a:miter lim="800000"/>
            <a:headEnd/>
            <a:tailEnd/>
          </a:ln>
        </p:spPr>
        <p:txBody>
          <a:bodyPr lIns="108000" tIns="72000" rIns="36000" bIns="0" rtlCol="0" anchor="ctr" anchorCtr="0"/>
          <a:lstStyle/>
          <a:p>
            <a:pPr lvl="0" algn="ctr" defTabSz="1088558">
              <a:defRPr/>
            </a:pPr>
            <a:endParaRPr lang="en-US" sz="650">
              <a:latin typeface="72 Brand" panose="020B0504030603020204" pitchFamily="34" charset="0"/>
              <a:cs typeface="Arial" panose="020B0604020202020204" pitchFamily="34" charset="0"/>
            </a:endParaRPr>
          </a:p>
        </p:txBody>
      </p:sp>
      <p:sp>
        <p:nvSpPr>
          <p:cNvPr id="60" name="Gefaltete Ecke 6">
            <a:extLst>
              <a:ext uri="{FF2B5EF4-FFF2-40B4-BE49-F238E27FC236}">
                <a16:creationId xmlns:a16="http://schemas.microsoft.com/office/drawing/2014/main" id="{EE21AB5F-09C5-2DD8-8AA0-114FD70B3427}"/>
              </a:ext>
            </a:extLst>
          </p:cNvPr>
          <p:cNvSpPr/>
          <p:nvPr/>
        </p:nvSpPr>
        <p:spPr bwMode="gray">
          <a:xfrm>
            <a:off x="510127" y="4024320"/>
            <a:ext cx="44025" cy="1074213"/>
          </a:xfrm>
          <a:prstGeom prst="rect">
            <a:avLst/>
          </a:prstGeom>
          <a:solidFill>
            <a:srgbClr val="1B90FF"/>
          </a:solidFill>
          <a:ln w="25400" algn="ctr">
            <a:noFill/>
            <a:miter lim="800000"/>
            <a:headEnd/>
            <a:tailEnd/>
          </a:ln>
        </p:spPr>
        <p:txBody>
          <a:bodyPr lIns="108000" tIns="72000" rIns="36000" bIns="0" rtlCol="0" anchor="ctr" anchorCtr="0"/>
          <a:lstStyle/>
          <a:p>
            <a:pPr lvl="0" algn="ctr" defTabSz="1088558">
              <a:defRPr/>
            </a:pPr>
            <a:endParaRPr lang="en-US" sz="650">
              <a:latin typeface="72 Brand" panose="020B0504030603020204" pitchFamily="34" charset="0"/>
              <a:cs typeface="Arial" panose="020B0604020202020204" pitchFamily="34" charset="0"/>
            </a:endParaRPr>
          </a:p>
        </p:txBody>
      </p:sp>
      <p:sp>
        <p:nvSpPr>
          <p:cNvPr id="63" name="Gefaltete Ecke 6">
            <a:extLst>
              <a:ext uri="{FF2B5EF4-FFF2-40B4-BE49-F238E27FC236}">
                <a16:creationId xmlns:a16="http://schemas.microsoft.com/office/drawing/2014/main" id="{FCC09C4C-251C-E252-0D65-4008AA4A48FD}"/>
              </a:ext>
            </a:extLst>
          </p:cNvPr>
          <p:cNvSpPr/>
          <p:nvPr/>
        </p:nvSpPr>
        <p:spPr bwMode="gray">
          <a:xfrm>
            <a:off x="510127" y="5196681"/>
            <a:ext cx="44025" cy="1074213"/>
          </a:xfrm>
          <a:prstGeom prst="rect">
            <a:avLst/>
          </a:prstGeom>
          <a:solidFill>
            <a:srgbClr val="7858FF"/>
          </a:solidFill>
          <a:ln w="25400" algn="ctr">
            <a:noFill/>
            <a:miter lim="800000"/>
            <a:headEnd/>
            <a:tailEnd/>
          </a:ln>
        </p:spPr>
        <p:txBody>
          <a:bodyPr lIns="36000" tIns="72000" rIns="36000" bIns="0" rtlCol="0" anchor="ctr" anchorCtr="0"/>
          <a:lstStyle/>
          <a:p>
            <a:pPr lvl="0" algn="ctr" defTabSz="1088558">
              <a:defRPr/>
            </a:pPr>
            <a:endParaRPr lang="en-US" sz="1050">
              <a:latin typeface="72 Brand" panose="020B0504030603020204" pitchFamily="34" charset="0"/>
              <a:cs typeface="Arial" panose="020B0604020202020204" pitchFamily="34" charset="0"/>
            </a:endParaRPr>
          </a:p>
        </p:txBody>
      </p:sp>
      <p:sp>
        <p:nvSpPr>
          <p:cNvPr id="221" name="Gefaltete Ecke 6">
            <a:extLst>
              <a:ext uri="{FF2B5EF4-FFF2-40B4-BE49-F238E27FC236}">
                <a16:creationId xmlns:a16="http://schemas.microsoft.com/office/drawing/2014/main" id="{16836BC9-4CBD-00B7-0765-10E86109387B}"/>
              </a:ext>
            </a:extLst>
          </p:cNvPr>
          <p:cNvSpPr/>
          <p:nvPr/>
        </p:nvSpPr>
        <p:spPr bwMode="gray">
          <a:xfrm>
            <a:off x="1172022" y="1700891"/>
            <a:ext cx="44025" cy="1074213"/>
          </a:xfrm>
          <a:prstGeom prst="rect">
            <a:avLst/>
          </a:prstGeom>
          <a:solidFill>
            <a:srgbClr val="97DD40"/>
          </a:solidFill>
          <a:ln w="25400" algn="ctr">
            <a:noFill/>
            <a:miter lim="800000"/>
            <a:headEnd/>
            <a:tailEnd/>
          </a:ln>
        </p:spPr>
        <p:txBody>
          <a:bodyPr lIns="36000" tIns="72000" rIns="36000" bIns="0" rtlCol="0" anchor="ctr" anchorCtr="0"/>
          <a:lstStyle/>
          <a:p>
            <a:pPr lvl="0" algn="ctr" defTabSz="1088558">
              <a:defRPr/>
            </a:pPr>
            <a:endParaRPr lang="en-US" sz="1050">
              <a:latin typeface="72 Brand" panose="020B0504030603020204" pitchFamily="34" charset="0"/>
              <a:cs typeface="Arial" panose="020B0604020202020204" pitchFamily="34" charset="0"/>
            </a:endParaRPr>
          </a:p>
        </p:txBody>
      </p:sp>
      <p:sp>
        <p:nvSpPr>
          <p:cNvPr id="219" name="Gefaltete Ecke 6">
            <a:extLst>
              <a:ext uri="{FF2B5EF4-FFF2-40B4-BE49-F238E27FC236}">
                <a16:creationId xmlns:a16="http://schemas.microsoft.com/office/drawing/2014/main" id="{98907B98-0CE2-EEFD-396A-DFC6B4D6775D}"/>
              </a:ext>
            </a:extLst>
          </p:cNvPr>
          <p:cNvSpPr/>
          <p:nvPr/>
        </p:nvSpPr>
        <p:spPr bwMode="gray">
          <a:xfrm>
            <a:off x="2448767" y="1700891"/>
            <a:ext cx="44025" cy="1074213"/>
          </a:xfrm>
          <a:prstGeom prst="rect">
            <a:avLst/>
          </a:prstGeom>
          <a:solidFill>
            <a:srgbClr val="97DD40"/>
          </a:solidFill>
          <a:ln w="25400" algn="ctr">
            <a:noFill/>
            <a:miter lim="800000"/>
            <a:headEnd/>
            <a:tailEnd/>
          </a:ln>
        </p:spPr>
        <p:txBody>
          <a:bodyPr lIns="36000" tIns="72000" rIns="36000" bIns="0" rtlCol="0" anchor="ctr" anchorCtr="0"/>
          <a:lstStyle/>
          <a:p>
            <a:pPr lvl="0" algn="ctr" defTabSz="1088558">
              <a:defRPr/>
            </a:pPr>
            <a:endParaRPr lang="en-US" sz="1050">
              <a:latin typeface="72 Brand" panose="020B0504030603020204" pitchFamily="34" charset="0"/>
              <a:cs typeface="Arial" panose="020B0604020202020204" pitchFamily="34" charset="0"/>
            </a:endParaRPr>
          </a:p>
        </p:txBody>
      </p:sp>
      <p:sp>
        <p:nvSpPr>
          <p:cNvPr id="205" name="Gefaltete Ecke 6">
            <a:extLst>
              <a:ext uri="{FF2B5EF4-FFF2-40B4-BE49-F238E27FC236}">
                <a16:creationId xmlns:a16="http://schemas.microsoft.com/office/drawing/2014/main" id="{9EA434AD-ADF1-45FC-AEE0-C6C4BBD4AC79}"/>
              </a:ext>
            </a:extLst>
          </p:cNvPr>
          <p:cNvSpPr/>
          <p:nvPr/>
        </p:nvSpPr>
        <p:spPr bwMode="gray">
          <a:xfrm>
            <a:off x="3825150" y="1700891"/>
            <a:ext cx="44025" cy="1074213"/>
          </a:xfrm>
          <a:prstGeom prst="rect">
            <a:avLst/>
          </a:prstGeom>
          <a:solidFill>
            <a:srgbClr val="97DD40"/>
          </a:solidFill>
          <a:ln w="25400" algn="ctr">
            <a:noFill/>
            <a:miter lim="800000"/>
            <a:headEnd/>
            <a:tailEnd/>
          </a:ln>
        </p:spPr>
        <p:txBody>
          <a:bodyPr lIns="36000" tIns="72000" rIns="36000" bIns="0" rtlCol="0" anchor="ctr" anchorCtr="0"/>
          <a:lstStyle/>
          <a:p>
            <a:pPr lvl="0" algn="ctr" defTabSz="1088558">
              <a:defRPr/>
            </a:pPr>
            <a:endParaRPr lang="en-US" sz="1050">
              <a:latin typeface="72 Brand" panose="020B0504030603020204" pitchFamily="34" charset="0"/>
              <a:cs typeface="Arial" panose="020B0604020202020204" pitchFamily="34" charset="0"/>
            </a:endParaRPr>
          </a:p>
        </p:txBody>
      </p:sp>
      <p:sp>
        <p:nvSpPr>
          <p:cNvPr id="189" name="Gefaltete Ecke 6">
            <a:extLst>
              <a:ext uri="{FF2B5EF4-FFF2-40B4-BE49-F238E27FC236}">
                <a16:creationId xmlns:a16="http://schemas.microsoft.com/office/drawing/2014/main" id="{0A39EB39-15A4-C01E-16AD-0AAEA9807973}"/>
              </a:ext>
            </a:extLst>
          </p:cNvPr>
          <p:cNvSpPr/>
          <p:nvPr/>
        </p:nvSpPr>
        <p:spPr bwMode="gray">
          <a:xfrm>
            <a:off x="6524619" y="1700891"/>
            <a:ext cx="44025" cy="1074213"/>
          </a:xfrm>
          <a:prstGeom prst="rect">
            <a:avLst/>
          </a:prstGeom>
          <a:solidFill>
            <a:srgbClr val="97DD40"/>
          </a:solidFill>
          <a:ln w="25400" algn="ctr">
            <a:noFill/>
            <a:miter lim="800000"/>
            <a:headEnd/>
            <a:tailEnd/>
          </a:ln>
        </p:spPr>
        <p:txBody>
          <a:bodyPr lIns="36000" tIns="72000" rIns="36000" bIns="0" rtlCol="0" anchor="ctr" anchorCtr="0"/>
          <a:lstStyle/>
          <a:p>
            <a:pPr lvl="0" algn="ctr" defTabSz="1088558">
              <a:defRPr/>
            </a:pPr>
            <a:endParaRPr lang="en-US" sz="1050">
              <a:latin typeface="72 Brand" panose="020B0504030603020204" pitchFamily="34" charset="0"/>
              <a:cs typeface="Arial" panose="020B0604020202020204" pitchFamily="34" charset="0"/>
            </a:endParaRPr>
          </a:p>
        </p:txBody>
      </p:sp>
      <p:sp>
        <p:nvSpPr>
          <p:cNvPr id="187" name="Gefaltete Ecke 6">
            <a:extLst>
              <a:ext uri="{FF2B5EF4-FFF2-40B4-BE49-F238E27FC236}">
                <a16:creationId xmlns:a16="http://schemas.microsoft.com/office/drawing/2014/main" id="{E6082781-8820-1249-DBAE-0D458B42D882}"/>
              </a:ext>
            </a:extLst>
          </p:cNvPr>
          <p:cNvSpPr/>
          <p:nvPr/>
        </p:nvSpPr>
        <p:spPr bwMode="gray">
          <a:xfrm>
            <a:off x="7801364" y="1700891"/>
            <a:ext cx="44025" cy="1074213"/>
          </a:xfrm>
          <a:prstGeom prst="rect">
            <a:avLst/>
          </a:prstGeom>
          <a:solidFill>
            <a:srgbClr val="97DD40"/>
          </a:solidFill>
          <a:ln w="25400" algn="ctr">
            <a:noFill/>
            <a:miter lim="800000"/>
            <a:headEnd/>
            <a:tailEnd/>
          </a:ln>
        </p:spPr>
        <p:txBody>
          <a:bodyPr lIns="36000" tIns="72000" rIns="36000" bIns="0" rtlCol="0" anchor="ctr" anchorCtr="0"/>
          <a:lstStyle/>
          <a:p>
            <a:pPr lvl="0" algn="ctr" defTabSz="1088558">
              <a:defRPr/>
            </a:pPr>
            <a:endParaRPr lang="en-US" sz="1050">
              <a:latin typeface="72 Brand" panose="020B0504030603020204" pitchFamily="34" charset="0"/>
              <a:cs typeface="Arial" panose="020B0604020202020204" pitchFamily="34" charset="0"/>
            </a:endParaRPr>
          </a:p>
        </p:txBody>
      </p:sp>
      <p:sp>
        <p:nvSpPr>
          <p:cNvPr id="48" name="Gefaltete Ecke 6">
            <a:extLst>
              <a:ext uri="{FF2B5EF4-FFF2-40B4-BE49-F238E27FC236}">
                <a16:creationId xmlns:a16="http://schemas.microsoft.com/office/drawing/2014/main" id="{2FA043CF-FEB8-D6F9-A348-1313685AA819}"/>
              </a:ext>
            </a:extLst>
          </p:cNvPr>
          <p:cNvSpPr/>
          <p:nvPr/>
        </p:nvSpPr>
        <p:spPr bwMode="gray">
          <a:xfrm>
            <a:off x="510127" y="1702119"/>
            <a:ext cx="44025" cy="1074213"/>
          </a:xfrm>
          <a:prstGeom prst="rect">
            <a:avLst/>
          </a:prstGeom>
          <a:solidFill>
            <a:srgbClr val="97DD40"/>
          </a:solidFill>
          <a:ln w="25400" algn="ctr">
            <a:noFill/>
            <a:miter lim="800000"/>
            <a:headEnd/>
            <a:tailEnd/>
          </a:ln>
        </p:spPr>
        <p:txBody>
          <a:bodyPr lIns="108000" tIns="72000" rIns="36000" bIns="0" rtlCol="0" anchor="ctr" anchorCtr="0"/>
          <a:lstStyle/>
          <a:p>
            <a:pPr lvl="0" algn="ctr" defTabSz="1088558">
              <a:defRPr/>
            </a:pPr>
            <a:endParaRPr lang="en-US" sz="650">
              <a:latin typeface="72 Brand" panose="020B0504030603020204" pitchFamily="34" charset="0"/>
              <a:cs typeface="Arial" panose="020B0604020202020204" pitchFamily="34" charset="0"/>
            </a:endParaRPr>
          </a:p>
        </p:txBody>
      </p:sp>
      <p:grpSp>
        <p:nvGrpSpPr>
          <p:cNvPr id="10" name="Group 9">
            <a:extLst>
              <a:ext uri="{FF2B5EF4-FFF2-40B4-BE49-F238E27FC236}">
                <a16:creationId xmlns:a16="http://schemas.microsoft.com/office/drawing/2014/main" id="{1526E8D3-3A96-EA78-8C70-A9936EA0D990}"/>
              </a:ext>
            </a:extLst>
          </p:cNvPr>
          <p:cNvGrpSpPr/>
          <p:nvPr/>
        </p:nvGrpSpPr>
        <p:grpSpPr>
          <a:xfrm>
            <a:off x="6445071" y="-2890"/>
            <a:ext cx="5231695" cy="329981"/>
            <a:chOff x="6445071" y="-2890"/>
            <a:chExt cx="5231695" cy="329981"/>
          </a:xfrm>
        </p:grpSpPr>
        <p:sp>
          <p:nvSpPr>
            <p:cNvPr id="13" name="Freeform 12">
              <a:extLst>
                <a:ext uri="{FF2B5EF4-FFF2-40B4-BE49-F238E27FC236}">
                  <a16:creationId xmlns:a16="http://schemas.microsoft.com/office/drawing/2014/main" id="{62F2B788-94E9-4CDF-B301-25CFA0EF1B54}"/>
                </a:ext>
              </a:extLst>
            </p:cNvPr>
            <p:cNvSpPr/>
            <p:nvPr/>
          </p:nvSpPr>
          <p:spPr bwMode="gray">
            <a:xfrm>
              <a:off x="9983214" y="2972"/>
              <a:ext cx="1693552" cy="324119"/>
            </a:xfrm>
            <a:custGeom>
              <a:avLst/>
              <a:gdLst>
                <a:gd name="connsiteX0" fmla="*/ 0 w 1693552"/>
                <a:gd name="connsiteY0" fmla="*/ 0 h 585279"/>
                <a:gd name="connsiteX1" fmla="*/ 1693552 w 1693552"/>
                <a:gd name="connsiteY1" fmla="*/ 0 h 585279"/>
                <a:gd name="connsiteX2" fmla="*/ 1626106 w 1693552"/>
                <a:gd name="connsiteY2" fmla="*/ 88336 h 585279"/>
                <a:gd name="connsiteX3" fmla="*/ 1618916 w 1693552"/>
                <a:gd name="connsiteY3" fmla="*/ 127655 h 585279"/>
                <a:gd name="connsiteX4" fmla="*/ 1621837 w 1693552"/>
                <a:gd name="connsiteY4" fmla="*/ 142127 h 585279"/>
                <a:gd name="connsiteX5" fmla="*/ 1621837 w 1693552"/>
                <a:gd name="connsiteY5" fmla="*/ 496646 h 585279"/>
                <a:gd name="connsiteX6" fmla="*/ 1533204 w 1693552"/>
                <a:gd name="connsiteY6" fmla="*/ 585279 h 585279"/>
                <a:gd name="connsiteX7" fmla="*/ 167586 w 1693552"/>
                <a:gd name="connsiteY7" fmla="*/ 585279 h 585279"/>
                <a:gd name="connsiteX8" fmla="*/ 78953 w 1693552"/>
                <a:gd name="connsiteY8" fmla="*/ 496646 h 585279"/>
                <a:gd name="connsiteX9" fmla="*/ 78953 w 1693552"/>
                <a:gd name="connsiteY9" fmla="*/ 142127 h 585279"/>
                <a:gd name="connsiteX10" fmla="*/ 79555 w 1693552"/>
                <a:gd name="connsiteY10" fmla="*/ 139146 h 585279"/>
                <a:gd name="connsiteX11" fmla="*/ 70761 w 1693552"/>
                <a:gd name="connsiteY11" fmla="*/ 89697 h 585279"/>
                <a:gd name="connsiteX12" fmla="*/ 0 w 1693552"/>
                <a:gd name="connsiteY12" fmla="*/ 0 h 5852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3552" h="585279">
                  <a:moveTo>
                    <a:pt x="0" y="0"/>
                  </a:moveTo>
                  <a:lnTo>
                    <a:pt x="1693552" y="0"/>
                  </a:lnTo>
                  <a:cubicBezTo>
                    <a:pt x="1650342" y="38551"/>
                    <a:pt x="1635760" y="50388"/>
                    <a:pt x="1626106" y="88336"/>
                  </a:cubicBezTo>
                  <a:lnTo>
                    <a:pt x="1618916" y="127655"/>
                  </a:lnTo>
                  <a:lnTo>
                    <a:pt x="1621837" y="142127"/>
                  </a:lnTo>
                  <a:lnTo>
                    <a:pt x="1621837" y="496646"/>
                  </a:lnTo>
                  <a:cubicBezTo>
                    <a:pt x="1621837" y="545597"/>
                    <a:pt x="1582155" y="585279"/>
                    <a:pt x="1533204" y="585279"/>
                  </a:cubicBezTo>
                  <a:lnTo>
                    <a:pt x="167586" y="585279"/>
                  </a:lnTo>
                  <a:cubicBezTo>
                    <a:pt x="118635" y="585279"/>
                    <a:pt x="78953" y="545597"/>
                    <a:pt x="78953" y="496646"/>
                  </a:cubicBezTo>
                  <a:lnTo>
                    <a:pt x="78953" y="142127"/>
                  </a:lnTo>
                  <a:lnTo>
                    <a:pt x="79555" y="139146"/>
                  </a:lnTo>
                  <a:lnTo>
                    <a:pt x="70761" y="89697"/>
                  </a:lnTo>
                  <a:cubicBezTo>
                    <a:pt x="59377" y="48932"/>
                    <a:pt x="39986" y="35332"/>
                    <a:pt x="0" y="0"/>
                  </a:cubicBezTo>
                  <a:close/>
                </a:path>
              </a:pathLst>
            </a:custGeom>
            <a:solidFill>
              <a:srgbClr val="EBF5CB"/>
            </a:solidFill>
            <a:ln w="25400" algn="ctr">
              <a:noFill/>
              <a:miter lim="800000"/>
              <a:headEnd/>
              <a:tailEnd/>
            </a:ln>
            <a:effectLst/>
          </p:spPr>
          <p:txBody>
            <a:bodyPr wrap="square" lIns="0" tIns="72000" rIns="0" bIns="72000" rtlCol="0" anchor="ctr">
              <a:noAutofit/>
            </a:bodyPr>
            <a:lstStyle/>
            <a:p>
              <a:pPr algn="ctr" defTabSz="914400" fontAlgn="base">
                <a:spcBef>
                  <a:spcPct val="50000"/>
                </a:spcBef>
                <a:spcAft>
                  <a:spcPct val="0"/>
                </a:spcAft>
                <a:buClr>
                  <a:srgbClr val="F0AB00"/>
                </a:buClr>
                <a:buSzPct val="80000"/>
              </a:pPr>
              <a:r>
                <a:rPr lang="de-DE" sz="800" kern="0">
                  <a:latin typeface="72 Brand" panose="020B0504030603020204" pitchFamily="34" charset="0"/>
                  <a:ea typeface="Arial Unicode MS" pitchFamily="34" charset="-128"/>
                  <a:cs typeface="Arial Unicode MS" pitchFamily="34" charset="-128"/>
                </a:rPr>
                <a:t>Application Extension </a:t>
              </a:r>
              <a:br>
                <a:rPr lang="de-DE" sz="800" kern="0">
                  <a:latin typeface="72 Brand" panose="020B0504030603020204" pitchFamily="34" charset="0"/>
                  <a:ea typeface="Arial Unicode MS" pitchFamily="34" charset="-128"/>
                  <a:cs typeface="Arial Unicode MS" pitchFamily="34" charset="-128"/>
                </a:rPr>
              </a:br>
              <a:r>
                <a:rPr lang="de-DE" sz="800" kern="0">
                  <a:latin typeface="72 Brand" panose="020B0504030603020204" pitchFamily="34" charset="0"/>
                  <a:ea typeface="Arial Unicode MS" pitchFamily="34" charset="-128"/>
                  <a:cs typeface="Arial Unicode MS" pitchFamily="34" charset="-128"/>
                </a:rPr>
                <a:t>Use Case</a:t>
              </a:r>
            </a:p>
          </p:txBody>
        </p:sp>
        <p:sp>
          <p:nvSpPr>
            <p:cNvPr id="14" name="Freeform 13">
              <a:extLst>
                <a:ext uri="{FF2B5EF4-FFF2-40B4-BE49-F238E27FC236}">
                  <a16:creationId xmlns:a16="http://schemas.microsoft.com/office/drawing/2014/main" id="{136E7582-93E6-73A7-2D2E-C4DEB6794309}"/>
                </a:ext>
              </a:extLst>
            </p:cNvPr>
            <p:cNvSpPr/>
            <p:nvPr/>
          </p:nvSpPr>
          <p:spPr bwMode="gray">
            <a:xfrm>
              <a:off x="8188021" y="-2890"/>
              <a:ext cx="1693552" cy="324119"/>
            </a:xfrm>
            <a:custGeom>
              <a:avLst/>
              <a:gdLst>
                <a:gd name="connsiteX0" fmla="*/ 0 w 1693552"/>
                <a:gd name="connsiteY0" fmla="*/ 0 h 585279"/>
                <a:gd name="connsiteX1" fmla="*/ 1693552 w 1693552"/>
                <a:gd name="connsiteY1" fmla="*/ 0 h 585279"/>
                <a:gd name="connsiteX2" fmla="*/ 1626106 w 1693552"/>
                <a:gd name="connsiteY2" fmla="*/ 88336 h 585279"/>
                <a:gd name="connsiteX3" fmla="*/ 1618916 w 1693552"/>
                <a:gd name="connsiteY3" fmla="*/ 127655 h 585279"/>
                <a:gd name="connsiteX4" fmla="*/ 1621837 w 1693552"/>
                <a:gd name="connsiteY4" fmla="*/ 142127 h 585279"/>
                <a:gd name="connsiteX5" fmla="*/ 1621837 w 1693552"/>
                <a:gd name="connsiteY5" fmla="*/ 496646 h 585279"/>
                <a:gd name="connsiteX6" fmla="*/ 1533204 w 1693552"/>
                <a:gd name="connsiteY6" fmla="*/ 585279 h 585279"/>
                <a:gd name="connsiteX7" fmla="*/ 167586 w 1693552"/>
                <a:gd name="connsiteY7" fmla="*/ 585279 h 585279"/>
                <a:gd name="connsiteX8" fmla="*/ 78953 w 1693552"/>
                <a:gd name="connsiteY8" fmla="*/ 496646 h 585279"/>
                <a:gd name="connsiteX9" fmla="*/ 78953 w 1693552"/>
                <a:gd name="connsiteY9" fmla="*/ 142127 h 585279"/>
                <a:gd name="connsiteX10" fmla="*/ 79555 w 1693552"/>
                <a:gd name="connsiteY10" fmla="*/ 139146 h 585279"/>
                <a:gd name="connsiteX11" fmla="*/ 70761 w 1693552"/>
                <a:gd name="connsiteY11" fmla="*/ 89697 h 585279"/>
                <a:gd name="connsiteX12" fmla="*/ 0 w 1693552"/>
                <a:gd name="connsiteY12" fmla="*/ 0 h 5852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3552" h="585279">
                  <a:moveTo>
                    <a:pt x="0" y="0"/>
                  </a:moveTo>
                  <a:lnTo>
                    <a:pt x="1693552" y="0"/>
                  </a:lnTo>
                  <a:cubicBezTo>
                    <a:pt x="1650342" y="38551"/>
                    <a:pt x="1635760" y="50388"/>
                    <a:pt x="1626106" y="88336"/>
                  </a:cubicBezTo>
                  <a:lnTo>
                    <a:pt x="1618916" y="127655"/>
                  </a:lnTo>
                  <a:lnTo>
                    <a:pt x="1621837" y="142127"/>
                  </a:lnTo>
                  <a:lnTo>
                    <a:pt x="1621837" y="496646"/>
                  </a:lnTo>
                  <a:cubicBezTo>
                    <a:pt x="1621837" y="545597"/>
                    <a:pt x="1582155" y="585279"/>
                    <a:pt x="1533204" y="585279"/>
                  </a:cubicBezTo>
                  <a:lnTo>
                    <a:pt x="167586" y="585279"/>
                  </a:lnTo>
                  <a:cubicBezTo>
                    <a:pt x="118635" y="585279"/>
                    <a:pt x="78953" y="545597"/>
                    <a:pt x="78953" y="496646"/>
                  </a:cubicBezTo>
                  <a:lnTo>
                    <a:pt x="78953" y="142127"/>
                  </a:lnTo>
                  <a:lnTo>
                    <a:pt x="79555" y="139146"/>
                  </a:lnTo>
                  <a:lnTo>
                    <a:pt x="70761" y="89697"/>
                  </a:lnTo>
                  <a:cubicBezTo>
                    <a:pt x="59377" y="48932"/>
                    <a:pt x="39986" y="35332"/>
                    <a:pt x="0" y="0"/>
                  </a:cubicBezTo>
                  <a:close/>
                </a:path>
              </a:pathLst>
            </a:custGeom>
            <a:noFill/>
            <a:ln w="25400" algn="ctr">
              <a:noFill/>
              <a:miter lim="800000"/>
              <a:headEnd/>
              <a:tailEnd/>
            </a:ln>
            <a:effectLst>
              <a:outerShdw blurRad="63500" sx="102000" sy="102000" algn="ctr" rotWithShape="0">
                <a:prstClr val="black">
                  <a:alpha val="21000"/>
                </a:prstClr>
              </a:outerShdw>
            </a:effectLst>
          </p:spPr>
          <p:txBody>
            <a:bodyPr wrap="square" lIns="0" tIns="72000" rIns="0" bIns="72000" rtlCol="0" anchor="ctr">
              <a:noAutofit/>
            </a:bodyPr>
            <a:lstStyle/>
            <a:p>
              <a:pPr algn="ctr" defTabSz="914400" fontAlgn="base">
                <a:spcBef>
                  <a:spcPct val="50000"/>
                </a:spcBef>
                <a:spcAft>
                  <a:spcPct val="0"/>
                </a:spcAft>
                <a:buClr>
                  <a:srgbClr val="F0AB00"/>
                </a:buClr>
                <a:buSzPct val="80000"/>
              </a:pPr>
              <a:r>
                <a:rPr lang="en-US" sz="800" kern="0">
                  <a:solidFill>
                    <a:schemeClr val="bg1">
                      <a:lumMod val="85000"/>
                    </a:schemeClr>
                  </a:solidFill>
                  <a:latin typeface="72 Brand" panose="020B0504030603020204" pitchFamily="34" charset="0"/>
                  <a:ea typeface="Arial Unicode MS" pitchFamily="34" charset="-128"/>
                  <a:cs typeface="Arial Unicode MS" pitchFamily="34" charset="-128"/>
                </a:rPr>
                <a:t>Business &amp; Context </a:t>
              </a:r>
              <a:br>
                <a:rPr lang="en-US" sz="800" kern="0">
                  <a:solidFill>
                    <a:schemeClr val="bg1">
                      <a:lumMod val="85000"/>
                    </a:schemeClr>
                  </a:solidFill>
                  <a:latin typeface="72 Brand" panose="020B0504030603020204" pitchFamily="34" charset="0"/>
                  <a:ea typeface="Arial Unicode MS" pitchFamily="34" charset="-128"/>
                  <a:cs typeface="Arial Unicode MS" pitchFamily="34" charset="-128"/>
                </a:rPr>
              </a:br>
              <a:r>
                <a:rPr lang="en-US" sz="800" kern="0">
                  <a:solidFill>
                    <a:schemeClr val="bg1">
                      <a:lumMod val="85000"/>
                    </a:schemeClr>
                  </a:solidFill>
                  <a:latin typeface="72 Brand" panose="020B0504030603020204" pitchFamily="34" charset="0"/>
                  <a:ea typeface="Arial Unicode MS" pitchFamily="34" charset="-128"/>
                  <a:cs typeface="Arial Unicode MS" pitchFamily="34" charset="-128"/>
                </a:rPr>
                <a:t>Requirement</a:t>
              </a:r>
            </a:p>
          </p:txBody>
        </p:sp>
        <p:sp>
          <p:nvSpPr>
            <p:cNvPr id="21" name="Freeform 20">
              <a:extLst>
                <a:ext uri="{FF2B5EF4-FFF2-40B4-BE49-F238E27FC236}">
                  <a16:creationId xmlns:a16="http://schemas.microsoft.com/office/drawing/2014/main" id="{55A7C528-D2B7-7BF3-866B-0E6705020587}"/>
                </a:ext>
              </a:extLst>
            </p:cNvPr>
            <p:cNvSpPr/>
            <p:nvPr/>
          </p:nvSpPr>
          <p:spPr bwMode="gray">
            <a:xfrm>
              <a:off x="6445071" y="-2890"/>
              <a:ext cx="1693552" cy="324119"/>
            </a:xfrm>
            <a:custGeom>
              <a:avLst/>
              <a:gdLst>
                <a:gd name="connsiteX0" fmla="*/ 0 w 1693552"/>
                <a:gd name="connsiteY0" fmla="*/ 0 h 585279"/>
                <a:gd name="connsiteX1" fmla="*/ 1693552 w 1693552"/>
                <a:gd name="connsiteY1" fmla="*/ 0 h 585279"/>
                <a:gd name="connsiteX2" fmla="*/ 1626106 w 1693552"/>
                <a:gd name="connsiteY2" fmla="*/ 88336 h 585279"/>
                <a:gd name="connsiteX3" fmla="*/ 1618916 w 1693552"/>
                <a:gd name="connsiteY3" fmla="*/ 127655 h 585279"/>
                <a:gd name="connsiteX4" fmla="*/ 1621837 w 1693552"/>
                <a:gd name="connsiteY4" fmla="*/ 142127 h 585279"/>
                <a:gd name="connsiteX5" fmla="*/ 1621837 w 1693552"/>
                <a:gd name="connsiteY5" fmla="*/ 496646 h 585279"/>
                <a:gd name="connsiteX6" fmla="*/ 1533204 w 1693552"/>
                <a:gd name="connsiteY6" fmla="*/ 585279 h 585279"/>
                <a:gd name="connsiteX7" fmla="*/ 167586 w 1693552"/>
                <a:gd name="connsiteY7" fmla="*/ 585279 h 585279"/>
                <a:gd name="connsiteX8" fmla="*/ 78953 w 1693552"/>
                <a:gd name="connsiteY8" fmla="*/ 496646 h 585279"/>
                <a:gd name="connsiteX9" fmla="*/ 78953 w 1693552"/>
                <a:gd name="connsiteY9" fmla="*/ 142127 h 585279"/>
                <a:gd name="connsiteX10" fmla="*/ 79555 w 1693552"/>
                <a:gd name="connsiteY10" fmla="*/ 139146 h 585279"/>
                <a:gd name="connsiteX11" fmla="*/ 70761 w 1693552"/>
                <a:gd name="connsiteY11" fmla="*/ 89697 h 585279"/>
                <a:gd name="connsiteX12" fmla="*/ 0 w 1693552"/>
                <a:gd name="connsiteY12" fmla="*/ 0 h 5852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3552" h="585279">
                  <a:moveTo>
                    <a:pt x="0" y="0"/>
                  </a:moveTo>
                  <a:lnTo>
                    <a:pt x="1693552" y="0"/>
                  </a:lnTo>
                  <a:cubicBezTo>
                    <a:pt x="1650342" y="38551"/>
                    <a:pt x="1635760" y="50388"/>
                    <a:pt x="1626106" y="88336"/>
                  </a:cubicBezTo>
                  <a:lnTo>
                    <a:pt x="1618916" y="127655"/>
                  </a:lnTo>
                  <a:lnTo>
                    <a:pt x="1621837" y="142127"/>
                  </a:lnTo>
                  <a:lnTo>
                    <a:pt x="1621837" y="496646"/>
                  </a:lnTo>
                  <a:cubicBezTo>
                    <a:pt x="1621837" y="545597"/>
                    <a:pt x="1582155" y="585279"/>
                    <a:pt x="1533204" y="585279"/>
                  </a:cubicBezTo>
                  <a:lnTo>
                    <a:pt x="167586" y="585279"/>
                  </a:lnTo>
                  <a:cubicBezTo>
                    <a:pt x="118635" y="585279"/>
                    <a:pt x="78953" y="545597"/>
                    <a:pt x="78953" y="496646"/>
                  </a:cubicBezTo>
                  <a:lnTo>
                    <a:pt x="78953" y="142127"/>
                  </a:lnTo>
                  <a:lnTo>
                    <a:pt x="79555" y="139146"/>
                  </a:lnTo>
                  <a:lnTo>
                    <a:pt x="70761" y="89697"/>
                  </a:lnTo>
                  <a:cubicBezTo>
                    <a:pt x="59377" y="48932"/>
                    <a:pt x="39986" y="35332"/>
                    <a:pt x="0" y="0"/>
                  </a:cubicBezTo>
                  <a:close/>
                </a:path>
              </a:pathLst>
            </a:custGeom>
            <a:noFill/>
            <a:ln w="25400" algn="ctr">
              <a:noFill/>
              <a:miter lim="800000"/>
              <a:headEnd/>
              <a:tailEnd/>
            </a:ln>
            <a:effectLst>
              <a:outerShdw blurRad="63500" sx="102000" sy="102000" algn="ctr" rotWithShape="0">
                <a:prstClr val="black">
                  <a:alpha val="21000"/>
                </a:prstClr>
              </a:outerShdw>
            </a:effectLst>
          </p:spPr>
          <p:txBody>
            <a:bodyPr wrap="square" lIns="0" tIns="72000" rIns="0" bIns="72000" rtlCol="0" anchor="ctr">
              <a:noAutofit/>
            </a:bodyPr>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r>
                <a:rPr kumimoji="0" lang="en-DE" sz="800" i="0" u="none" strike="noStrike" kern="0" cap="none" spc="0" normalizeH="0" baseline="0" noProof="0">
                  <a:ln>
                    <a:noFill/>
                  </a:ln>
                  <a:solidFill>
                    <a:schemeClr val="bg1">
                      <a:lumMod val="85000"/>
                    </a:schemeClr>
                  </a:solidFill>
                  <a:effectLst/>
                  <a:uLnTx/>
                  <a:uFillTx/>
                  <a:latin typeface="72 Brand" panose="020B0504030603020204" pitchFamily="34" charset="0"/>
                  <a:ea typeface="Arial Unicode MS" pitchFamily="34" charset="-128"/>
                  <a:cs typeface="Arial Unicode MS" pitchFamily="34" charset="-128"/>
                </a:rPr>
                <a:t>System Context</a:t>
              </a:r>
            </a:p>
          </p:txBody>
        </p:sp>
      </p:grpSp>
      <p:sp>
        <p:nvSpPr>
          <p:cNvPr id="5" name="Rounded Rectangle 2">
            <a:extLst>
              <a:ext uri="{FF2B5EF4-FFF2-40B4-BE49-F238E27FC236}">
                <a16:creationId xmlns:a16="http://schemas.microsoft.com/office/drawing/2014/main" id="{A8235191-35EF-DDC7-C730-8C1DA8A565AF}"/>
              </a:ext>
            </a:extLst>
          </p:cNvPr>
          <p:cNvSpPr/>
          <p:nvPr/>
        </p:nvSpPr>
        <p:spPr bwMode="gray">
          <a:xfrm>
            <a:off x="513050" y="810962"/>
            <a:ext cx="1054885" cy="233316"/>
          </a:xfrm>
          <a:prstGeom prst="roundRect">
            <a:avLst>
              <a:gd name="adj" fmla="val 21664"/>
            </a:avLst>
          </a:prstGeom>
          <a:solidFill>
            <a:srgbClr val="36A41D"/>
          </a:solidFill>
          <a:ln w="19050" cap="rnd" cmpd="sng">
            <a:noFill/>
            <a:headEnd/>
            <a:tailEnd/>
          </a:ln>
          <a:effectLst/>
        </p:spPr>
        <p:style>
          <a:lnRef idx="3">
            <a:schemeClr val="lt1"/>
          </a:lnRef>
          <a:fillRef idx="1">
            <a:schemeClr val="accent6"/>
          </a:fillRef>
          <a:effectRef idx="1">
            <a:schemeClr val="accent6"/>
          </a:effectRef>
          <a:fontRef idx="minor">
            <a:schemeClr val="lt1"/>
          </a:fontRef>
        </p:style>
        <p:txBody>
          <a:bodyPr wrap="square" lIns="0" tIns="0" rIns="0" bIns="0" rtlCol="0" anchor="ctr">
            <a:noAutofit/>
          </a:bodyPr>
          <a:lstStyle/>
          <a:p>
            <a:pPr algn="ctr" fontAlgn="base">
              <a:spcBef>
                <a:spcPct val="50000"/>
              </a:spcBef>
              <a:spcAft>
                <a:spcPct val="0"/>
              </a:spcAft>
              <a:buClr>
                <a:srgbClr val="F0AB00"/>
              </a:buClr>
              <a:buSzPct val="80000"/>
            </a:pPr>
            <a:r>
              <a:rPr lang="en-US" sz="1000" kern="0">
                <a:solidFill>
                  <a:schemeClr val="bg1"/>
                </a:solidFill>
                <a:latin typeface="72 Brand" panose="020B0504030603020204" pitchFamily="34" charset="0"/>
                <a:ea typeface="Arial Unicode MS" pitchFamily="34" charset="-128"/>
                <a:cs typeface="Arial Unicode MS" pitchFamily="34" charset="-128"/>
                <a:sym typeface="Arial"/>
              </a:rPr>
              <a:t>Example</a:t>
            </a:r>
          </a:p>
        </p:txBody>
      </p:sp>
    </p:spTree>
    <p:extLst>
      <p:ext uri="{BB962C8B-B14F-4D97-AF65-F5344CB8AC3E}">
        <p14:creationId xmlns:p14="http://schemas.microsoft.com/office/powerpoint/2010/main" val="49399153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E3354C-7EF4-674B-4C16-7597C18D1255}"/>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2A53AE0E-BF95-D9AC-4F35-74E62CE04510}"/>
              </a:ext>
            </a:extLst>
          </p:cNvPr>
          <p:cNvSpPr>
            <a:spLocks noGrp="1"/>
          </p:cNvSpPr>
          <p:nvPr>
            <p:ph type="ctrTitle"/>
          </p:nvPr>
        </p:nvSpPr>
        <p:spPr/>
        <p:txBody>
          <a:bodyPr/>
          <a:lstStyle/>
          <a:p>
            <a:r>
              <a:rPr lang="en-US" b="1" noProof="0" dirty="0"/>
              <a:t>Exercise 1.3 &amp; 1.4: </a:t>
            </a:r>
            <a:br>
              <a:rPr lang="en-US" b="1" noProof="0" dirty="0"/>
            </a:br>
            <a:br>
              <a:rPr lang="en-US" b="1" noProof="0" dirty="0"/>
            </a:br>
            <a:r>
              <a:rPr lang="en-US" sz="3200" dirty="0"/>
              <a:t>Assess Extension Technology</a:t>
            </a:r>
            <a:endParaRPr lang="en-US" noProof="0" dirty="0"/>
          </a:p>
        </p:txBody>
      </p:sp>
    </p:spTree>
    <p:extLst>
      <p:ext uri="{BB962C8B-B14F-4D97-AF65-F5344CB8AC3E}">
        <p14:creationId xmlns:p14="http://schemas.microsoft.com/office/powerpoint/2010/main" val="182423279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B0D62E-A16E-F192-B367-93303D94E870}"/>
            </a:ext>
          </a:extLst>
        </p:cNvPr>
        <p:cNvGrpSpPr/>
        <p:nvPr/>
      </p:nvGrpSpPr>
      <p:grpSpPr>
        <a:xfrm>
          <a:off x="0" y="0"/>
          <a:ext cx="0" cy="0"/>
          <a:chOff x="0" y="0"/>
          <a:chExt cx="0" cy="0"/>
        </a:xfrm>
      </p:grpSpPr>
      <p:sp>
        <p:nvSpPr>
          <p:cNvPr id="12" name="Titel 11">
            <a:extLst>
              <a:ext uri="{FF2B5EF4-FFF2-40B4-BE49-F238E27FC236}">
                <a16:creationId xmlns:a16="http://schemas.microsoft.com/office/drawing/2014/main" id="{A7FC8106-4450-9662-DB69-B453C6845E1D}"/>
              </a:ext>
            </a:extLst>
          </p:cNvPr>
          <p:cNvSpPr>
            <a:spLocks noGrp="1"/>
          </p:cNvSpPr>
          <p:nvPr>
            <p:ph type="title"/>
          </p:nvPr>
        </p:nvSpPr>
        <p:spPr>
          <a:xfrm>
            <a:off x="504001" y="504000"/>
            <a:ext cx="11186476" cy="615553"/>
          </a:xfrm>
        </p:spPr>
        <p:txBody>
          <a:bodyPr/>
          <a:lstStyle/>
          <a:p>
            <a:r>
              <a:rPr lang="en-US" sz="2000" dirty="0"/>
              <a:t>Extension Technology per Extension Task Mapping - Scene 01: Sales Order data entry </a:t>
            </a:r>
            <a:br>
              <a:rPr lang="en-US" sz="2000" dirty="0"/>
            </a:br>
            <a:endParaRPr lang="en-US" sz="2000" dirty="0"/>
          </a:p>
        </p:txBody>
      </p:sp>
      <p:sp>
        <p:nvSpPr>
          <p:cNvPr id="171" name="Rechteck 28">
            <a:extLst>
              <a:ext uri="{FF2B5EF4-FFF2-40B4-BE49-F238E27FC236}">
                <a16:creationId xmlns:a16="http://schemas.microsoft.com/office/drawing/2014/main" id="{7A5ED046-EEC9-D36B-1DF2-7DEB2EB2EF12}"/>
              </a:ext>
            </a:extLst>
          </p:cNvPr>
          <p:cNvSpPr/>
          <p:nvPr/>
        </p:nvSpPr>
        <p:spPr bwMode="gray">
          <a:xfrm>
            <a:off x="1340321" y="1254896"/>
            <a:ext cx="3348000" cy="5000248"/>
          </a:xfrm>
          <a:prstGeom prst="roundRect">
            <a:avLst>
              <a:gd name="adj" fmla="val 1619"/>
            </a:avLst>
          </a:prstGeom>
          <a:noFill/>
          <a:ln w="15875" algn="ctr">
            <a:solidFill>
              <a:srgbClr val="A9B4BE"/>
            </a:solidFill>
            <a:miter lim="800000"/>
            <a:headEnd/>
            <a:tailEnd/>
            <a:extLst>
              <a:ext uri="{C807C97D-BFC1-408E-A445-0C87EB9F89A2}">
                <ask:lineSketchStyleProps xmlns:ask="http://schemas.microsoft.com/office/drawing/2018/sketchyshapes" sd="1219033472">
                  <a:custGeom>
                    <a:avLst/>
                    <a:gdLst>
                      <a:gd name="connsiteX0" fmla="*/ 0 w 3384000"/>
                      <a:gd name="connsiteY0" fmla="*/ 0 h 5039142"/>
                      <a:gd name="connsiteX1" fmla="*/ 642960 w 3384000"/>
                      <a:gd name="connsiteY1" fmla="*/ 0 h 5039142"/>
                      <a:gd name="connsiteX2" fmla="*/ 1218240 w 3384000"/>
                      <a:gd name="connsiteY2" fmla="*/ 0 h 5039142"/>
                      <a:gd name="connsiteX3" fmla="*/ 1962720 w 3384000"/>
                      <a:gd name="connsiteY3" fmla="*/ 0 h 5039142"/>
                      <a:gd name="connsiteX4" fmla="*/ 2605680 w 3384000"/>
                      <a:gd name="connsiteY4" fmla="*/ 0 h 5039142"/>
                      <a:gd name="connsiteX5" fmla="*/ 3384000 w 3384000"/>
                      <a:gd name="connsiteY5" fmla="*/ 0 h 5039142"/>
                      <a:gd name="connsiteX6" fmla="*/ 3384000 w 3384000"/>
                      <a:gd name="connsiteY6" fmla="*/ 730676 h 5039142"/>
                      <a:gd name="connsiteX7" fmla="*/ 3384000 w 3384000"/>
                      <a:gd name="connsiteY7" fmla="*/ 1360568 h 5039142"/>
                      <a:gd name="connsiteX8" fmla="*/ 3384000 w 3384000"/>
                      <a:gd name="connsiteY8" fmla="*/ 1990461 h 5039142"/>
                      <a:gd name="connsiteX9" fmla="*/ 3384000 w 3384000"/>
                      <a:gd name="connsiteY9" fmla="*/ 2519571 h 5039142"/>
                      <a:gd name="connsiteX10" fmla="*/ 3384000 w 3384000"/>
                      <a:gd name="connsiteY10" fmla="*/ 3048681 h 5039142"/>
                      <a:gd name="connsiteX11" fmla="*/ 3384000 w 3384000"/>
                      <a:gd name="connsiteY11" fmla="*/ 3678574 h 5039142"/>
                      <a:gd name="connsiteX12" fmla="*/ 3384000 w 3384000"/>
                      <a:gd name="connsiteY12" fmla="*/ 4358858 h 5039142"/>
                      <a:gd name="connsiteX13" fmla="*/ 3384000 w 3384000"/>
                      <a:gd name="connsiteY13" fmla="*/ 5039142 h 5039142"/>
                      <a:gd name="connsiteX14" fmla="*/ 2707200 w 3384000"/>
                      <a:gd name="connsiteY14" fmla="*/ 5039142 h 5039142"/>
                      <a:gd name="connsiteX15" fmla="*/ 2098080 w 3384000"/>
                      <a:gd name="connsiteY15" fmla="*/ 5039142 h 5039142"/>
                      <a:gd name="connsiteX16" fmla="*/ 1421280 w 3384000"/>
                      <a:gd name="connsiteY16" fmla="*/ 5039142 h 5039142"/>
                      <a:gd name="connsiteX17" fmla="*/ 676800 w 3384000"/>
                      <a:gd name="connsiteY17" fmla="*/ 5039142 h 5039142"/>
                      <a:gd name="connsiteX18" fmla="*/ 0 w 3384000"/>
                      <a:gd name="connsiteY18" fmla="*/ 5039142 h 5039142"/>
                      <a:gd name="connsiteX19" fmla="*/ 0 w 3384000"/>
                      <a:gd name="connsiteY19" fmla="*/ 4560424 h 5039142"/>
                      <a:gd name="connsiteX20" fmla="*/ 0 w 3384000"/>
                      <a:gd name="connsiteY20" fmla="*/ 4031314 h 5039142"/>
                      <a:gd name="connsiteX21" fmla="*/ 0 w 3384000"/>
                      <a:gd name="connsiteY21" fmla="*/ 3451812 h 5039142"/>
                      <a:gd name="connsiteX22" fmla="*/ 0 w 3384000"/>
                      <a:gd name="connsiteY22" fmla="*/ 2721137 h 5039142"/>
                      <a:gd name="connsiteX23" fmla="*/ 0 w 3384000"/>
                      <a:gd name="connsiteY23" fmla="*/ 2091244 h 5039142"/>
                      <a:gd name="connsiteX24" fmla="*/ 0 w 3384000"/>
                      <a:gd name="connsiteY24" fmla="*/ 1511743 h 5039142"/>
                      <a:gd name="connsiteX25" fmla="*/ 0 w 3384000"/>
                      <a:gd name="connsiteY25" fmla="*/ 1033024 h 5039142"/>
                      <a:gd name="connsiteX26" fmla="*/ 0 w 3384000"/>
                      <a:gd name="connsiteY26" fmla="*/ 554306 h 5039142"/>
                      <a:gd name="connsiteX27" fmla="*/ 0 w 3384000"/>
                      <a:gd name="connsiteY27" fmla="*/ 0 h 50391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3384000" h="5039142" extrusionOk="0">
                        <a:moveTo>
                          <a:pt x="0" y="0"/>
                        </a:moveTo>
                        <a:cubicBezTo>
                          <a:pt x="271185" y="29039"/>
                          <a:pt x="328782" y="-28129"/>
                          <a:pt x="642960" y="0"/>
                        </a:cubicBezTo>
                        <a:cubicBezTo>
                          <a:pt x="957138" y="28129"/>
                          <a:pt x="1032733" y="9365"/>
                          <a:pt x="1218240" y="0"/>
                        </a:cubicBezTo>
                        <a:cubicBezTo>
                          <a:pt x="1403747" y="-9365"/>
                          <a:pt x="1722595" y="19949"/>
                          <a:pt x="1962720" y="0"/>
                        </a:cubicBezTo>
                        <a:cubicBezTo>
                          <a:pt x="2202845" y="-19949"/>
                          <a:pt x="2294374" y="-15471"/>
                          <a:pt x="2605680" y="0"/>
                        </a:cubicBezTo>
                        <a:cubicBezTo>
                          <a:pt x="2916986" y="15471"/>
                          <a:pt x="3056482" y="-1523"/>
                          <a:pt x="3384000" y="0"/>
                        </a:cubicBezTo>
                        <a:cubicBezTo>
                          <a:pt x="3391804" y="351232"/>
                          <a:pt x="3398473" y="465272"/>
                          <a:pt x="3384000" y="730676"/>
                        </a:cubicBezTo>
                        <a:cubicBezTo>
                          <a:pt x="3369527" y="996080"/>
                          <a:pt x="3364958" y="1100114"/>
                          <a:pt x="3384000" y="1360568"/>
                        </a:cubicBezTo>
                        <a:cubicBezTo>
                          <a:pt x="3403042" y="1621022"/>
                          <a:pt x="3401480" y="1745457"/>
                          <a:pt x="3384000" y="1990461"/>
                        </a:cubicBezTo>
                        <a:cubicBezTo>
                          <a:pt x="3366520" y="2235465"/>
                          <a:pt x="3400781" y="2334793"/>
                          <a:pt x="3384000" y="2519571"/>
                        </a:cubicBezTo>
                        <a:cubicBezTo>
                          <a:pt x="3367220" y="2704349"/>
                          <a:pt x="3395504" y="2938777"/>
                          <a:pt x="3384000" y="3048681"/>
                        </a:cubicBezTo>
                        <a:cubicBezTo>
                          <a:pt x="3372497" y="3158585"/>
                          <a:pt x="3379870" y="3417460"/>
                          <a:pt x="3384000" y="3678574"/>
                        </a:cubicBezTo>
                        <a:cubicBezTo>
                          <a:pt x="3388130" y="3939688"/>
                          <a:pt x="3390425" y="4135215"/>
                          <a:pt x="3384000" y="4358858"/>
                        </a:cubicBezTo>
                        <a:cubicBezTo>
                          <a:pt x="3377575" y="4582501"/>
                          <a:pt x="3393976" y="4724127"/>
                          <a:pt x="3384000" y="5039142"/>
                        </a:cubicBezTo>
                        <a:cubicBezTo>
                          <a:pt x="3046876" y="5050303"/>
                          <a:pt x="2922171" y="5035741"/>
                          <a:pt x="2707200" y="5039142"/>
                        </a:cubicBezTo>
                        <a:cubicBezTo>
                          <a:pt x="2492229" y="5042543"/>
                          <a:pt x="2335721" y="5011483"/>
                          <a:pt x="2098080" y="5039142"/>
                        </a:cubicBezTo>
                        <a:cubicBezTo>
                          <a:pt x="1860439" y="5066801"/>
                          <a:pt x="1648647" y="5069859"/>
                          <a:pt x="1421280" y="5039142"/>
                        </a:cubicBezTo>
                        <a:cubicBezTo>
                          <a:pt x="1193913" y="5008425"/>
                          <a:pt x="980245" y="5075806"/>
                          <a:pt x="676800" y="5039142"/>
                        </a:cubicBezTo>
                        <a:cubicBezTo>
                          <a:pt x="373355" y="5002478"/>
                          <a:pt x="186733" y="5035812"/>
                          <a:pt x="0" y="5039142"/>
                        </a:cubicBezTo>
                        <a:cubicBezTo>
                          <a:pt x="18411" y="4868054"/>
                          <a:pt x="-5364" y="4775031"/>
                          <a:pt x="0" y="4560424"/>
                        </a:cubicBezTo>
                        <a:cubicBezTo>
                          <a:pt x="5364" y="4345817"/>
                          <a:pt x="-22783" y="4255096"/>
                          <a:pt x="0" y="4031314"/>
                        </a:cubicBezTo>
                        <a:cubicBezTo>
                          <a:pt x="22783" y="3807532"/>
                          <a:pt x="-17666" y="3647596"/>
                          <a:pt x="0" y="3451812"/>
                        </a:cubicBezTo>
                        <a:cubicBezTo>
                          <a:pt x="17666" y="3256028"/>
                          <a:pt x="-29825" y="2916710"/>
                          <a:pt x="0" y="2721137"/>
                        </a:cubicBezTo>
                        <a:cubicBezTo>
                          <a:pt x="29825" y="2525565"/>
                          <a:pt x="-727" y="2310220"/>
                          <a:pt x="0" y="2091244"/>
                        </a:cubicBezTo>
                        <a:cubicBezTo>
                          <a:pt x="727" y="1872268"/>
                          <a:pt x="14542" y="1755568"/>
                          <a:pt x="0" y="1511743"/>
                        </a:cubicBezTo>
                        <a:cubicBezTo>
                          <a:pt x="-14542" y="1267918"/>
                          <a:pt x="6462" y="1213297"/>
                          <a:pt x="0" y="1033024"/>
                        </a:cubicBezTo>
                        <a:cubicBezTo>
                          <a:pt x="-6462" y="852751"/>
                          <a:pt x="-17725" y="738390"/>
                          <a:pt x="0" y="554306"/>
                        </a:cubicBezTo>
                        <a:cubicBezTo>
                          <a:pt x="17725" y="370222"/>
                          <a:pt x="-24059" y="115157"/>
                          <a:pt x="0" y="0"/>
                        </a:cubicBezTo>
                        <a:close/>
                      </a:path>
                    </a:pathLst>
                  </a:custGeom>
                  <ask:type>
                    <ask:lineSketchNone/>
                  </ask:type>
                </ask:lineSketchStyleProps>
              </a:ext>
            </a:extLst>
          </a:ln>
        </p:spPr>
        <p:txBody>
          <a:bodyPr lIns="90000" tIns="54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000" b="0" i="0" u="none" strike="noStrike" kern="0" cap="none" spc="0" normalizeH="0" baseline="0" noProof="0">
                <a:ln>
                  <a:noFill/>
                </a:ln>
                <a:solidFill>
                  <a:srgbClr val="12171C"/>
                </a:solidFill>
                <a:effectLst/>
                <a:uLnTx/>
                <a:uFillTx/>
                <a:latin typeface="72 Brand" panose="020B0504030603020204" pitchFamily="34" charset="0"/>
                <a:ea typeface="Arial Unicode MS" pitchFamily="34" charset="-128"/>
                <a:cs typeface="72" panose="020B0503030000000003" pitchFamily="34" charset="0"/>
              </a:rPr>
              <a:t>Phase 1</a:t>
            </a:r>
            <a:endParaRPr kumimoji="0" lang="en-US" sz="1000" b="0" u="none" strike="noStrike" kern="0" cap="none" spc="0" normalizeH="0" baseline="0" noProof="0">
              <a:ln>
                <a:noFill/>
              </a:ln>
              <a:solidFill>
                <a:srgbClr val="12171C"/>
              </a:solidFill>
              <a:effectLst/>
              <a:uLnTx/>
              <a:uFillTx/>
              <a:latin typeface="72 Brand" panose="020B0504030603020204" pitchFamily="34" charset="0"/>
              <a:ea typeface="Arial Unicode MS" pitchFamily="34" charset="-128"/>
              <a:cs typeface="72" panose="020B0503030000000003" pitchFamily="34" charset="0"/>
            </a:endParaRPr>
          </a:p>
        </p:txBody>
      </p:sp>
      <p:sp>
        <p:nvSpPr>
          <p:cNvPr id="172" name="Gefaltete Ecke 13">
            <a:extLst>
              <a:ext uri="{FF2B5EF4-FFF2-40B4-BE49-F238E27FC236}">
                <a16:creationId xmlns:a16="http://schemas.microsoft.com/office/drawing/2014/main" id="{0692CA6B-0B2A-3AE1-9BC7-5F8C58F73464}"/>
              </a:ext>
            </a:extLst>
          </p:cNvPr>
          <p:cNvSpPr/>
          <p:nvPr/>
        </p:nvSpPr>
        <p:spPr bwMode="gray">
          <a:xfrm>
            <a:off x="1484320" y="1574264"/>
            <a:ext cx="3061607" cy="634069"/>
          </a:xfrm>
          <a:prstGeom prst="rect">
            <a:avLst/>
          </a:prstGeom>
          <a:solidFill>
            <a:srgbClr val="EAECEE"/>
          </a:solidFill>
          <a:ln w="25400" algn="ctr">
            <a:noFill/>
            <a:miter lim="800000"/>
            <a:headEnd/>
            <a:tailEnd/>
          </a:ln>
        </p:spPr>
        <p:txBody>
          <a:bodyPr lIns="0" tIns="0" rIns="0" bIns="0" rtlCol="0" anchor="ctr" anchorCtr="0"/>
          <a:lstStyle/>
          <a:p>
            <a:pPr algn="ctr" defTabSz="914400" fontAlgn="base">
              <a:spcBef>
                <a:spcPct val="50000"/>
              </a:spcBef>
              <a:spcAft>
                <a:spcPct val="0"/>
              </a:spcAft>
              <a:buClr>
                <a:srgbClr val="F0AB00"/>
              </a:buClr>
              <a:buSzPct val="80000"/>
            </a:pPr>
            <a:r>
              <a:rPr lang="en-US" sz="900" kern="0" dirty="0">
                <a:latin typeface="72 Brand" panose="020B0504030603020204" pitchFamily="34" charset="0"/>
                <a:ea typeface="Arial Unicode MS" pitchFamily="34" charset="-128"/>
                <a:cs typeface="Arial Unicode MS" pitchFamily="34" charset="-128"/>
              </a:rPr>
              <a:t>Scene 01:</a:t>
            </a:r>
          </a:p>
          <a:p>
            <a:pPr algn="ctr" defTabSz="914400" fontAlgn="base">
              <a:spcBef>
                <a:spcPct val="50000"/>
              </a:spcBef>
              <a:spcAft>
                <a:spcPct val="0"/>
              </a:spcAft>
              <a:buClr>
                <a:srgbClr val="F0AB00"/>
              </a:buClr>
              <a:buSzPct val="80000"/>
            </a:pPr>
            <a:r>
              <a:rPr lang="en-US" sz="900" b="1" kern="0" dirty="0">
                <a:latin typeface="72 Brand" panose="020B0504030603020204" pitchFamily="34" charset="0"/>
                <a:ea typeface="Arial Unicode MS" pitchFamily="34" charset="-128"/>
                <a:cs typeface="Arial Unicode MS" pitchFamily="34" charset="-128"/>
              </a:rPr>
              <a:t>Sales Order data entry </a:t>
            </a:r>
          </a:p>
        </p:txBody>
      </p:sp>
      <p:sp>
        <p:nvSpPr>
          <p:cNvPr id="195" name="Gefaltete Ecke 6">
            <a:extLst>
              <a:ext uri="{FF2B5EF4-FFF2-40B4-BE49-F238E27FC236}">
                <a16:creationId xmlns:a16="http://schemas.microsoft.com/office/drawing/2014/main" id="{E8CC452C-B861-5154-5C07-389E88D6CE7E}"/>
              </a:ext>
            </a:extLst>
          </p:cNvPr>
          <p:cNvSpPr/>
          <p:nvPr/>
        </p:nvSpPr>
        <p:spPr bwMode="gray">
          <a:xfrm>
            <a:off x="3094044" y="2274242"/>
            <a:ext cx="1451883" cy="898971"/>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Display material data on UI</a:t>
            </a:r>
          </a:p>
        </p:txBody>
      </p:sp>
      <p:sp>
        <p:nvSpPr>
          <p:cNvPr id="191" name="Gefaltete Ecke 6">
            <a:extLst>
              <a:ext uri="{FF2B5EF4-FFF2-40B4-BE49-F238E27FC236}">
                <a16:creationId xmlns:a16="http://schemas.microsoft.com/office/drawing/2014/main" id="{5AB907C0-7146-56A0-BA66-03BA482AC0F6}"/>
              </a:ext>
            </a:extLst>
          </p:cNvPr>
          <p:cNvSpPr/>
          <p:nvPr/>
        </p:nvSpPr>
        <p:spPr bwMode="gray">
          <a:xfrm>
            <a:off x="3094044" y="3230647"/>
            <a:ext cx="1451883" cy="898971"/>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Read material data from SAP S/4HANA</a:t>
            </a:r>
          </a:p>
        </p:txBody>
      </p:sp>
      <p:sp>
        <p:nvSpPr>
          <p:cNvPr id="189" name="Gefaltete Ecke 6">
            <a:extLst>
              <a:ext uri="{FF2B5EF4-FFF2-40B4-BE49-F238E27FC236}">
                <a16:creationId xmlns:a16="http://schemas.microsoft.com/office/drawing/2014/main" id="{6091C2D5-4B0B-6D50-EFBF-6C9AF92530BE}"/>
              </a:ext>
            </a:extLst>
          </p:cNvPr>
          <p:cNvSpPr/>
          <p:nvPr/>
        </p:nvSpPr>
        <p:spPr bwMode="gray">
          <a:xfrm>
            <a:off x="1526191" y="4187052"/>
            <a:ext cx="1451883" cy="898971"/>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SAP BTP</a:t>
            </a:r>
          </a:p>
        </p:txBody>
      </p:sp>
      <p:sp>
        <p:nvSpPr>
          <p:cNvPr id="187" name="Gefaltete Ecke 6">
            <a:extLst>
              <a:ext uri="{FF2B5EF4-FFF2-40B4-BE49-F238E27FC236}">
                <a16:creationId xmlns:a16="http://schemas.microsoft.com/office/drawing/2014/main" id="{2859E37D-B079-1737-05ED-F8F6E53C9F1C}"/>
              </a:ext>
            </a:extLst>
          </p:cNvPr>
          <p:cNvSpPr/>
          <p:nvPr/>
        </p:nvSpPr>
        <p:spPr bwMode="gray">
          <a:xfrm>
            <a:off x="3094044" y="4187052"/>
            <a:ext cx="1451883" cy="898971"/>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SAP S/4HANA Cloud Public Edition</a:t>
            </a:r>
          </a:p>
        </p:txBody>
      </p:sp>
      <p:sp>
        <p:nvSpPr>
          <p:cNvPr id="184" name="Gefaltete Ecke 6">
            <a:extLst>
              <a:ext uri="{FF2B5EF4-FFF2-40B4-BE49-F238E27FC236}">
                <a16:creationId xmlns:a16="http://schemas.microsoft.com/office/drawing/2014/main" id="{85CD2642-C86F-7DCA-13E2-ACA335AF6835}"/>
              </a:ext>
            </a:extLst>
          </p:cNvPr>
          <p:cNvSpPr/>
          <p:nvPr/>
        </p:nvSpPr>
        <p:spPr bwMode="gray">
          <a:xfrm>
            <a:off x="1485927" y="5142428"/>
            <a:ext cx="45125" cy="898971"/>
          </a:xfrm>
          <a:prstGeom prst="rect">
            <a:avLst/>
          </a:prstGeom>
          <a:solidFill>
            <a:srgbClr val="7858FF"/>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185" name="Gefaltete Ecke 6">
            <a:extLst>
              <a:ext uri="{FF2B5EF4-FFF2-40B4-BE49-F238E27FC236}">
                <a16:creationId xmlns:a16="http://schemas.microsoft.com/office/drawing/2014/main" id="{1EE64E18-D482-7CA9-960C-A3BEF1A7FEB9}"/>
              </a:ext>
            </a:extLst>
          </p:cNvPr>
          <p:cNvSpPr/>
          <p:nvPr/>
        </p:nvSpPr>
        <p:spPr bwMode="gray">
          <a:xfrm>
            <a:off x="1526191" y="5143457"/>
            <a:ext cx="1451883" cy="898971"/>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Sales order</a:t>
            </a:r>
          </a:p>
        </p:txBody>
      </p:sp>
      <p:sp>
        <p:nvSpPr>
          <p:cNvPr id="182" name="Gefaltete Ecke 6">
            <a:extLst>
              <a:ext uri="{FF2B5EF4-FFF2-40B4-BE49-F238E27FC236}">
                <a16:creationId xmlns:a16="http://schemas.microsoft.com/office/drawing/2014/main" id="{E45AB328-971F-97A4-670E-CF32239BD0EB}"/>
              </a:ext>
            </a:extLst>
          </p:cNvPr>
          <p:cNvSpPr/>
          <p:nvPr/>
        </p:nvSpPr>
        <p:spPr bwMode="gray">
          <a:xfrm>
            <a:off x="3053780" y="5142428"/>
            <a:ext cx="45125" cy="898971"/>
          </a:xfrm>
          <a:prstGeom prst="rect">
            <a:avLst/>
          </a:prstGeom>
          <a:solidFill>
            <a:srgbClr val="7858FF"/>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183" name="Gefaltete Ecke 6">
            <a:extLst>
              <a:ext uri="{FF2B5EF4-FFF2-40B4-BE49-F238E27FC236}">
                <a16:creationId xmlns:a16="http://schemas.microsoft.com/office/drawing/2014/main" id="{56F46808-F85D-9022-7EC5-0B133341AD1D}"/>
              </a:ext>
            </a:extLst>
          </p:cNvPr>
          <p:cNvSpPr/>
          <p:nvPr/>
        </p:nvSpPr>
        <p:spPr bwMode="gray">
          <a:xfrm>
            <a:off x="3094044" y="5143457"/>
            <a:ext cx="1451883" cy="898971"/>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Material master</a:t>
            </a:r>
          </a:p>
        </p:txBody>
      </p:sp>
      <p:sp>
        <p:nvSpPr>
          <p:cNvPr id="198" name="Rechteck 28">
            <a:extLst>
              <a:ext uri="{FF2B5EF4-FFF2-40B4-BE49-F238E27FC236}">
                <a16:creationId xmlns:a16="http://schemas.microsoft.com/office/drawing/2014/main" id="{E583E942-D1EC-971E-1C5B-CB2B69FF75E0}"/>
              </a:ext>
            </a:extLst>
          </p:cNvPr>
          <p:cNvSpPr/>
          <p:nvPr/>
        </p:nvSpPr>
        <p:spPr bwMode="gray">
          <a:xfrm>
            <a:off x="4848834" y="1254896"/>
            <a:ext cx="3348000" cy="5000248"/>
          </a:xfrm>
          <a:prstGeom prst="roundRect">
            <a:avLst>
              <a:gd name="adj" fmla="val 1619"/>
            </a:avLst>
          </a:prstGeom>
          <a:noFill/>
          <a:ln w="15875" algn="ctr">
            <a:solidFill>
              <a:srgbClr val="A9B4BE"/>
            </a:solidFill>
            <a:miter lim="800000"/>
            <a:headEnd/>
            <a:tailEnd/>
            <a:extLst>
              <a:ext uri="{C807C97D-BFC1-408E-A445-0C87EB9F89A2}">
                <ask:lineSketchStyleProps xmlns:ask="http://schemas.microsoft.com/office/drawing/2018/sketchyshapes" sd="1219033472">
                  <a:custGeom>
                    <a:avLst/>
                    <a:gdLst>
                      <a:gd name="connsiteX0" fmla="*/ 0 w 3384000"/>
                      <a:gd name="connsiteY0" fmla="*/ 0 h 5039142"/>
                      <a:gd name="connsiteX1" fmla="*/ 642960 w 3384000"/>
                      <a:gd name="connsiteY1" fmla="*/ 0 h 5039142"/>
                      <a:gd name="connsiteX2" fmla="*/ 1218240 w 3384000"/>
                      <a:gd name="connsiteY2" fmla="*/ 0 h 5039142"/>
                      <a:gd name="connsiteX3" fmla="*/ 1962720 w 3384000"/>
                      <a:gd name="connsiteY3" fmla="*/ 0 h 5039142"/>
                      <a:gd name="connsiteX4" fmla="*/ 2605680 w 3384000"/>
                      <a:gd name="connsiteY4" fmla="*/ 0 h 5039142"/>
                      <a:gd name="connsiteX5" fmla="*/ 3384000 w 3384000"/>
                      <a:gd name="connsiteY5" fmla="*/ 0 h 5039142"/>
                      <a:gd name="connsiteX6" fmla="*/ 3384000 w 3384000"/>
                      <a:gd name="connsiteY6" fmla="*/ 730676 h 5039142"/>
                      <a:gd name="connsiteX7" fmla="*/ 3384000 w 3384000"/>
                      <a:gd name="connsiteY7" fmla="*/ 1360568 h 5039142"/>
                      <a:gd name="connsiteX8" fmla="*/ 3384000 w 3384000"/>
                      <a:gd name="connsiteY8" fmla="*/ 1990461 h 5039142"/>
                      <a:gd name="connsiteX9" fmla="*/ 3384000 w 3384000"/>
                      <a:gd name="connsiteY9" fmla="*/ 2519571 h 5039142"/>
                      <a:gd name="connsiteX10" fmla="*/ 3384000 w 3384000"/>
                      <a:gd name="connsiteY10" fmla="*/ 3048681 h 5039142"/>
                      <a:gd name="connsiteX11" fmla="*/ 3384000 w 3384000"/>
                      <a:gd name="connsiteY11" fmla="*/ 3678574 h 5039142"/>
                      <a:gd name="connsiteX12" fmla="*/ 3384000 w 3384000"/>
                      <a:gd name="connsiteY12" fmla="*/ 4358858 h 5039142"/>
                      <a:gd name="connsiteX13" fmla="*/ 3384000 w 3384000"/>
                      <a:gd name="connsiteY13" fmla="*/ 5039142 h 5039142"/>
                      <a:gd name="connsiteX14" fmla="*/ 2707200 w 3384000"/>
                      <a:gd name="connsiteY14" fmla="*/ 5039142 h 5039142"/>
                      <a:gd name="connsiteX15" fmla="*/ 2098080 w 3384000"/>
                      <a:gd name="connsiteY15" fmla="*/ 5039142 h 5039142"/>
                      <a:gd name="connsiteX16" fmla="*/ 1421280 w 3384000"/>
                      <a:gd name="connsiteY16" fmla="*/ 5039142 h 5039142"/>
                      <a:gd name="connsiteX17" fmla="*/ 676800 w 3384000"/>
                      <a:gd name="connsiteY17" fmla="*/ 5039142 h 5039142"/>
                      <a:gd name="connsiteX18" fmla="*/ 0 w 3384000"/>
                      <a:gd name="connsiteY18" fmla="*/ 5039142 h 5039142"/>
                      <a:gd name="connsiteX19" fmla="*/ 0 w 3384000"/>
                      <a:gd name="connsiteY19" fmla="*/ 4560424 h 5039142"/>
                      <a:gd name="connsiteX20" fmla="*/ 0 w 3384000"/>
                      <a:gd name="connsiteY20" fmla="*/ 4031314 h 5039142"/>
                      <a:gd name="connsiteX21" fmla="*/ 0 w 3384000"/>
                      <a:gd name="connsiteY21" fmla="*/ 3451812 h 5039142"/>
                      <a:gd name="connsiteX22" fmla="*/ 0 w 3384000"/>
                      <a:gd name="connsiteY22" fmla="*/ 2721137 h 5039142"/>
                      <a:gd name="connsiteX23" fmla="*/ 0 w 3384000"/>
                      <a:gd name="connsiteY23" fmla="*/ 2091244 h 5039142"/>
                      <a:gd name="connsiteX24" fmla="*/ 0 w 3384000"/>
                      <a:gd name="connsiteY24" fmla="*/ 1511743 h 5039142"/>
                      <a:gd name="connsiteX25" fmla="*/ 0 w 3384000"/>
                      <a:gd name="connsiteY25" fmla="*/ 1033024 h 5039142"/>
                      <a:gd name="connsiteX26" fmla="*/ 0 w 3384000"/>
                      <a:gd name="connsiteY26" fmla="*/ 554306 h 5039142"/>
                      <a:gd name="connsiteX27" fmla="*/ 0 w 3384000"/>
                      <a:gd name="connsiteY27" fmla="*/ 0 h 50391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3384000" h="5039142" extrusionOk="0">
                        <a:moveTo>
                          <a:pt x="0" y="0"/>
                        </a:moveTo>
                        <a:cubicBezTo>
                          <a:pt x="271185" y="29039"/>
                          <a:pt x="328782" y="-28129"/>
                          <a:pt x="642960" y="0"/>
                        </a:cubicBezTo>
                        <a:cubicBezTo>
                          <a:pt x="957138" y="28129"/>
                          <a:pt x="1032733" y="9365"/>
                          <a:pt x="1218240" y="0"/>
                        </a:cubicBezTo>
                        <a:cubicBezTo>
                          <a:pt x="1403747" y="-9365"/>
                          <a:pt x="1722595" y="19949"/>
                          <a:pt x="1962720" y="0"/>
                        </a:cubicBezTo>
                        <a:cubicBezTo>
                          <a:pt x="2202845" y="-19949"/>
                          <a:pt x="2294374" y="-15471"/>
                          <a:pt x="2605680" y="0"/>
                        </a:cubicBezTo>
                        <a:cubicBezTo>
                          <a:pt x="2916986" y="15471"/>
                          <a:pt x="3056482" y="-1523"/>
                          <a:pt x="3384000" y="0"/>
                        </a:cubicBezTo>
                        <a:cubicBezTo>
                          <a:pt x="3391804" y="351232"/>
                          <a:pt x="3398473" y="465272"/>
                          <a:pt x="3384000" y="730676"/>
                        </a:cubicBezTo>
                        <a:cubicBezTo>
                          <a:pt x="3369527" y="996080"/>
                          <a:pt x="3364958" y="1100114"/>
                          <a:pt x="3384000" y="1360568"/>
                        </a:cubicBezTo>
                        <a:cubicBezTo>
                          <a:pt x="3403042" y="1621022"/>
                          <a:pt x="3401480" y="1745457"/>
                          <a:pt x="3384000" y="1990461"/>
                        </a:cubicBezTo>
                        <a:cubicBezTo>
                          <a:pt x="3366520" y="2235465"/>
                          <a:pt x="3400781" y="2334793"/>
                          <a:pt x="3384000" y="2519571"/>
                        </a:cubicBezTo>
                        <a:cubicBezTo>
                          <a:pt x="3367220" y="2704349"/>
                          <a:pt x="3395504" y="2938777"/>
                          <a:pt x="3384000" y="3048681"/>
                        </a:cubicBezTo>
                        <a:cubicBezTo>
                          <a:pt x="3372497" y="3158585"/>
                          <a:pt x="3379870" y="3417460"/>
                          <a:pt x="3384000" y="3678574"/>
                        </a:cubicBezTo>
                        <a:cubicBezTo>
                          <a:pt x="3388130" y="3939688"/>
                          <a:pt x="3390425" y="4135215"/>
                          <a:pt x="3384000" y="4358858"/>
                        </a:cubicBezTo>
                        <a:cubicBezTo>
                          <a:pt x="3377575" y="4582501"/>
                          <a:pt x="3393976" y="4724127"/>
                          <a:pt x="3384000" y="5039142"/>
                        </a:cubicBezTo>
                        <a:cubicBezTo>
                          <a:pt x="3046876" y="5050303"/>
                          <a:pt x="2922171" y="5035741"/>
                          <a:pt x="2707200" y="5039142"/>
                        </a:cubicBezTo>
                        <a:cubicBezTo>
                          <a:pt x="2492229" y="5042543"/>
                          <a:pt x="2335721" y="5011483"/>
                          <a:pt x="2098080" y="5039142"/>
                        </a:cubicBezTo>
                        <a:cubicBezTo>
                          <a:pt x="1860439" y="5066801"/>
                          <a:pt x="1648647" y="5069859"/>
                          <a:pt x="1421280" y="5039142"/>
                        </a:cubicBezTo>
                        <a:cubicBezTo>
                          <a:pt x="1193913" y="5008425"/>
                          <a:pt x="980245" y="5075806"/>
                          <a:pt x="676800" y="5039142"/>
                        </a:cubicBezTo>
                        <a:cubicBezTo>
                          <a:pt x="373355" y="5002478"/>
                          <a:pt x="186733" y="5035812"/>
                          <a:pt x="0" y="5039142"/>
                        </a:cubicBezTo>
                        <a:cubicBezTo>
                          <a:pt x="18411" y="4868054"/>
                          <a:pt x="-5364" y="4775031"/>
                          <a:pt x="0" y="4560424"/>
                        </a:cubicBezTo>
                        <a:cubicBezTo>
                          <a:pt x="5364" y="4345817"/>
                          <a:pt x="-22783" y="4255096"/>
                          <a:pt x="0" y="4031314"/>
                        </a:cubicBezTo>
                        <a:cubicBezTo>
                          <a:pt x="22783" y="3807532"/>
                          <a:pt x="-17666" y="3647596"/>
                          <a:pt x="0" y="3451812"/>
                        </a:cubicBezTo>
                        <a:cubicBezTo>
                          <a:pt x="17666" y="3256028"/>
                          <a:pt x="-29825" y="2916710"/>
                          <a:pt x="0" y="2721137"/>
                        </a:cubicBezTo>
                        <a:cubicBezTo>
                          <a:pt x="29825" y="2525565"/>
                          <a:pt x="-727" y="2310220"/>
                          <a:pt x="0" y="2091244"/>
                        </a:cubicBezTo>
                        <a:cubicBezTo>
                          <a:pt x="727" y="1872268"/>
                          <a:pt x="14542" y="1755568"/>
                          <a:pt x="0" y="1511743"/>
                        </a:cubicBezTo>
                        <a:cubicBezTo>
                          <a:pt x="-14542" y="1267918"/>
                          <a:pt x="6462" y="1213297"/>
                          <a:pt x="0" y="1033024"/>
                        </a:cubicBezTo>
                        <a:cubicBezTo>
                          <a:pt x="-6462" y="852751"/>
                          <a:pt x="-17725" y="738390"/>
                          <a:pt x="0" y="554306"/>
                        </a:cubicBezTo>
                        <a:cubicBezTo>
                          <a:pt x="17725" y="370222"/>
                          <a:pt x="-24059" y="115157"/>
                          <a:pt x="0" y="0"/>
                        </a:cubicBezTo>
                        <a:close/>
                      </a:path>
                    </a:pathLst>
                  </a:custGeom>
                  <ask:type>
                    <ask:lineSketchNone/>
                  </ask:type>
                </ask:lineSketchStyleProps>
              </a:ext>
            </a:extLst>
          </a:ln>
        </p:spPr>
        <p:txBody>
          <a:bodyPr lIns="90000" tIns="54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000" b="0" i="0" u="none" strike="noStrike" kern="0" cap="none" spc="0" normalizeH="0" baseline="0" noProof="0">
                <a:ln>
                  <a:noFill/>
                </a:ln>
                <a:solidFill>
                  <a:srgbClr val="12171C"/>
                </a:solidFill>
                <a:effectLst/>
                <a:uLnTx/>
                <a:uFillTx/>
                <a:latin typeface="72 Brand" panose="020B0504030603020204" pitchFamily="34" charset="0"/>
                <a:ea typeface="Arial Unicode MS" pitchFamily="34" charset="-128"/>
                <a:cs typeface="72" panose="020B0503030000000003" pitchFamily="34" charset="0"/>
              </a:rPr>
              <a:t>Phase 2</a:t>
            </a:r>
            <a:endParaRPr kumimoji="0" lang="en-US" sz="1000" b="0" u="none" strike="noStrike" kern="0" cap="none" spc="0" normalizeH="0" baseline="0" noProof="0">
              <a:ln>
                <a:noFill/>
              </a:ln>
              <a:solidFill>
                <a:srgbClr val="12171C"/>
              </a:solidFill>
              <a:effectLst/>
              <a:uLnTx/>
              <a:uFillTx/>
              <a:latin typeface="72 Brand" panose="020B0504030603020204" pitchFamily="34" charset="0"/>
              <a:ea typeface="Arial Unicode MS" pitchFamily="34" charset="-128"/>
              <a:cs typeface="72" panose="020B0503030000000003" pitchFamily="34" charset="0"/>
            </a:endParaRPr>
          </a:p>
        </p:txBody>
      </p:sp>
      <p:sp>
        <p:nvSpPr>
          <p:cNvPr id="199" name="Gefaltete Ecke 13">
            <a:extLst>
              <a:ext uri="{FF2B5EF4-FFF2-40B4-BE49-F238E27FC236}">
                <a16:creationId xmlns:a16="http://schemas.microsoft.com/office/drawing/2014/main" id="{4D7980DF-5A24-70C5-2048-28DAC505E4B0}"/>
              </a:ext>
            </a:extLst>
          </p:cNvPr>
          <p:cNvSpPr/>
          <p:nvPr/>
        </p:nvSpPr>
        <p:spPr bwMode="gray">
          <a:xfrm>
            <a:off x="4992834" y="1574264"/>
            <a:ext cx="3060000" cy="634069"/>
          </a:xfrm>
          <a:prstGeom prst="rect">
            <a:avLst/>
          </a:prstGeom>
          <a:solidFill>
            <a:srgbClr val="EAECEE"/>
          </a:solidFill>
          <a:ln w="25400" algn="ctr">
            <a:noFill/>
            <a:miter lim="800000"/>
            <a:headEnd/>
            <a:tailEnd/>
          </a:ln>
        </p:spPr>
        <p:txBody>
          <a:bodyPr lIns="0" tIns="0" rIns="0" bIns="0" rtlCol="0" anchor="ctr" anchorCtr="0"/>
          <a:lstStyle/>
          <a:p>
            <a:pPr algn="ctr" defTabSz="914400" fontAlgn="base">
              <a:spcBef>
                <a:spcPct val="50000"/>
              </a:spcBef>
              <a:spcAft>
                <a:spcPct val="0"/>
              </a:spcAft>
              <a:buClr>
                <a:srgbClr val="F0AB00"/>
              </a:buClr>
              <a:buSzPct val="80000"/>
            </a:pPr>
            <a:r>
              <a:rPr lang="en-US" sz="900" kern="0">
                <a:solidFill>
                  <a:srgbClr val="12171C"/>
                </a:solidFill>
                <a:latin typeface="72 Brand" panose="020B0504030603020204" pitchFamily="34" charset="0"/>
                <a:ea typeface="Arial Unicode MS" pitchFamily="34" charset="-128"/>
                <a:cs typeface="72" panose="020B0503030000000003" pitchFamily="34" charset="0"/>
              </a:rPr>
              <a:t>Extension tasks</a:t>
            </a:r>
          </a:p>
        </p:txBody>
      </p:sp>
      <p:sp>
        <p:nvSpPr>
          <p:cNvPr id="200" name="Gefaltete Ecke 13">
            <a:extLst>
              <a:ext uri="{FF2B5EF4-FFF2-40B4-BE49-F238E27FC236}">
                <a16:creationId xmlns:a16="http://schemas.microsoft.com/office/drawing/2014/main" id="{2DF40BE9-EDFD-05DB-775D-4C7FA44097E2}"/>
              </a:ext>
            </a:extLst>
          </p:cNvPr>
          <p:cNvSpPr/>
          <p:nvPr/>
        </p:nvSpPr>
        <p:spPr bwMode="gray">
          <a:xfrm>
            <a:off x="8501347" y="1574264"/>
            <a:ext cx="3060000" cy="634069"/>
          </a:xfrm>
          <a:prstGeom prst="rect">
            <a:avLst/>
          </a:prstGeom>
          <a:solidFill>
            <a:srgbClr val="EAECEE"/>
          </a:solidFill>
          <a:ln w="25400" algn="ctr">
            <a:noFill/>
            <a:miter lim="800000"/>
            <a:headEnd/>
            <a:tailEnd/>
          </a:ln>
        </p:spPr>
        <p:txBody>
          <a:bodyPr lIns="0" tIns="0" rIns="0" bIns="0" rtlCol="0" anchor="ctr" anchorCtr="0"/>
          <a:lstStyle/>
          <a:p>
            <a:pPr algn="ctr" defTabSz="914400" fontAlgn="base">
              <a:spcBef>
                <a:spcPct val="50000"/>
              </a:spcBef>
              <a:spcAft>
                <a:spcPct val="0"/>
              </a:spcAft>
              <a:buClr>
                <a:srgbClr val="F0AB00"/>
              </a:buClr>
              <a:buSzPct val="80000"/>
            </a:pPr>
            <a:r>
              <a:rPr lang="en-US" sz="900" kern="0" dirty="0">
                <a:solidFill>
                  <a:srgbClr val="12171C"/>
                </a:solidFill>
                <a:latin typeface="72 Brand" panose="020B0504030603020204" pitchFamily="34" charset="0"/>
                <a:ea typeface="Arial Unicode MS" pitchFamily="34" charset="-128"/>
                <a:cs typeface="72" panose="020B0503030000000003" pitchFamily="34" charset="0"/>
              </a:rPr>
              <a:t>Technical extension building blocks</a:t>
            </a:r>
          </a:p>
        </p:txBody>
      </p:sp>
      <p:sp>
        <p:nvSpPr>
          <p:cNvPr id="201" name="Rechteck 28">
            <a:extLst>
              <a:ext uri="{FF2B5EF4-FFF2-40B4-BE49-F238E27FC236}">
                <a16:creationId xmlns:a16="http://schemas.microsoft.com/office/drawing/2014/main" id="{DE16815E-E4A8-4A51-404E-6E1C6207BAD2}"/>
              </a:ext>
            </a:extLst>
          </p:cNvPr>
          <p:cNvSpPr/>
          <p:nvPr/>
        </p:nvSpPr>
        <p:spPr bwMode="gray">
          <a:xfrm>
            <a:off x="8357347" y="1254896"/>
            <a:ext cx="3348000" cy="5000248"/>
          </a:xfrm>
          <a:prstGeom prst="roundRect">
            <a:avLst>
              <a:gd name="adj" fmla="val 1619"/>
            </a:avLst>
          </a:prstGeom>
          <a:noFill/>
          <a:ln w="15875" algn="ctr">
            <a:solidFill>
              <a:srgbClr val="A9B4BE"/>
            </a:solidFill>
            <a:miter lim="800000"/>
            <a:headEnd/>
            <a:tailEnd/>
            <a:extLst>
              <a:ext uri="{C807C97D-BFC1-408E-A445-0C87EB9F89A2}">
                <ask:lineSketchStyleProps xmlns:ask="http://schemas.microsoft.com/office/drawing/2018/sketchyshapes" sd="1219033472">
                  <a:custGeom>
                    <a:avLst/>
                    <a:gdLst>
                      <a:gd name="connsiteX0" fmla="*/ 0 w 3384000"/>
                      <a:gd name="connsiteY0" fmla="*/ 0 h 5039142"/>
                      <a:gd name="connsiteX1" fmla="*/ 642960 w 3384000"/>
                      <a:gd name="connsiteY1" fmla="*/ 0 h 5039142"/>
                      <a:gd name="connsiteX2" fmla="*/ 1218240 w 3384000"/>
                      <a:gd name="connsiteY2" fmla="*/ 0 h 5039142"/>
                      <a:gd name="connsiteX3" fmla="*/ 1962720 w 3384000"/>
                      <a:gd name="connsiteY3" fmla="*/ 0 h 5039142"/>
                      <a:gd name="connsiteX4" fmla="*/ 2605680 w 3384000"/>
                      <a:gd name="connsiteY4" fmla="*/ 0 h 5039142"/>
                      <a:gd name="connsiteX5" fmla="*/ 3384000 w 3384000"/>
                      <a:gd name="connsiteY5" fmla="*/ 0 h 5039142"/>
                      <a:gd name="connsiteX6" fmla="*/ 3384000 w 3384000"/>
                      <a:gd name="connsiteY6" fmla="*/ 730676 h 5039142"/>
                      <a:gd name="connsiteX7" fmla="*/ 3384000 w 3384000"/>
                      <a:gd name="connsiteY7" fmla="*/ 1360568 h 5039142"/>
                      <a:gd name="connsiteX8" fmla="*/ 3384000 w 3384000"/>
                      <a:gd name="connsiteY8" fmla="*/ 1990461 h 5039142"/>
                      <a:gd name="connsiteX9" fmla="*/ 3384000 w 3384000"/>
                      <a:gd name="connsiteY9" fmla="*/ 2519571 h 5039142"/>
                      <a:gd name="connsiteX10" fmla="*/ 3384000 w 3384000"/>
                      <a:gd name="connsiteY10" fmla="*/ 3048681 h 5039142"/>
                      <a:gd name="connsiteX11" fmla="*/ 3384000 w 3384000"/>
                      <a:gd name="connsiteY11" fmla="*/ 3678574 h 5039142"/>
                      <a:gd name="connsiteX12" fmla="*/ 3384000 w 3384000"/>
                      <a:gd name="connsiteY12" fmla="*/ 4358858 h 5039142"/>
                      <a:gd name="connsiteX13" fmla="*/ 3384000 w 3384000"/>
                      <a:gd name="connsiteY13" fmla="*/ 5039142 h 5039142"/>
                      <a:gd name="connsiteX14" fmla="*/ 2707200 w 3384000"/>
                      <a:gd name="connsiteY14" fmla="*/ 5039142 h 5039142"/>
                      <a:gd name="connsiteX15" fmla="*/ 2098080 w 3384000"/>
                      <a:gd name="connsiteY15" fmla="*/ 5039142 h 5039142"/>
                      <a:gd name="connsiteX16" fmla="*/ 1421280 w 3384000"/>
                      <a:gd name="connsiteY16" fmla="*/ 5039142 h 5039142"/>
                      <a:gd name="connsiteX17" fmla="*/ 676800 w 3384000"/>
                      <a:gd name="connsiteY17" fmla="*/ 5039142 h 5039142"/>
                      <a:gd name="connsiteX18" fmla="*/ 0 w 3384000"/>
                      <a:gd name="connsiteY18" fmla="*/ 5039142 h 5039142"/>
                      <a:gd name="connsiteX19" fmla="*/ 0 w 3384000"/>
                      <a:gd name="connsiteY19" fmla="*/ 4560424 h 5039142"/>
                      <a:gd name="connsiteX20" fmla="*/ 0 w 3384000"/>
                      <a:gd name="connsiteY20" fmla="*/ 4031314 h 5039142"/>
                      <a:gd name="connsiteX21" fmla="*/ 0 w 3384000"/>
                      <a:gd name="connsiteY21" fmla="*/ 3451812 h 5039142"/>
                      <a:gd name="connsiteX22" fmla="*/ 0 w 3384000"/>
                      <a:gd name="connsiteY22" fmla="*/ 2721137 h 5039142"/>
                      <a:gd name="connsiteX23" fmla="*/ 0 w 3384000"/>
                      <a:gd name="connsiteY23" fmla="*/ 2091244 h 5039142"/>
                      <a:gd name="connsiteX24" fmla="*/ 0 w 3384000"/>
                      <a:gd name="connsiteY24" fmla="*/ 1511743 h 5039142"/>
                      <a:gd name="connsiteX25" fmla="*/ 0 w 3384000"/>
                      <a:gd name="connsiteY25" fmla="*/ 1033024 h 5039142"/>
                      <a:gd name="connsiteX26" fmla="*/ 0 w 3384000"/>
                      <a:gd name="connsiteY26" fmla="*/ 554306 h 5039142"/>
                      <a:gd name="connsiteX27" fmla="*/ 0 w 3384000"/>
                      <a:gd name="connsiteY27" fmla="*/ 0 h 50391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3384000" h="5039142" extrusionOk="0">
                        <a:moveTo>
                          <a:pt x="0" y="0"/>
                        </a:moveTo>
                        <a:cubicBezTo>
                          <a:pt x="271185" y="29039"/>
                          <a:pt x="328782" y="-28129"/>
                          <a:pt x="642960" y="0"/>
                        </a:cubicBezTo>
                        <a:cubicBezTo>
                          <a:pt x="957138" y="28129"/>
                          <a:pt x="1032733" y="9365"/>
                          <a:pt x="1218240" y="0"/>
                        </a:cubicBezTo>
                        <a:cubicBezTo>
                          <a:pt x="1403747" y="-9365"/>
                          <a:pt x="1722595" y="19949"/>
                          <a:pt x="1962720" y="0"/>
                        </a:cubicBezTo>
                        <a:cubicBezTo>
                          <a:pt x="2202845" y="-19949"/>
                          <a:pt x="2294374" y="-15471"/>
                          <a:pt x="2605680" y="0"/>
                        </a:cubicBezTo>
                        <a:cubicBezTo>
                          <a:pt x="2916986" y="15471"/>
                          <a:pt x="3056482" y="-1523"/>
                          <a:pt x="3384000" y="0"/>
                        </a:cubicBezTo>
                        <a:cubicBezTo>
                          <a:pt x="3391804" y="351232"/>
                          <a:pt x="3398473" y="465272"/>
                          <a:pt x="3384000" y="730676"/>
                        </a:cubicBezTo>
                        <a:cubicBezTo>
                          <a:pt x="3369527" y="996080"/>
                          <a:pt x="3364958" y="1100114"/>
                          <a:pt x="3384000" y="1360568"/>
                        </a:cubicBezTo>
                        <a:cubicBezTo>
                          <a:pt x="3403042" y="1621022"/>
                          <a:pt x="3401480" y="1745457"/>
                          <a:pt x="3384000" y="1990461"/>
                        </a:cubicBezTo>
                        <a:cubicBezTo>
                          <a:pt x="3366520" y="2235465"/>
                          <a:pt x="3400781" y="2334793"/>
                          <a:pt x="3384000" y="2519571"/>
                        </a:cubicBezTo>
                        <a:cubicBezTo>
                          <a:pt x="3367220" y="2704349"/>
                          <a:pt x="3395504" y="2938777"/>
                          <a:pt x="3384000" y="3048681"/>
                        </a:cubicBezTo>
                        <a:cubicBezTo>
                          <a:pt x="3372497" y="3158585"/>
                          <a:pt x="3379870" y="3417460"/>
                          <a:pt x="3384000" y="3678574"/>
                        </a:cubicBezTo>
                        <a:cubicBezTo>
                          <a:pt x="3388130" y="3939688"/>
                          <a:pt x="3390425" y="4135215"/>
                          <a:pt x="3384000" y="4358858"/>
                        </a:cubicBezTo>
                        <a:cubicBezTo>
                          <a:pt x="3377575" y="4582501"/>
                          <a:pt x="3393976" y="4724127"/>
                          <a:pt x="3384000" y="5039142"/>
                        </a:cubicBezTo>
                        <a:cubicBezTo>
                          <a:pt x="3046876" y="5050303"/>
                          <a:pt x="2922171" y="5035741"/>
                          <a:pt x="2707200" y="5039142"/>
                        </a:cubicBezTo>
                        <a:cubicBezTo>
                          <a:pt x="2492229" y="5042543"/>
                          <a:pt x="2335721" y="5011483"/>
                          <a:pt x="2098080" y="5039142"/>
                        </a:cubicBezTo>
                        <a:cubicBezTo>
                          <a:pt x="1860439" y="5066801"/>
                          <a:pt x="1648647" y="5069859"/>
                          <a:pt x="1421280" y="5039142"/>
                        </a:cubicBezTo>
                        <a:cubicBezTo>
                          <a:pt x="1193913" y="5008425"/>
                          <a:pt x="980245" y="5075806"/>
                          <a:pt x="676800" y="5039142"/>
                        </a:cubicBezTo>
                        <a:cubicBezTo>
                          <a:pt x="373355" y="5002478"/>
                          <a:pt x="186733" y="5035812"/>
                          <a:pt x="0" y="5039142"/>
                        </a:cubicBezTo>
                        <a:cubicBezTo>
                          <a:pt x="18411" y="4868054"/>
                          <a:pt x="-5364" y="4775031"/>
                          <a:pt x="0" y="4560424"/>
                        </a:cubicBezTo>
                        <a:cubicBezTo>
                          <a:pt x="5364" y="4345817"/>
                          <a:pt x="-22783" y="4255096"/>
                          <a:pt x="0" y="4031314"/>
                        </a:cubicBezTo>
                        <a:cubicBezTo>
                          <a:pt x="22783" y="3807532"/>
                          <a:pt x="-17666" y="3647596"/>
                          <a:pt x="0" y="3451812"/>
                        </a:cubicBezTo>
                        <a:cubicBezTo>
                          <a:pt x="17666" y="3256028"/>
                          <a:pt x="-29825" y="2916710"/>
                          <a:pt x="0" y="2721137"/>
                        </a:cubicBezTo>
                        <a:cubicBezTo>
                          <a:pt x="29825" y="2525565"/>
                          <a:pt x="-727" y="2310220"/>
                          <a:pt x="0" y="2091244"/>
                        </a:cubicBezTo>
                        <a:cubicBezTo>
                          <a:pt x="727" y="1872268"/>
                          <a:pt x="14542" y="1755568"/>
                          <a:pt x="0" y="1511743"/>
                        </a:cubicBezTo>
                        <a:cubicBezTo>
                          <a:pt x="-14542" y="1267918"/>
                          <a:pt x="6462" y="1213297"/>
                          <a:pt x="0" y="1033024"/>
                        </a:cubicBezTo>
                        <a:cubicBezTo>
                          <a:pt x="-6462" y="852751"/>
                          <a:pt x="-17725" y="738390"/>
                          <a:pt x="0" y="554306"/>
                        </a:cubicBezTo>
                        <a:cubicBezTo>
                          <a:pt x="17725" y="370222"/>
                          <a:pt x="-24059" y="115157"/>
                          <a:pt x="0" y="0"/>
                        </a:cubicBezTo>
                        <a:close/>
                      </a:path>
                    </a:pathLst>
                  </a:custGeom>
                  <ask:type>
                    <ask:lineSketchNone/>
                  </ask:type>
                </ask:lineSketchStyleProps>
              </a:ext>
            </a:extLst>
          </a:ln>
        </p:spPr>
        <p:txBody>
          <a:bodyPr lIns="90000" tIns="54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000" b="0" i="0" u="none" strike="noStrike" kern="0" cap="none" spc="0" normalizeH="0" baseline="0" noProof="0">
                <a:ln>
                  <a:noFill/>
                </a:ln>
                <a:solidFill>
                  <a:srgbClr val="12171C"/>
                </a:solidFill>
                <a:effectLst/>
                <a:uLnTx/>
                <a:uFillTx/>
                <a:latin typeface="72 Brand" panose="020B0504030603020204" pitchFamily="34" charset="0"/>
                <a:ea typeface="Arial Unicode MS" pitchFamily="34" charset="-128"/>
                <a:cs typeface="72" panose="020B0503030000000003" pitchFamily="34" charset="0"/>
              </a:rPr>
              <a:t>Phase 3</a:t>
            </a:r>
            <a:endParaRPr kumimoji="0" lang="en-US" sz="1000" b="0" u="none" strike="noStrike" kern="0" cap="none" spc="0" normalizeH="0" baseline="0" noProof="0">
              <a:ln>
                <a:noFill/>
              </a:ln>
              <a:solidFill>
                <a:srgbClr val="12171C"/>
              </a:solidFill>
              <a:effectLst/>
              <a:uLnTx/>
              <a:uFillTx/>
              <a:latin typeface="72 Brand" panose="020B0504030603020204" pitchFamily="34" charset="0"/>
              <a:ea typeface="Arial Unicode MS" pitchFamily="34" charset="-128"/>
              <a:cs typeface="72" panose="020B0503030000000003" pitchFamily="34" charset="0"/>
            </a:endParaRPr>
          </a:p>
        </p:txBody>
      </p:sp>
      <p:sp>
        <p:nvSpPr>
          <p:cNvPr id="249" name="Gefaltete Ecke 6">
            <a:extLst>
              <a:ext uri="{FF2B5EF4-FFF2-40B4-BE49-F238E27FC236}">
                <a16:creationId xmlns:a16="http://schemas.microsoft.com/office/drawing/2014/main" id="{DFE922E9-DE10-5537-FF41-3F210EAA9F45}"/>
              </a:ext>
            </a:extLst>
          </p:cNvPr>
          <p:cNvSpPr/>
          <p:nvPr/>
        </p:nvSpPr>
        <p:spPr bwMode="gray">
          <a:xfrm>
            <a:off x="5033098" y="2274242"/>
            <a:ext cx="3019736" cy="898971"/>
          </a:xfrm>
          <a:prstGeom prst="rect">
            <a:avLst/>
          </a:prstGeom>
          <a:solidFill>
            <a:srgbClr val="EAECEE"/>
          </a:solidFill>
          <a:ln w="25400" algn="ctr">
            <a:noFill/>
            <a:miter lim="800000"/>
            <a:headEnd/>
            <a:tailEnd/>
          </a:ln>
        </p:spPr>
        <p:txBody>
          <a:bodyPr lIns="36000" tIns="72000" rIns="36000" bIns="0" rtlCol="0" anchor="ctr" anchorCtr="0"/>
          <a:lstStyle/>
          <a:p>
            <a:pPr algn="ctr" defTabSz="1088558"/>
            <a:r>
              <a:rPr lang="en-US" sz="1050" dirty="0">
                <a:solidFill>
                  <a:srgbClr val="12171C"/>
                </a:solidFill>
                <a:latin typeface="72 Brand" panose="020B0504030603020204" pitchFamily="34" charset="0"/>
                <a:cs typeface="Times New Roman"/>
              </a:rPr>
              <a:t>&lt; Choose a suitable extension task &gt;</a:t>
            </a:r>
          </a:p>
        </p:txBody>
      </p:sp>
      <p:sp>
        <p:nvSpPr>
          <p:cNvPr id="243" name="Gefaltete Ecke 6">
            <a:extLst>
              <a:ext uri="{FF2B5EF4-FFF2-40B4-BE49-F238E27FC236}">
                <a16:creationId xmlns:a16="http://schemas.microsoft.com/office/drawing/2014/main" id="{E9DA34BE-DE0E-A59B-F8D8-E19140A3118C}"/>
              </a:ext>
            </a:extLst>
          </p:cNvPr>
          <p:cNvSpPr/>
          <p:nvPr/>
        </p:nvSpPr>
        <p:spPr bwMode="gray">
          <a:xfrm>
            <a:off x="5033099" y="3230647"/>
            <a:ext cx="3019736" cy="898971"/>
          </a:xfrm>
          <a:prstGeom prst="rect">
            <a:avLst/>
          </a:prstGeom>
          <a:solidFill>
            <a:srgbClr val="EAECEE"/>
          </a:solidFill>
          <a:ln w="25400" algn="ctr">
            <a:noFill/>
            <a:miter lim="800000"/>
            <a:headEnd/>
            <a:tailEnd/>
          </a:ln>
        </p:spPr>
        <p:txBody>
          <a:bodyPr lIns="36000" tIns="72000" rIns="36000" bIns="0" rtlCol="0" anchor="ctr" anchorCtr="0"/>
          <a:lstStyle/>
          <a:p>
            <a:pPr algn="ctr" defTabSz="1088558"/>
            <a:r>
              <a:rPr lang="en-US" sz="1050" dirty="0">
                <a:solidFill>
                  <a:srgbClr val="12171C"/>
                </a:solidFill>
                <a:latin typeface="72 Brand" panose="020B0504030603020204" pitchFamily="34" charset="0"/>
                <a:cs typeface="Times New Roman"/>
              </a:rPr>
              <a:t>&lt; Choose a suitable extension task &gt;</a:t>
            </a:r>
          </a:p>
        </p:txBody>
      </p:sp>
      <p:sp>
        <p:nvSpPr>
          <p:cNvPr id="274" name="Gefaltete Ecke 6">
            <a:extLst>
              <a:ext uri="{FF2B5EF4-FFF2-40B4-BE49-F238E27FC236}">
                <a16:creationId xmlns:a16="http://schemas.microsoft.com/office/drawing/2014/main" id="{66D60086-DFD1-31E5-CA49-32A12758F039}"/>
              </a:ext>
            </a:extLst>
          </p:cNvPr>
          <p:cNvSpPr/>
          <p:nvPr/>
        </p:nvSpPr>
        <p:spPr bwMode="gray">
          <a:xfrm>
            <a:off x="8541611" y="2274242"/>
            <a:ext cx="3019736" cy="898971"/>
          </a:xfrm>
          <a:prstGeom prst="rect">
            <a:avLst/>
          </a:prstGeom>
          <a:solidFill>
            <a:srgbClr val="EAECEE"/>
          </a:solidFill>
          <a:ln w="25400" algn="ctr">
            <a:noFill/>
            <a:miter lim="800000"/>
            <a:headEnd/>
            <a:tailEnd/>
          </a:ln>
        </p:spPr>
        <p:txBody>
          <a:bodyPr lIns="36000" tIns="72000" rIns="36000" bIns="0" rtlCol="0" anchor="ctr" anchorCtr="0"/>
          <a:lstStyle/>
          <a:p>
            <a:pPr algn="ctr" defTabSz="1088558"/>
            <a:r>
              <a:rPr lang="en-US" sz="1050" dirty="0">
                <a:solidFill>
                  <a:srgbClr val="12171C"/>
                </a:solidFill>
                <a:latin typeface="72 Brand" panose="020B0504030603020204" pitchFamily="34" charset="0"/>
                <a:cs typeface="Times New Roman"/>
              </a:rPr>
              <a:t>&lt; Choose a suitable t</a:t>
            </a:r>
            <a:r>
              <a:rPr lang="en-US" sz="1050" kern="0" dirty="0">
                <a:solidFill>
                  <a:srgbClr val="12171C"/>
                </a:solidFill>
                <a:latin typeface="72 Brand" panose="020B0504030603020204" pitchFamily="34" charset="0"/>
                <a:ea typeface="Arial Unicode MS" pitchFamily="34" charset="-128"/>
                <a:cs typeface="72" panose="020B0503030000000003" pitchFamily="34" charset="0"/>
              </a:rPr>
              <a:t>echnical extension building blocks </a:t>
            </a:r>
            <a:r>
              <a:rPr lang="en-US" sz="1050" dirty="0">
                <a:solidFill>
                  <a:srgbClr val="12171C"/>
                </a:solidFill>
                <a:latin typeface="72 Brand" panose="020B0504030603020204" pitchFamily="34" charset="0"/>
                <a:cs typeface="Times New Roman"/>
              </a:rPr>
              <a:t>&gt;</a:t>
            </a:r>
          </a:p>
        </p:txBody>
      </p:sp>
      <p:sp>
        <p:nvSpPr>
          <p:cNvPr id="268" name="Gefaltete Ecke 6">
            <a:extLst>
              <a:ext uri="{FF2B5EF4-FFF2-40B4-BE49-F238E27FC236}">
                <a16:creationId xmlns:a16="http://schemas.microsoft.com/office/drawing/2014/main" id="{2C0FB8A5-0C6C-21DC-C03C-8B2BD297DE86}"/>
              </a:ext>
            </a:extLst>
          </p:cNvPr>
          <p:cNvSpPr/>
          <p:nvPr/>
        </p:nvSpPr>
        <p:spPr bwMode="gray">
          <a:xfrm>
            <a:off x="8541612" y="3230647"/>
            <a:ext cx="3019736" cy="898971"/>
          </a:xfrm>
          <a:prstGeom prst="rect">
            <a:avLst/>
          </a:prstGeom>
          <a:solidFill>
            <a:srgbClr val="EAECEE"/>
          </a:solidFill>
          <a:ln w="25400" algn="ctr">
            <a:noFill/>
            <a:miter lim="800000"/>
            <a:headEnd/>
            <a:tailEnd/>
          </a:ln>
        </p:spPr>
        <p:txBody>
          <a:bodyPr lIns="36000" tIns="72000" rIns="36000" bIns="0" rtlCol="0" anchor="ctr" anchorCtr="0"/>
          <a:lstStyle/>
          <a:p>
            <a:pPr algn="ctr" defTabSz="1088558"/>
            <a:r>
              <a:rPr lang="en-US" sz="1050" dirty="0">
                <a:solidFill>
                  <a:srgbClr val="12171C"/>
                </a:solidFill>
                <a:latin typeface="72 Brand" panose="020B0504030603020204" pitchFamily="34" charset="0"/>
                <a:cs typeface="Times New Roman"/>
              </a:rPr>
              <a:t>&lt; Choose a suitable t</a:t>
            </a:r>
            <a:r>
              <a:rPr lang="en-US" sz="1050" kern="0" dirty="0">
                <a:solidFill>
                  <a:srgbClr val="12171C"/>
                </a:solidFill>
                <a:latin typeface="72 Brand" panose="020B0504030603020204" pitchFamily="34" charset="0"/>
                <a:ea typeface="Arial Unicode MS" pitchFamily="34" charset="-128"/>
                <a:cs typeface="72" panose="020B0503030000000003" pitchFamily="34" charset="0"/>
              </a:rPr>
              <a:t>echnical extension building blocks </a:t>
            </a:r>
            <a:r>
              <a:rPr lang="en-US" sz="1050" dirty="0">
                <a:solidFill>
                  <a:srgbClr val="12171C"/>
                </a:solidFill>
                <a:latin typeface="72 Brand" panose="020B0504030603020204" pitchFamily="34" charset="0"/>
                <a:cs typeface="Times New Roman"/>
              </a:rPr>
              <a:t>&gt;</a:t>
            </a:r>
          </a:p>
        </p:txBody>
      </p:sp>
      <p:sp>
        <p:nvSpPr>
          <p:cNvPr id="31" name="Gefaltete Ecke 7">
            <a:extLst>
              <a:ext uri="{FF2B5EF4-FFF2-40B4-BE49-F238E27FC236}">
                <a16:creationId xmlns:a16="http://schemas.microsoft.com/office/drawing/2014/main" id="{3B366B44-152E-4C6E-6165-337D467BC13A}"/>
              </a:ext>
            </a:extLst>
          </p:cNvPr>
          <p:cNvSpPr>
            <a:spLocks/>
          </p:cNvSpPr>
          <p:nvPr/>
        </p:nvSpPr>
        <p:spPr bwMode="gray">
          <a:xfrm>
            <a:off x="501651" y="2273212"/>
            <a:ext cx="722700" cy="898971"/>
          </a:xfrm>
          <a:prstGeom prst="rect">
            <a:avLst/>
          </a:prstGeom>
          <a:solidFill>
            <a:srgbClr val="EAECEE"/>
          </a:solidFill>
          <a:ln w="25400" algn="ctr">
            <a:noFill/>
            <a:miter lim="800000"/>
            <a:headEnd/>
            <a:tailEnd/>
          </a:ln>
        </p:spPr>
        <p:txBody>
          <a:bodyPr lIns="144000" tIns="144000" rIns="36000" bIns="0" rtlCol="0" anchor="t" anchorCtr="0"/>
          <a:lstStyle/>
          <a:p>
            <a:pPr defTabSz="914400" fontAlgn="base">
              <a:spcBef>
                <a:spcPct val="50000"/>
              </a:spcBef>
              <a:spcAft>
                <a:spcPct val="0"/>
              </a:spcAft>
              <a:buClr>
                <a:srgbClr val="F0AB00"/>
              </a:buClr>
              <a:buSzPct val="80000"/>
            </a:pPr>
            <a:r>
              <a:rPr lang="en-US" sz="700" kern="0">
                <a:solidFill>
                  <a:srgbClr val="12171C"/>
                </a:solidFill>
                <a:latin typeface="72 Brand Medium" panose="020B0504030603020204" pitchFamily="34" charset="0"/>
                <a:ea typeface="Arial Unicode MS" pitchFamily="34" charset="-128"/>
                <a:cs typeface="72" panose="020B0503030000000003" pitchFamily="34" charset="0"/>
              </a:rPr>
              <a:t>Actions</a:t>
            </a:r>
            <a:endParaRPr kumimoji="0" lang="en-US" sz="700" u="none" strike="noStrike" kern="0" cap="none" spc="0" normalizeH="0" baseline="0" noProof="0">
              <a:ln>
                <a:noFill/>
              </a:ln>
              <a:solidFill>
                <a:srgbClr val="12171C"/>
              </a:solidFill>
              <a:effectLst/>
              <a:uLnTx/>
              <a:uFillTx/>
              <a:latin typeface="72 Brand Medium" panose="020B0504030603020204" pitchFamily="34" charset="0"/>
              <a:ea typeface="Arial Unicode MS" pitchFamily="34" charset="-128"/>
              <a:cs typeface="72" panose="020B0503030000000003" pitchFamily="34" charset="0"/>
            </a:endParaRPr>
          </a:p>
        </p:txBody>
      </p:sp>
      <p:sp>
        <p:nvSpPr>
          <p:cNvPr id="29" name="Gefaltete Ecke 8">
            <a:extLst>
              <a:ext uri="{FF2B5EF4-FFF2-40B4-BE49-F238E27FC236}">
                <a16:creationId xmlns:a16="http://schemas.microsoft.com/office/drawing/2014/main" id="{2C9256FF-A505-D80B-B2CF-91DED2FF1E72}"/>
              </a:ext>
            </a:extLst>
          </p:cNvPr>
          <p:cNvSpPr>
            <a:spLocks/>
          </p:cNvSpPr>
          <p:nvPr/>
        </p:nvSpPr>
        <p:spPr bwMode="gray">
          <a:xfrm>
            <a:off x="501650" y="3229618"/>
            <a:ext cx="722699" cy="897944"/>
          </a:xfrm>
          <a:prstGeom prst="rect">
            <a:avLst/>
          </a:prstGeom>
          <a:solidFill>
            <a:srgbClr val="EAECEE"/>
          </a:solidFill>
          <a:ln w="25400" algn="ctr">
            <a:noFill/>
            <a:miter lim="800000"/>
            <a:headEnd/>
            <a:tailEnd/>
          </a:ln>
        </p:spPr>
        <p:txBody>
          <a:bodyPr lIns="144000" tIns="144000" rIns="36000" bIns="0" rtlCol="0" anchor="t" anchorCtr="0"/>
          <a:lstStyle/>
          <a:p>
            <a:pPr defTabSz="914400" fontAlgn="base">
              <a:spcBef>
                <a:spcPct val="50000"/>
              </a:spcBef>
              <a:spcAft>
                <a:spcPct val="0"/>
              </a:spcAft>
              <a:buClr>
                <a:srgbClr val="F0AB00"/>
              </a:buClr>
              <a:buSzPct val="80000"/>
            </a:pPr>
            <a:r>
              <a:rPr lang="en-US" sz="700" kern="0">
                <a:solidFill>
                  <a:srgbClr val="12171C"/>
                </a:solidFill>
                <a:latin typeface="72 Brand Medium" panose="020B0504030603020204" pitchFamily="34" charset="0"/>
                <a:ea typeface="Arial Unicode MS" pitchFamily="34" charset="-128"/>
                <a:cs typeface="72" panose="020B0503030000000003" pitchFamily="34" charset="0"/>
              </a:rPr>
              <a:t>Application Logic</a:t>
            </a:r>
            <a:endParaRPr kumimoji="0" lang="en-US" sz="700" u="none" strike="noStrike" kern="0" cap="none" spc="0" normalizeH="0" baseline="0" noProof="0">
              <a:ln>
                <a:noFill/>
              </a:ln>
              <a:solidFill>
                <a:srgbClr val="12171C"/>
              </a:solidFill>
              <a:effectLst/>
              <a:uLnTx/>
              <a:uFillTx/>
              <a:latin typeface="72 Brand Medium" panose="020B0504030603020204" pitchFamily="34" charset="0"/>
              <a:ea typeface="Arial Unicode MS" pitchFamily="34" charset="-128"/>
              <a:cs typeface="72" panose="020B0503030000000003" pitchFamily="34" charset="0"/>
            </a:endParaRPr>
          </a:p>
        </p:txBody>
      </p:sp>
      <p:sp>
        <p:nvSpPr>
          <p:cNvPr id="27" name="Gefaltete Ecke 9">
            <a:extLst>
              <a:ext uri="{FF2B5EF4-FFF2-40B4-BE49-F238E27FC236}">
                <a16:creationId xmlns:a16="http://schemas.microsoft.com/office/drawing/2014/main" id="{8CEB6470-ECD4-7DAC-2883-ADB2C78E07BA}"/>
              </a:ext>
            </a:extLst>
          </p:cNvPr>
          <p:cNvSpPr>
            <a:spLocks/>
          </p:cNvSpPr>
          <p:nvPr/>
        </p:nvSpPr>
        <p:spPr bwMode="gray">
          <a:xfrm>
            <a:off x="501650" y="4184997"/>
            <a:ext cx="722699" cy="897943"/>
          </a:xfrm>
          <a:prstGeom prst="rect">
            <a:avLst/>
          </a:prstGeom>
          <a:solidFill>
            <a:srgbClr val="EAECEE"/>
          </a:solidFill>
          <a:ln w="25400" algn="ctr">
            <a:noFill/>
            <a:miter lim="800000"/>
            <a:headEnd/>
            <a:tailEnd/>
          </a:ln>
        </p:spPr>
        <p:txBody>
          <a:bodyPr lIns="144000" tIns="144000" rIns="36000" bIns="0" rtlCol="0" anchor="t" anchorCtr="0"/>
          <a:lstStyle/>
          <a:p>
            <a:pPr defTabSz="914400" fontAlgn="base">
              <a:spcBef>
                <a:spcPct val="50000"/>
              </a:spcBef>
              <a:spcAft>
                <a:spcPct val="0"/>
              </a:spcAft>
              <a:buClr>
                <a:srgbClr val="F0AB00"/>
              </a:buClr>
              <a:buSzPct val="80000"/>
            </a:pPr>
            <a:r>
              <a:rPr lang="en-US" sz="700" kern="0">
                <a:solidFill>
                  <a:srgbClr val="12171C"/>
                </a:solidFill>
                <a:latin typeface="72 Brand Medium" panose="020B0504030603020204" pitchFamily="34" charset="0"/>
                <a:ea typeface="Arial Unicode MS" pitchFamily="34" charset="-128"/>
                <a:cs typeface="72" panose="020B0503030000000003" pitchFamily="34" charset="0"/>
              </a:rPr>
              <a:t>System</a:t>
            </a:r>
            <a:endParaRPr kumimoji="0" lang="en-US" sz="700" u="none" strike="noStrike" kern="0" cap="none" spc="0" normalizeH="0" baseline="0" noProof="0" err="1">
              <a:ln>
                <a:noFill/>
              </a:ln>
              <a:solidFill>
                <a:srgbClr val="12171C"/>
              </a:solidFill>
              <a:effectLst/>
              <a:uLnTx/>
              <a:uFillTx/>
              <a:latin typeface="72 Brand Medium" panose="020B0504030603020204" pitchFamily="34" charset="0"/>
              <a:ea typeface="Arial Unicode MS" pitchFamily="34" charset="-128"/>
              <a:cs typeface="72" panose="020B0503030000000003" pitchFamily="34" charset="0"/>
            </a:endParaRPr>
          </a:p>
        </p:txBody>
      </p:sp>
      <p:sp>
        <p:nvSpPr>
          <p:cNvPr id="25" name="Gefaltete Ecke 10">
            <a:extLst>
              <a:ext uri="{FF2B5EF4-FFF2-40B4-BE49-F238E27FC236}">
                <a16:creationId xmlns:a16="http://schemas.microsoft.com/office/drawing/2014/main" id="{F5B1AAAD-BB66-9B54-713F-74755E8E1E30}"/>
              </a:ext>
            </a:extLst>
          </p:cNvPr>
          <p:cNvSpPr>
            <a:spLocks/>
          </p:cNvSpPr>
          <p:nvPr/>
        </p:nvSpPr>
        <p:spPr bwMode="gray">
          <a:xfrm>
            <a:off x="501650" y="5140375"/>
            <a:ext cx="722699" cy="897943"/>
          </a:xfrm>
          <a:prstGeom prst="rect">
            <a:avLst/>
          </a:prstGeom>
          <a:solidFill>
            <a:srgbClr val="EAECEE"/>
          </a:solidFill>
          <a:ln w="25400" algn="ctr">
            <a:noFill/>
            <a:miter lim="800000"/>
            <a:headEnd/>
            <a:tailEnd/>
          </a:ln>
        </p:spPr>
        <p:txBody>
          <a:bodyPr lIns="144000" tIns="144000" rIns="36000" bIns="0" rtlCol="0" anchor="t" anchorCtr="0"/>
          <a:lstStyle/>
          <a:p>
            <a:pPr defTabSz="914400" fontAlgn="base">
              <a:spcBef>
                <a:spcPct val="50000"/>
              </a:spcBef>
              <a:spcAft>
                <a:spcPct val="0"/>
              </a:spcAft>
              <a:buClr>
                <a:srgbClr val="F0AB00"/>
              </a:buClr>
              <a:buSzPct val="80000"/>
            </a:pPr>
            <a:r>
              <a:rPr lang="en-US" sz="700" kern="0">
                <a:solidFill>
                  <a:srgbClr val="12171C"/>
                </a:solidFill>
                <a:latin typeface="72 Brand Medium" panose="020B0504030603020204" pitchFamily="34" charset="0"/>
                <a:ea typeface="Arial Unicode MS" pitchFamily="34" charset="-128"/>
                <a:cs typeface="72" panose="020B0503030000000003" pitchFamily="34" charset="0"/>
              </a:rPr>
              <a:t>Required </a:t>
            </a:r>
            <a:br>
              <a:rPr lang="en-US" sz="700" kern="0">
                <a:solidFill>
                  <a:srgbClr val="12171C"/>
                </a:solidFill>
                <a:latin typeface="72 Brand Medium" panose="020B0504030603020204" pitchFamily="34" charset="0"/>
                <a:ea typeface="Arial Unicode MS" pitchFamily="34" charset="-128"/>
                <a:cs typeface="72" panose="020B0503030000000003" pitchFamily="34" charset="0"/>
              </a:rPr>
            </a:br>
            <a:r>
              <a:rPr lang="en-US" sz="700" kern="0">
                <a:solidFill>
                  <a:srgbClr val="12171C"/>
                </a:solidFill>
                <a:latin typeface="72 Brand Medium" panose="020B0504030603020204" pitchFamily="34" charset="0"/>
                <a:ea typeface="Arial Unicode MS" pitchFamily="34" charset="-128"/>
                <a:cs typeface="72" panose="020B0503030000000003" pitchFamily="34" charset="0"/>
              </a:rPr>
              <a:t>Data</a:t>
            </a:r>
            <a:endParaRPr kumimoji="0" lang="en-US" sz="700" u="none" strike="noStrike" kern="0" cap="none" spc="0" normalizeH="0" baseline="0" noProof="0">
              <a:ln>
                <a:noFill/>
              </a:ln>
              <a:solidFill>
                <a:srgbClr val="12171C"/>
              </a:solidFill>
              <a:effectLst/>
              <a:uLnTx/>
              <a:uFillTx/>
              <a:latin typeface="72 Brand Medium" panose="020B0504030603020204" pitchFamily="34" charset="0"/>
              <a:ea typeface="Arial Unicode MS" pitchFamily="34" charset="-128"/>
              <a:cs typeface="72" panose="020B0503030000000003" pitchFamily="34" charset="0"/>
            </a:endParaRPr>
          </a:p>
        </p:txBody>
      </p:sp>
      <p:sp>
        <p:nvSpPr>
          <p:cNvPr id="26" name="Gefaltete Ecke 6">
            <a:extLst>
              <a:ext uri="{FF2B5EF4-FFF2-40B4-BE49-F238E27FC236}">
                <a16:creationId xmlns:a16="http://schemas.microsoft.com/office/drawing/2014/main" id="{622509EA-37BF-54A5-5294-A33A2BD3C294}"/>
              </a:ext>
            </a:extLst>
          </p:cNvPr>
          <p:cNvSpPr/>
          <p:nvPr/>
        </p:nvSpPr>
        <p:spPr bwMode="gray">
          <a:xfrm>
            <a:off x="501650" y="5140907"/>
            <a:ext cx="58853" cy="896917"/>
          </a:xfrm>
          <a:prstGeom prst="rect">
            <a:avLst/>
          </a:prstGeom>
          <a:solidFill>
            <a:srgbClr val="7858FF"/>
          </a:solidFill>
          <a:ln w="25400" algn="ctr">
            <a:noFill/>
            <a:miter lim="800000"/>
            <a:headEnd/>
            <a:tailEnd/>
          </a:ln>
        </p:spPr>
        <p:txBody>
          <a:bodyPr lIns="144000" tIns="108000" rIns="108000" bIns="0" rtlCol="0" anchor="t" anchorCtr="0"/>
          <a:lstStyle/>
          <a:p>
            <a:pPr lvl="0" defTabSz="1088558">
              <a:defRPr/>
            </a:pPr>
            <a:endParaRPr lang="en-US" sz="700">
              <a:latin typeface="72 Brand" panose="020B0504030603020204" pitchFamily="34" charset="0"/>
              <a:cs typeface="72" panose="020B0503030000000003" pitchFamily="34" charset="0"/>
            </a:endParaRPr>
          </a:p>
        </p:txBody>
      </p:sp>
      <p:grpSp>
        <p:nvGrpSpPr>
          <p:cNvPr id="9" name="Group 8">
            <a:extLst>
              <a:ext uri="{FF2B5EF4-FFF2-40B4-BE49-F238E27FC236}">
                <a16:creationId xmlns:a16="http://schemas.microsoft.com/office/drawing/2014/main" id="{77C5D262-2F09-1266-829D-51209134846F}"/>
              </a:ext>
            </a:extLst>
          </p:cNvPr>
          <p:cNvGrpSpPr/>
          <p:nvPr/>
        </p:nvGrpSpPr>
        <p:grpSpPr>
          <a:xfrm>
            <a:off x="1485927" y="2273213"/>
            <a:ext cx="1492147" cy="900000"/>
            <a:chOff x="1485927" y="2273213"/>
            <a:chExt cx="1492147" cy="900000"/>
          </a:xfrm>
        </p:grpSpPr>
        <p:sp>
          <p:nvSpPr>
            <p:cNvPr id="197" name="Gefaltete Ecke 6">
              <a:extLst>
                <a:ext uri="{FF2B5EF4-FFF2-40B4-BE49-F238E27FC236}">
                  <a16:creationId xmlns:a16="http://schemas.microsoft.com/office/drawing/2014/main" id="{6A571275-98CD-55FF-980C-BF66A5DBE851}"/>
                </a:ext>
              </a:extLst>
            </p:cNvPr>
            <p:cNvSpPr/>
            <p:nvPr/>
          </p:nvSpPr>
          <p:spPr bwMode="gray">
            <a:xfrm>
              <a:off x="1526191" y="2274242"/>
              <a:ext cx="1451883" cy="898971"/>
            </a:xfrm>
            <a:prstGeom prst="rect">
              <a:avLst/>
            </a:prstGeom>
            <a:solidFill>
              <a:srgbClr val="EAECEE"/>
            </a:solidFill>
            <a:ln w="25400" algn="ctr">
              <a:noFill/>
              <a:miter lim="800000"/>
              <a:headEnd/>
              <a:tailEnd/>
            </a:ln>
          </p:spPr>
          <p:txBody>
            <a:bodyPr lIns="36000" tIns="72000" rIns="36000" bIns="0" rtlCol="0" anchor="ctr" anchorCtr="0"/>
            <a:lstStyle/>
            <a:p>
              <a:pPr algn="ctr" defTabSz="1088558"/>
              <a:r>
                <a:rPr lang="en-US" sz="1050" dirty="0">
                  <a:solidFill>
                    <a:srgbClr val="12171C"/>
                  </a:solidFill>
                  <a:latin typeface="72 Brand" panose="020B0504030603020204" pitchFamily="34" charset="0"/>
                  <a:cs typeface="Times New Roman"/>
                </a:rPr>
                <a:t>Internal sales rep enters sales order </a:t>
              </a:r>
              <a:br>
                <a:rPr lang="en-US" sz="1050" dirty="0">
                  <a:solidFill>
                    <a:srgbClr val="12171C"/>
                  </a:solidFill>
                  <a:latin typeface="72 Brand" panose="020B0504030603020204" pitchFamily="34" charset="0"/>
                  <a:cs typeface="Times New Roman"/>
                </a:rPr>
              </a:br>
              <a:r>
                <a:rPr lang="en-US" sz="1050" dirty="0">
                  <a:solidFill>
                    <a:srgbClr val="12171C"/>
                  </a:solidFill>
                  <a:latin typeface="72 Brand" panose="020B0504030603020204" pitchFamily="34" charset="0"/>
                  <a:cs typeface="Times New Roman"/>
                </a:rPr>
                <a:t>data</a:t>
              </a:r>
            </a:p>
          </p:txBody>
        </p:sp>
        <p:sp>
          <p:nvSpPr>
            <p:cNvPr id="196" name="Gefaltete Ecke 6">
              <a:extLst>
                <a:ext uri="{FF2B5EF4-FFF2-40B4-BE49-F238E27FC236}">
                  <a16:creationId xmlns:a16="http://schemas.microsoft.com/office/drawing/2014/main" id="{5A86D7A5-20CD-EE3F-9524-DAD70D44E67D}"/>
                </a:ext>
              </a:extLst>
            </p:cNvPr>
            <p:cNvSpPr/>
            <p:nvPr/>
          </p:nvSpPr>
          <p:spPr bwMode="gray">
            <a:xfrm>
              <a:off x="1485927" y="2273213"/>
              <a:ext cx="45125" cy="898971"/>
            </a:xfrm>
            <a:prstGeom prst="rect">
              <a:avLst/>
            </a:prstGeom>
            <a:solidFill>
              <a:srgbClr val="97DD40"/>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grpSp>
      <p:sp>
        <p:nvSpPr>
          <p:cNvPr id="194" name="Gefaltete Ecke 6">
            <a:extLst>
              <a:ext uri="{FF2B5EF4-FFF2-40B4-BE49-F238E27FC236}">
                <a16:creationId xmlns:a16="http://schemas.microsoft.com/office/drawing/2014/main" id="{0DB00498-3288-DAE1-9A25-DCD308E4F1B4}"/>
              </a:ext>
            </a:extLst>
          </p:cNvPr>
          <p:cNvSpPr/>
          <p:nvPr/>
        </p:nvSpPr>
        <p:spPr bwMode="gray">
          <a:xfrm>
            <a:off x="3053780" y="2273213"/>
            <a:ext cx="45125" cy="898971"/>
          </a:xfrm>
          <a:prstGeom prst="rect">
            <a:avLst/>
          </a:prstGeom>
          <a:solidFill>
            <a:srgbClr val="97DD40"/>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248" name="Gefaltete Ecke 6">
            <a:extLst>
              <a:ext uri="{FF2B5EF4-FFF2-40B4-BE49-F238E27FC236}">
                <a16:creationId xmlns:a16="http://schemas.microsoft.com/office/drawing/2014/main" id="{F8E7E846-ED2B-AE9B-AFE8-203508925AB8}"/>
              </a:ext>
            </a:extLst>
          </p:cNvPr>
          <p:cNvSpPr/>
          <p:nvPr/>
        </p:nvSpPr>
        <p:spPr bwMode="gray">
          <a:xfrm>
            <a:off x="4992834" y="2273213"/>
            <a:ext cx="45125" cy="898971"/>
          </a:xfrm>
          <a:prstGeom prst="rect">
            <a:avLst/>
          </a:prstGeom>
          <a:solidFill>
            <a:srgbClr val="97DD40"/>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273" name="Gefaltete Ecke 6">
            <a:extLst>
              <a:ext uri="{FF2B5EF4-FFF2-40B4-BE49-F238E27FC236}">
                <a16:creationId xmlns:a16="http://schemas.microsoft.com/office/drawing/2014/main" id="{9A01F49A-616A-A4BB-880F-3C75C665E7AA}"/>
              </a:ext>
            </a:extLst>
          </p:cNvPr>
          <p:cNvSpPr/>
          <p:nvPr/>
        </p:nvSpPr>
        <p:spPr bwMode="gray">
          <a:xfrm>
            <a:off x="8501347" y="2273213"/>
            <a:ext cx="45125" cy="898971"/>
          </a:xfrm>
          <a:prstGeom prst="rect">
            <a:avLst/>
          </a:prstGeom>
          <a:solidFill>
            <a:srgbClr val="97DD40"/>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32" name="Gefaltete Ecke 6">
            <a:extLst>
              <a:ext uri="{FF2B5EF4-FFF2-40B4-BE49-F238E27FC236}">
                <a16:creationId xmlns:a16="http://schemas.microsoft.com/office/drawing/2014/main" id="{9A64CB08-9E4E-B9D0-5EBE-5B17CDD57352}"/>
              </a:ext>
            </a:extLst>
          </p:cNvPr>
          <p:cNvSpPr/>
          <p:nvPr/>
        </p:nvSpPr>
        <p:spPr bwMode="gray">
          <a:xfrm>
            <a:off x="501650" y="2273213"/>
            <a:ext cx="58853" cy="897944"/>
          </a:xfrm>
          <a:prstGeom prst="rect">
            <a:avLst/>
          </a:prstGeom>
          <a:solidFill>
            <a:srgbClr val="97DD40"/>
          </a:solidFill>
          <a:ln w="25400" algn="ctr">
            <a:noFill/>
            <a:miter lim="800000"/>
            <a:headEnd/>
            <a:tailEnd/>
          </a:ln>
        </p:spPr>
        <p:txBody>
          <a:bodyPr lIns="144000" tIns="108000" rIns="108000" bIns="0" rtlCol="0" anchor="t" anchorCtr="0"/>
          <a:lstStyle/>
          <a:p>
            <a:pPr lvl="0" defTabSz="1088558">
              <a:defRPr/>
            </a:pPr>
            <a:endParaRPr lang="en-US" sz="700">
              <a:latin typeface="72 Brand" panose="020B0504030603020204" pitchFamily="34" charset="0"/>
              <a:cs typeface="72" panose="020B0503030000000003" pitchFamily="34" charset="0"/>
            </a:endParaRPr>
          </a:p>
        </p:txBody>
      </p:sp>
      <p:sp>
        <p:nvSpPr>
          <p:cNvPr id="190" name="Gefaltete Ecke 6">
            <a:extLst>
              <a:ext uri="{FF2B5EF4-FFF2-40B4-BE49-F238E27FC236}">
                <a16:creationId xmlns:a16="http://schemas.microsoft.com/office/drawing/2014/main" id="{1C2CBA57-8E2F-68C1-84E4-4246A561F73A}"/>
              </a:ext>
            </a:extLst>
          </p:cNvPr>
          <p:cNvSpPr/>
          <p:nvPr/>
        </p:nvSpPr>
        <p:spPr bwMode="gray">
          <a:xfrm>
            <a:off x="3053780" y="3229618"/>
            <a:ext cx="45125" cy="898971"/>
          </a:xfrm>
          <a:prstGeom prst="rect">
            <a:avLst/>
          </a:prstGeom>
          <a:solidFill>
            <a:srgbClr val="FFC933"/>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244" name="Gefaltete Ecke 6">
            <a:extLst>
              <a:ext uri="{FF2B5EF4-FFF2-40B4-BE49-F238E27FC236}">
                <a16:creationId xmlns:a16="http://schemas.microsoft.com/office/drawing/2014/main" id="{954D8F49-E3C7-5168-FD2B-14F781EC8DC6}"/>
              </a:ext>
            </a:extLst>
          </p:cNvPr>
          <p:cNvSpPr/>
          <p:nvPr/>
        </p:nvSpPr>
        <p:spPr bwMode="gray">
          <a:xfrm>
            <a:off x="4992834" y="3229618"/>
            <a:ext cx="45125" cy="898971"/>
          </a:xfrm>
          <a:prstGeom prst="rect">
            <a:avLst/>
          </a:prstGeom>
          <a:solidFill>
            <a:srgbClr val="FFC933"/>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269" name="Gefaltete Ecke 6">
            <a:extLst>
              <a:ext uri="{FF2B5EF4-FFF2-40B4-BE49-F238E27FC236}">
                <a16:creationId xmlns:a16="http://schemas.microsoft.com/office/drawing/2014/main" id="{704B03C9-B091-0733-F86A-752B70A36026}"/>
              </a:ext>
            </a:extLst>
          </p:cNvPr>
          <p:cNvSpPr/>
          <p:nvPr/>
        </p:nvSpPr>
        <p:spPr bwMode="gray">
          <a:xfrm>
            <a:off x="8501347" y="3229618"/>
            <a:ext cx="45125" cy="898971"/>
          </a:xfrm>
          <a:prstGeom prst="rect">
            <a:avLst/>
          </a:prstGeom>
          <a:solidFill>
            <a:srgbClr val="FFC933"/>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30" name="Gefaltete Ecke 6">
            <a:extLst>
              <a:ext uri="{FF2B5EF4-FFF2-40B4-BE49-F238E27FC236}">
                <a16:creationId xmlns:a16="http://schemas.microsoft.com/office/drawing/2014/main" id="{820906BC-8834-BA17-E0F9-B1706885DDFC}"/>
              </a:ext>
            </a:extLst>
          </p:cNvPr>
          <p:cNvSpPr/>
          <p:nvPr/>
        </p:nvSpPr>
        <p:spPr bwMode="gray">
          <a:xfrm>
            <a:off x="501650" y="3230128"/>
            <a:ext cx="58853" cy="896919"/>
          </a:xfrm>
          <a:prstGeom prst="rect">
            <a:avLst/>
          </a:prstGeom>
          <a:solidFill>
            <a:srgbClr val="FFC933"/>
          </a:solidFill>
          <a:ln w="25400" algn="ctr">
            <a:noFill/>
            <a:miter lim="800000"/>
            <a:headEnd/>
            <a:tailEnd/>
          </a:ln>
        </p:spPr>
        <p:txBody>
          <a:bodyPr lIns="144000" tIns="108000" rIns="108000" bIns="0" rtlCol="0" anchor="t" anchorCtr="0"/>
          <a:lstStyle/>
          <a:p>
            <a:pPr lvl="0" defTabSz="1088558">
              <a:defRPr/>
            </a:pPr>
            <a:endParaRPr lang="en-US" sz="700">
              <a:latin typeface="72 Brand" panose="020B0504030603020204" pitchFamily="34" charset="0"/>
              <a:cs typeface="72" panose="020B0503030000000003" pitchFamily="34" charset="0"/>
            </a:endParaRPr>
          </a:p>
        </p:txBody>
      </p:sp>
      <p:sp>
        <p:nvSpPr>
          <p:cNvPr id="188" name="Gefaltete Ecke 6">
            <a:extLst>
              <a:ext uri="{FF2B5EF4-FFF2-40B4-BE49-F238E27FC236}">
                <a16:creationId xmlns:a16="http://schemas.microsoft.com/office/drawing/2014/main" id="{407FDF18-6F99-ECB5-331F-16E9D8B40BFD}"/>
              </a:ext>
            </a:extLst>
          </p:cNvPr>
          <p:cNvSpPr/>
          <p:nvPr/>
        </p:nvSpPr>
        <p:spPr bwMode="gray">
          <a:xfrm>
            <a:off x="1485927" y="4186023"/>
            <a:ext cx="45125" cy="898971"/>
          </a:xfrm>
          <a:prstGeom prst="rect">
            <a:avLst/>
          </a:prstGeom>
          <a:solidFill>
            <a:srgbClr val="1B90FF"/>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186" name="Gefaltete Ecke 6">
            <a:extLst>
              <a:ext uri="{FF2B5EF4-FFF2-40B4-BE49-F238E27FC236}">
                <a16:creationId xmlns:a16="http://schemas.microsoft.com/office/drawing/2014/main" id="{C8CBA9F6-BF99-BB14-6423-9D6622634AC4}"/>
              </a:ext>
            </a:extLst>
          </p:cNvPr>
          <p:cNvSpPr/>
          <p:nvPr/>
        </p:nvSpPr>
        <p:spPr bwMode="gray">
          <a:xfrm>
            <a:off x="3053780" y="4186023"/>
            <a:ext cx="45125" cy="898971"/>
          </a:xfrm>
          <a:prstGeom prst="rect">
            <a:avLst/>
          </a:prstGeom>
          <a:solidFill>
            <a:srgbClr val="1B90FF"/>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28" name="Gefaltete Ecke 6">
            <a:extLst>
              <a:ext uri="{FF2B5EF4-FFF2-40B4-BE49-F238E27FC236}">
                <a16:creationId xmlns:a16="http://schemas.microsoft.com/office/drawing/2014/main" id="{EF1C4F9E-FBBD-6C3C-995E-AC4422AE4A55}"/>
              </a:ext>
            </a:extLst>
          </p:cNvPr>
          <p:cNvSpPr/>
          <p:nvPr/>
        </p:nvSpPr>
        <p:spPr bwMode="gray">
          <a:xfrm>
            <a:off x="502344" y="4185517"/>
            <a:ext cx="58853" cy="896917"/>
          </a:xfrm>
          <a:prstGeom prst="rect">
            <a:avLst/>
          </a:prstGeom>
          <a:solidFill>
            <a:srgbClr val="1B90FF"/>
          </a:solidFill>
          <a:ln w="25400" algn="ctr">
            <a:noFill/>
            <a:miter lim="800000"/>
            <a:headEnd/>
            <a:tailEnd/>
          </a:ln>
        </p:spPr>
        <p:txBody>
          <a:bodyPr lIns="144000" tIns="108000" rIns="108000" bIns="0" rtlCol="0" anchor="t" anchorCtr="0"/>
          <a:lstStyle/>
          <a:p>
            <a:pPr lvl="0" defTabSz="1088558">
              <a:defRPr/>
            </a:pPr>
            <a:endParaRPr lang="en-US" sz="700">
              <a:latin typeface="72 Brand" panose="020B0504030603020204" pitchFamily="34" charset="0"/>
              <a:cs typeface="72" panose="020B0503030000000003" pitchFamily="34" charset="0"/>
            </a:endParaRPr>
          </a:p>
        </p:txBody>
      </p:sp>
      <p:sp>
        <p:nvSpPr>
          <p:cNvPr id="13" name="Rounded Rectangle 2">
            <a:extLst>
              <a:ext uri="{FF2B5EF4-FFF2-40B4-BE49-F238E27FC236}">
                <a16:creationId xmlns:a16="http://schemas.microsoft.com/office/drawing/2014/main" id="{F0E54AEF-01AB-6FEE-4DF3-F947962CFCAC}"/>
              </a:ext>
            </a:extLst>
          </p:cNvPr>
          <p:cNvSpPr/>
          <p:nvPr/>
        </p:nvSpPr>
        <p:spPr bwMode="gray">
          <a:xfrm>
            <a:off x="4992834" y="974710"/>
            <a:ext cx="3060000" cy="227442"/>
          </a:xfrm>
          <a:prstGeom prst="roundRect">
            <a:avLst>
              <a:gd name="adj" fmla="val 21664"/>
            </a:avLst>
          </a:prstGeom>
          <a:solidFill>
            <a:srgbClr val="36A41D"/>
          </a:solidFill>
          <a:ln w="19050" cap="rnd" cmpd="sng">
            <a:noFill/>
            <a:headEnd/>
            <a:tailEnd/>
          </a:ln>
          <a:effectLst/>
        </p:spPr>
        <p:style>
          <a:lnRef idx="3">
            <a:schemeClr val="lt1"/>
          </a:lnRef>
          <a:fillRef idx="1">
            <a:schemeClr val="accent6"/>
          </a:fillRef>
          <a:effectRef idx="1">
            <a:schemeClr val="accent6"/>
          </a:effectRef>
          <a:fontRef idx="minor">
            <a:schemeClr val="lt1"/>
          </a:fontRef>
        </p:style>
        <p:txBody>
          <a:bodyPr wrap="square" lIns="0" tIns="0" rIns="0" bIns="0" rtlCol="0" anchor="ctr">
            <a:noAutofit/>
          </a:bodyPr>
          <a:lstStyle/>
          <a:p>
            <a:pPr algn="ctr" fontAlgn="base">
              <a:spcBef>
                <a:spcPct val="50000"/>
              </a:spcBef>
              <a:spcAft>
                <a:spcPct val="0"/>
              </a:spcAft>
              <a:buClr>
                <a:srgbClr val="F0AB00"/>
              </a:buClr>
              <a:buSzPct val="80000"/>
            </a:pPr>
            <a:r>
              <a:rPr lang="en-US" sz="1000" kern="0" dirty="0">
                <a:solidFill>
                  <a:schemeClr val="bg1"/>
                </a:solidFill>
                <a:latin typeface="72 Brand" panose="020B0504030603020204" pitchFamily="34" charset="0"/>
                <a:ea typeface="Arial Unicode MS" pitchFamily="34" charset="-128"/>
                <a:cs typeface="Arial Unicode MS" pitchFamily="34" charset="-128"/>
                <a:sym typeface="Arial"/>
              </a:rPr>
              <a:t>Exercise 1.3</a:t>
            </a:r>
          </a:p>
        </p:txBody>
      </p:sp>
      <p:sp>
        <p:nvSpPr>
          <p:cNvPr id="14" name="Rounded Rectangle 2">
            <a:extLst>
              <a:ext uri="{FF2B5EF4-FFF2-40B4-BE49-F238E27FC236}">
                <a16:creationId xmlns:a16="http://schemas.microsoft.com/office/drawing/2014/main" id="{F40B8FE8-0F93-2BDD-EEFE-399B15FE793D}"/>
              </a:ext>
            </a:extLst>
          </p:cNvPr>
          <p:cNvSpPr/>
          <p:nvPr/>
        </p:nvSpPr>
        <p:spPr bwMode="gray">
          <a:xfrm>
            <a:off x="8501347" y="974710"/>
            <a:ext cx="3060000" cy="227442"/>
          </a:xfrm>
          <a:prstGeom prst="roundRect">
            <a:avLst>
              <a:gd name="adj" fmla="val 21664"/>
            </a:avLst>
          </a:prstGeom>
          <a:solidFill>
            <a:srgbClr val="36A41D"/>
          </a:solidFill>
          <a:ln w="19050" cap="rnd" cmpd="sng">
            <a:noFill/>
            <a:headEnd/>
            <a:tailEnd/>
          </a:ln>
          <a:effectLst/>
        </p:spPr>
        <p:style>
          <a:lnRef idx="3">
            <a:schemeClr val="lt1"/>
          </a:lnRef>
          <a:fillRef idx="1">
            <a:schemeClr val="accent6"/>
          </a:fillRef>
          <a:effectRef idx="1">
            <a:schemeClr val="accent6"/>
          </a:effectRef>
          <a:fontRef idx="minor">
            <a:schemeClr val="lt1"/>
          </a:fontRef>
        </p:style>
        <p:txBody>
          <a:bodyPr wrap="square" lIns="0" tIns="0" rIns="0" bIns="0" rtlCol="0" anchor="ctr">
            <a:noAutofit/>
          </a:bodyPr>
          <a:lstStyle/>
          <a:p>
            <a:pPr algn="ctr" fontAlgn="base">
              <a:spcBef>
                <a:spcPct val="50000"/>
              </a:spcBef>
              <a:spcAft>
                <a:spcPct val="0"/>
              </a:spcAft>
              <a:buClr>
                <a:srgbClr val="F0AB00"/>
              </a:buClr>
              <a:buSzPct val="80000"/>
            </a:pPr>
            <a:r>
              <a:rPr lang="en-US" sz="1000" kern="0" dirty="0">
                <a:solidFill>
                  <a:schemeClr val="bg1"/>
                </a:solidFill>
                <a:latin typeface="72 Brand" panose="020B0504030603020204" pitchFamily="34" charset="0"/>
                <a:ea typeface="Arial Unicode MS" pitchFamily="34" charset="-128"/>
                <a:cs typeface="Arial Unicode MS" pitchFamily="34" charset="-128"/>
                <a:sym typeface="Arial"/>
              </a:rPr>
              <a:t>Exercise 1.4</a:t>
            </a:r>
          </a:p>
        </p:txBody>
      </p:sp>
      <p:sp>
        <p:nvSpPr>
          <p:cNvPr id="15" name="Rounded Rectangle 2">
            <a:extLst>
              <a:ext uri="{FF2B5EF4-FFF2-40B4-BE49-F238E27FC236}">
                <a16:creationId xmlns:a16="http://schemas.microsoft.com/office/drawing/2014/main" id="{F7AD0CB1-3E04-3164-57E3-09957A7FA1E8}"/>
              </a:ext>
            </a:extLst>
          </p:cNvPr>
          <p:cNvSpPr/>
          <p:nvPr/>
        </p:nvSpPr>
        <p:spPr bwMode="gray">
          <a:xfrm>
            <a:off x="1484319" y="974710"/>
            <a:ext cx="3061607" cy="227442"/>
          </a:xfrm>
          <a:prstGeom prst="roundRect">
            <a:avLst>
              <a:gd name="adj" fmla="val 21664"/>
            </a:avLst>
          </a:prstGeom>
          <a:solidFill>
            <a:srgbClr val="36A41D"/>
          </a:solidFill>
          <a:ln w="19050" cap="rnd" cmpd="sng">
            <a:noFill/>
            <a:headEnd/>
            <a:tailEnd/>
          </a:ln>
          <a:effectLst/>
        </p:spPr>
        <p:style>
          <a:lnRef idx="3">
            <a:schemeClr val="lt1"/>
          </a:lnRef>
          <a:fillRef idx="1">
            <a:schemeClr val="accent6"/>
          </a:fillRef>
          <a:effectRef idx="1">
            <a:schemeClr val="accent6"/>
          </a:effectRef>
          <a:fontRef idx="minor">
            <a:schemeClr val="lt1"/>
          </a:fontRef>
        </p:style>
        <p:txBody>
          <a:bodyPr wrap="square" lIns="0" tIns="0" rIns="0" bIns="0" rtlCol="0" anchor="ctr">
            <a:noAutofit/>
          </a:bodyPr>
          <a:lstStyle/>
          <a:p>
            <a:pPr algn="ctr" fontAlgn="base">
              <a:spcBef>
                <a:spcPct val="50000"/>
              </a:spcBef>
              <a:spcAft>
                <a:spcPct val="0"/>
              </a:spcAft>
              <a:buClr>
                <a:srgbClr val="F0AB00"/>
              </a:buClr>
              <a:buSzPct val="80000"/>
            </a:pPr>
            <a:r>
              <a:rPr lang="en-US" sz="1000" kern="0" dirty="0">
                <a:solidFill>
                  <a:schemeClr val="bg1"/>
                </a:solidFill>
                <a:latin typeface="72 Brand" panose="020B0504030603020204" pitchFamily="34" charset="0"/>
                <a:ea typeface="Arial Unicode MS" pitchFamily="34" charset="-128"/>
                <a:cs typeface="Arial Unicode MS" pitchFamily="34" charset="-128"/>
                <a:sym typeface="Arial"/>
              </a:rPr>
              <a:t>Exercise 1.2</a:t>
            </a:r>
          </a:p>
        </p:txBody>
      </p:sp>
    </p:spTree>
    <p:extLst>
      <p:ext uri="{BB962C8B-B14F-4D97-AF65-F5344CB8AC3E}">
        <p14:creationId xmlns:p14="http://schemas.microsoft.com/office/powerpoint/2010/main" val="92715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C21C74-77B6-C6DF-E4D5-8BDE1894EA68}"/>
            </a:ext>
          </a:extLst>
        </p:cNvPr>
        <p:cNvGrpSpPr/>
        <p:nvPr/>
      </p:nvGrpSpPr>
      <p:grpSpPr>
        <a:xfrm>
          <a:off x="0" y="0"/>
          <a:ext cx="0" cy="0"/>
          <a:chOff x="0" y="0"/>
          <a:chExt cx="0" cy="0"/>
        </a:xfrm>
      </p:grpSpPr>
      <p:sp>
        <p:nvSpPr>
          <p:cNvPr id="12" name="Titel 11">
            <a:extLst>
              <a:ext uri="{FF2B5EF4-FFF2-40B4-BE49-F238E27FC236}">
                <a16:creationId xmlns:a16="http://schemas.microsoft.com/office/drawing/2014/main" id="{E9B6F3F5-05B2-06D5-42FC-01A273B2C83A}"/>
              </a:ext>
            </a:extLst>
          </p:cNvPr>
          <p:cNvSpPr>
            <a:spLocks noGrp="1"/>
          </p:cNvSpPr>
          <p:nvPr>
            <p:ph type="title"/>
          </p:nvPr>
        </p:nvSpPr>
        <p:spPr>
          <a:xfrm>
            <a:off x="504001" y="504000"/>
            <a:ext cx="11186476" cy="307777"/>
          </a:xfrm>
        </p:spPr>
        <p:txBody>
          <a:bodyPr/>
          <a:lstStyle/>
          <a:p>
            <a:r>
              <a:rPr lang="en-US" sz="2000" dirty="0"/>
              <a:t>Extension Technology per Extension Task Mapping - Scene 02: Sales Order sent for approval </a:t>
            </a:r>
          </a:p>
        </p:txBody>
      </p:sp>
      <p:sp>
        <p:nvSpPr>
          <p:cNvPr id="171" name="Rechteck 28">
            <a:extLst>
              <a:ext uri="{FF2B5EF4-FFF2-40B4-BE49-F238E27FC236}">
                <a16:creationId xmlns:a16="http://schemas.microsoft.com/office/drawing/2014/main" id="{148C1BE4-5772-7489-ED8A-4EBBC22A2F12}"/>
              </a:ext>
            </a:extLst>
          </p:cNvPr>
          <p:cNvSpPr/>
          <p:nvPr/>
        </p:nvSpPr>
        <p:spPr bwMode="gray">
          <a:xfrm>
            <a:off x="1340321" y="1254896"/>
            <a:ext cx="3348000" cy="5000248"/>
          </a:xfrm>
          <a:prstGeom prst="roundRect">
            <a:avLst>
              <a:gd name="adj" fmla="val 1619"/>
            </a:avLst>
          </a:prstGeom>
          <a:noFill/>
          <a:ln w="15875" algn="ctr">
            <a:solidFill>
              <a:srgbClr val="A9B4BE"/>
            </a:solidFill>
            <a:miter lim="800000"/>
            <a:headEnd/>
            <a:tailEnd/>
            <a:extLst>
              <a:ext uri="{C807C97D-BFC1-408E-A445-0C87EB9F89A2}">
                <ask:lineSketchStyleProps xmlns:ask="http://schemas.microsoft.com/office/drawing/2018/sketchyshapes" sd="1219033472">
                  <a:custGeom>
                    <a:avLst/>
                    <a:gdLst>
                      <a:gd name="connsiteX0" fmla="*/ 0 w 3384000"/>
                      <a:gd name="connsiteY0" fmla="*/ 0 h 5039142"/>
                      <a:gd name="connsiteX1" fmla="*/ 642960 w 3384000"/>
                      <a:gd name="connsiteY1" fmla="*/ 0 h 5039142"/>
                      <a:gd name="connsiteX2" fmla="*/ 1218240 w 3384000"/>
                      <a:gd name="connsiteY2" fmla="*/ 0 h 5039142"/>
                      <a:gd name="connsiteX3" fmla="*/ 1962720 w 3384000"/>
                      <a:gd name="connsiteY3" fmla="*/ 0 h 5039142"/>
                      <a:gd name="connsiteX4" fmla="*/ 2605680 w 3384000"/>
                      <a:gd name="connsiteY4" fmla="*/ 0 h 5039142"/>
                      <a:gd name="connsiteX5" fmla="*/ 3384000 w 3384000"/>
                      <a:gd name="connsiteY5" fmla="*/ 0 h 5039142"/>
                      <a:gd name="connsiteX6" fmla="*/ 3384000 w 3384000"/>
                      <a:gd name="connsiteY6" fmla="*/ 730676 h 5039142"/>
                      <a:gd name="connsiteX7" fmla="*/ 3384000 w 3384000"/>
                      <a:gd name="connsiteY7" fmla="*/ 1360568 h 5039142"/>
                      <a:gd name="connsiteX8" fmla="*/ 3384000 w 3384000"/>
                      <a:gd name="connsiteY8" fmla="*/ 1990461 h 5039142"/>
                      <a:gd name="connsiteX9" fmla="*/ 3384000 w 3384000"/>
                      <a:gd name="connsiteY9" fmla="*/ 2519571 h 5039142"/>
                      <a:gd name="connsiteX10" fmla="*/ 3384000 w 3384000"/>
                      <a:gd name="connsiteY10" fmla="*/ 3048681 h 5039142"/>
                      <a:gd name="connsiteX11" fmla="*/ 3384000 w 3384000"/>
                      <a:gd name="connsiteY11" fmla="*/ 3678574 h 5039142"/>
                      <a:gd name="connsiteX12" fmla="*/ 3384000 w 3384000"/>
                      <a:gd name="connsiteY12" fmla="*/ 4358858 h 5039142"/>
                      <a:gd name="connsiteX13" fmla="*/ 3384000 w 3384000"/>
                      <a:gd name="connsiteY13" fmla="*/ 5039142 h 5039142"/>
                      <a:gd name="connsiteX14" fmla="*/ 2707200 w 3384000"/>
                      <a:gd name="connsiteY14" fmla="*/ 5039142 h 5039142"/>
                      <a:gd name="connsiteX15" fmla="*/ 2098080 w 3384000"/>
                      <a:gd name="connsiteY15" fmla="*/ 5039142 h 5039142"/>
                      <a:gd name="connsiteX16" fmla="*/ 1421280 w 3384000"/>
                      <a:gd name="connsiteY16" fmla="*/ 5039142 h 5039142"/>
                      <a:gd name="connsiteX17" fmla="*/ 676800 w 3384000"/>
                      <a:gd name="connsiteY17" fmla="*/ 5039142 h 5039142"/>
                      <a:gd name="connsiteX18" fmla="*/ 0 w 3384000"/>
                      <a:gd name="connsiteY18" fmla="*/ 5039142 h 5039142"/>
                      <a:gd name="connsiteX19" fmla="*/ 0 w 3384000"/>
                      <a:gd name="connsiteY19" fmla="*/ 4560424 h 5039142"/>
                      <a:gd name="connsiteX20" fmla="*/ 0 w 3384000"/>
                      <a:gd name="connsiteY20" fmla="*/ 4031314 h 5039142"/>
                      <a:gd name="connsiteX21" fmla="*/ 0 w 3384000"/>
                      <a:gd name="connsiteY21" fmla="*/ 3451812 h 5039142"/>
                      <a:gd name="connsiteX22" fmla="*/ 0 w 3384000"/>
                      <a:gd name="connsiteY22" fmla="*/ 2721137 h 5039142"/>
                      <a:gd name="connsiteX23" fmla="*/ 0 w 3384000"/>
                      <a:gd name="connsiteY23" fmla="*/ 2091244 h 5039142"/>
                      <a:gd name="connsiteX24" fmla="*/ 0 w 3384000"/>
                      <a:gd name="connsiteY24" fmla="*/ 1511743 h 5039142"/>
                      <a:gd name="connsiteX25" fmla="*/ 0 w 3384000"/>
                      <a:gd name="connsiteY25" fmla="*/ 1033024 h 5039142"/>
                      <a:gd name="connsiteX26" fmla="*/ 0 w 3384000"/>
                      <a:gd name="connsiteY26" fmla="*/ 554306 h 5039142"/>
                      <a:gd name="connsiteX27" fmla="*/ 0 w 3384000"/>
                      <a:gd name="connsiteY27" fmla="*/ 0 h 50391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3384000" h="5039142" extrusionOk="0">
                        <a:moveTo>
                          <a:pt x="0" y="0"/>
                        </a:moveTo>
                        <a:cubicBezTo>
                          <a:pt x="271185" y="29039"/>
                          <a:pt x="328782" y="-28129"/>
                          <a:pt x="642960" y="0"/>
                        </a:cubicBezTo>
                        <a:cubicBezTo>
                          <a:pt x="957138" y="28129"/>
                          <a:pt x="1032733" y="9365"/>
                          <a:pt x="1218240" y="0"/>
                        </a:cubicBezTo>
                        <a:cubicBezTo>
                          <a:pt x="1403747" y="-9365"/>
                          <a:pt x="1722595" y="19949"/>
                          <a:pt x="1962720" y="0"/>
                        </a:cubicBezTo>
                        <a:cubicBezTo>
                          <a:pt x="2202845" y="-19949"/>
                          <a:pt x="2294374" y="-15471"/>
                          <a:pt x="2605680" y="0"/>
                        </a:cubicBezTo>
                        <a:cubicBezTo>
                          <a:pt x="2916986" y="15471"/>
                          <a:pt x="3056482" y="-1523"/>
                          <a:pt x="3384000" y="0"/>
                        </a:cubicBezTo>
                        <a:cubicBezTo>
                          <a:pt x="3391804" y="351232"/>
                          <a:pt x="3398473" y="465272"/>
                          <a:pt x="3384000" y="730676"/>
                        </a:cubicBezTo>
                        <a:cubicBezTo>
                          <a:pt x="3369527" y="996080"/>
                          <a:pt x="3364958" y="1100114"/>
                          <a:pt x="3384000" y="1360568"/>
                        </a:cubicBezTo>
                        <a:cubicBezTo>
                          <a:pt x="3403042" y="1621022"/>
                          <a:pt x="3401480" y="1745457"/>
                          <a:pt x="3384000" y="1990461"/>
                        </a:cubicBezTo>
                        <a:cubicBezTo>
                          <a:pt x="3366520" y="2235465"/>
                          <a:pt x="3400781" y="2334793"/>
                          <a:pt x="3384000" y="2519571"/>
                        </a:cubicBezTo>
                        <a:cubicBezTo>
                          <a:pt x="3367220" y="2704349"/>
                          <a:pt x="3395504" y="2938777"/>
                          <a:pt x="3384000" y="3048681"/>
                        </a:cubicBezTo>
                        <a:cubicBezTo>
                          <a:pt x="3372497" y="3158585"/>
                          <a:pt x="3379870" y="3417460"/>
                          <a:pt x="3384000" y="3678574"/>
                        </a:cubicBezTo>
                        <a:cubicBezTo>
                          <a:pt x="3388130" y="3939688"/>
                          <a:pt x="3390425" y="4135215"/>
                          <a:pt x="3384000" y="4358858"/>
                        </a:cubicBezTo>
                        <a:cubicBezTo>
                          <a:pt x="3377575" y="4582501"/>
                          <a:pt x="3393976" y="4724127"/>
                          <a:pt x="3384000" y="5039142"/>
                        </a:cubicBezTo>
                        <a:cubicBezTo>
                          <a:pt x="3046876" y="5050303"/>
                          <a:pt x="2922171" y="5035741"/>
                          <a:pt x="2707200" y="5039142"/>
                        </a:cubicBezTo>
                        <a:cubicBezTo>
                          <a:pt x="2492229" y="5042543"/>
                          <a:pt x="2335721" y="5011483"/>
                          <a:pt x="2098080" y="5039142"/>
                        </a:cubicBezTo>
                        <a:cubicBezTo>
                          <a:pt x="1860439" y="5066801"/>
                          <a:pt x="1648647" y="5069859"/>
                          <a:pt x="1421280" y="5039142"/>
                        </a:cubicBezTo>
                        <a:cubicBezTo>
                          <a:pt x="1193913" y="5008425"/>
                          <a:pt x="980245" y="5075806"/>
                          <a:pt x="676800" y="5039142"/>
                        </a:cubicBezTo>
                        <a:cubicBezTo>
                          <a:pt x="373355" y="5002478"/>
                          <a:pt x="186733" y="5035812"/>
                          <a:pt x="0" y="5039142"/>
                        </a:cubicBezTo>
                        <a:cubicBezTo>
                          <a:pt x="18411" y="4868054"/>
                          <a:pt x="-5364" y="4775031"/>
                          <a:pt x="0" y="4560424"/>
                        </a:cubicBezTo>
                        <a:cubicBezTo>
                          <a:pt x="5364" y="4345817"/>
                          <a:pt x="-22783" y="4255096"/>
                          <a:pt x="0" y="4031314"/>
                        </a:cubicBezTo>
                        <a:cubicBezTo>
                          <a:pt x="22783" y="3807532"/>
                          <a:pt x="-17666" y="3647596"/>
                          <a:pt x="0" y="3451812"/>
                        </a:cubicBezTo>
                        <a:cubicBezTo>
                          <a:pt x="17666" y="3256028"/>
                          <a:pt x="-29825" y="2916710"/>
                          <a:pt x="0" y="2721137"/>
                        </a:cubicBezTo>
                        <a:cubicBezTo>
                          <a:pt x="29825" y="2525565"/>
                          <a:pt x="-727" y="2310220"/>
                          <a:pt x="0" y="2091244"/>
                        </a:cubicBezTo>
                        <a:cubicBezTo>
                          <a:pt x="727" y="1872268"/>
                          <a:pt x="14542" y="1755568"/>
                          <a:pt x="0" y="1511743"/>
                        </a:cubicBezTo>
                        <a:cubicBezTo>
                          <a:pt x="-14542" y="1267918"/>
                          <a:pt x="6462" y="1213297"/>
                          <a:pt x="0" y="1033024"/>
                        </a:cubicBezTo>
                        <a:cubicBezTo>
                          <a:pt x="-6462" y="852751"/>
                          <a:pt x="-17725" y="738390"/>
                          <a:pt x="0" y="554306"/>
                        </a:cubicBezTo>
                        <a:cubicBezTo>
                          <a:pt x="17725" y="370222"/>
                          <a:pt x="-24059" y="115157"/>
                          <a:pt x="0" y="0"/>
                        </a:cubicBezTo>
                        <a:close/>
                      </a:path>
                    </a:pathLst>
                  </a:custGeom>
                  <ask:type>
                    <ask:lineSketchNone/>
                  </ask:type>
                </ask:lineSketchStyleProps>
              </a:ext>
            </a:extLst>
          </a:ln>
        </p:spPr>
        <p:txBody>
          <a:bodyPr lIns="90000" tIns="54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000" b="0" i="0" u="none" strike="noStrike" kern="0" cap="none" spc="0" normalizeH="0" baseline="0" noProof="0">
                <a:ln>
                  <a:noFill/>
                </a:ln>
                <a:solidFill>
                  <a:srgbClr val="12171C"/>
                </a:solidFill>
                <a:effectLst/>
                <a:uLnTx/>
                <a:uFillTx/>
                <a:latin typeface="72 Brand" panose="020B0504030603020204" pitchFamily="34" charset="0"/>
                <a:ea typeface="Arial Unicode MS" pitchFamily="34" charset="-128"/>
                <a:cs typeface="72" panose="020B0503030000000003" pitchFamily="34" charset="0"/>
              </a:rPr>
              <a:t>Phase 1</a:t>
            </a:r>
            <a:endParaRPr kumimoji="0" lang="en-US" sz="1000" b="0" u="none" strike="noStrike" kern="0" cap="none" spc="0" normalizeH="0" baseline="0" noProof="0">
              <a:ln>
                <a:noFill/>
              </a:ln>
              <a:solidFill>
                <a:srgbClr val="12171C"/>
              </a:solidFill>
              <a:effectLst/>
              <a:uLnTx/>
              <a:uFillTx/>
              <a:latin typeface="72 Brand" panose="020B0504030603020204" pitchFamily="34" charset="0"/>
              <a:ea typeface="Arial Unicode MS" pitchFamily="34" charset="-128"/>
              <a:cs typeface="72" panose="020B0503030000000003" pitchFamily="34" charset="0"/>
            </a:endParaRPr>
          </a:p>
        </p:txBody>
      </p:sp>
      <p:sp>
        <p:nvSpPr>
          <p:cNvPr id="172" name="Gefaltete Ecke 13">
            <a:extLst>
              <a:ext uri="{FF2B5EF4-FFF2-40B4-BE49-F238E27FC236}">
                <a16:creationId xmlns:a16="http://schemas.microsoft.com/office/drawing/2014/main" id="{17FA9692-107B-1C05-B053-94DFB56ECE4F}"/>
              </a:ext>
            </a:extLst>
          </p:cNvPr>
          <p:cNvSpPr/>
          <p:nvPr/>
        </p:nvSpPr>
        <p:spPr bwMode="gray">
          <a:xfrm>
            <a:off x="1484320" y="1574264"/>
            <a:ext cx="3061607" cy="634069"/>
          </a:xfrm>
          <a:prstGeom prst="rect">
            <a:avLst/>
          </a:prstGeom>
          <a:solidFill>
            <a:srgbClr val="EAECEE"/>
          </a:solidFill>
          <a:ln w="25400" algn="ctr">
            <a:noFill/>
            <a:miter lim="800000"/>
            <a:headEnd/>
            <a:tailEnd/>
          </a:ln>
        </p:spPr>
        <p:txBody>
          <a:bodyPr lIns="0" tIns="0" rIns="0" bIns="0" rtlCol="0" anchor="ctr" anchorCtr="0"/>
          <a:lstStyle/>
          <a:p>
            <a:pPr algn="ctr" defTabSz="914400" fontAlgn="base">
              <a:spcBef>
                <a:spcPct val="50000"/>
              </a:spcBef>
              <a:spcAft>
                <a:spcPct val="0"/>
              </a:spcAft>
              <a:buClr>
                <a:srgbClr val="F0AB00"/>
              </a:buClr>
              <a:buSzPct val="80000"/>
            </a:pPr>
            <a:r>
              <a:rPr lang="en-US" sz="900" kern="0" dirty="0">
                <a:latin typeface="72 Brand" panose="020B0504030603020204" pitchFamily="34" charset="0"/>
                <a:ea typeface="Arial Unicode MS" pitchFamily="34" charset="-128"/>
                <a:cs typeface="Arial Unicode MS" pitchFamily="34" charset="-128"/>
              </a:rPr>
              <a:t>Scene 02:</a:t>
            </a:r>
          </a:p>
          <a:p>
            <a:pPr algn="ctr" defTabSz="914400" fontAlgn="base">
              <a:spcBef>
                <a:spcPct val="50000"/>
              </a:spcBef>
              <a:spcAft>
                <a:spcPct val="0"/>
              </a:spcAft>
              <a:buClr>
                <a:srgbClr val="F0AB00"/>
              </a:buClr>
              <a:buSzPct val="80000"/>
            </a:pPr>
            <a:r>
              <a:rPr lang="en-US" sz="900" b="1" kern="0" dirty="0">
                <a:latin typeface="72 Brand" panose="020B0504030603020204" pitchFamily="34" charset="0"/>
                <a:ea typeface="Arial Unicode MS" pitchFamily="34" charset="-128"/>
                <a:cs typeface="Arial Unicode MS" pitchFamily="34" charset="-128"/>
              </a:rPr>
              <a:t>Sales Order sent for approval </a:t>
            </a:r>
          </a:p>
        </p:txBody>
      </p:sp>
      <p:sp>
        <p:nvSpPr>
          <p:cNvPr id="193" name="Gefaltete Ecke 6">
            <a:extLst>
              <a:ext uri="{FF2B5EF4-FFF2-40B4-BE49-F238E27FC236}">
                <a16:creationId xmlns:a16="http://schemas.microsoft.com/office/drawing/2014/main" id="{C33354FC-2D80-AA75-A1FB-E008CD94CCE2}"/>
              </a:ext>
            </a:extLst>
          </p:cNvPr>
          <p:cNvSpPr/>
          <p:nvPr/>
        </p:nvSpPr>
        <p:spPr bwMode="gray">
          <a:xfrm>
            <a:off x="1526191" y="3230647"/>
            <a:ext cx="1451883" cy="898971"/>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Quantity &gt; 10 OR</a:t>
            </a:r>
          </a:p>
          <a:p>
            <a:pPr algn="ctr" defTabSz="1088558">
              <a:defRPr/>
            </a:pPr>
            <a:r>
              <a:rPr lang="en-US" sz="1050" dirty="0">
                <a:latin typeface="72 Brand" panose="020B0504030603020204" pitchFamily="34" charset="0"/>
                <a:cs typeface="Arial" panose="020B0604020202020204" pitchFamily="34" charset="0"/>
              </a:rPr>
              <a:t>special product line OR new customer</a:t>
            </a:r>
          </a:p>
        </p:txBody>
      </p:sp>
      <p:sp>
        <p:nvSpPr>
          <p:cNvPr id="191" name="Gefaltete Ecke 6">
            <a:extLst>
              <a:ext uri="{FF2B5EF4-FFF2-40B4-BE49-F238E27FC236}">
                <a16:creationId xmlns:a16="http://schemas.microsoft.com/office/drawing/2014/main" id="{3D9172AE-48B3-83D1-FBF3-814524F97727}"/>
              </a:ext>
            </a:extLst>
          </p:cNvPr>
          <p:cNvSpPr/>
          <p:nvPr/>
        </p:nvSpPr>
        <p:spPr bwMode="gray">
          <a:xfrm>
            <a:off x="3094044" y="3230647"/>
            <a:ext cx="1451883" cy="898971"/>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Get Sales Manager from SAP S/4HANA </a:t>
            </a:r>
            <a:br>
              <a:rPr lang="en-US" sz="1050" dirty="0">
                <a:latin typeface="72 Brand" panose="020B0504030603020204" pitchFamily="34" charset="0"/>
                <a:cs typeface="Arial" panose="020B0604020202020204" pitchFamily="34" charset="0"/>
              </a:rPr>
            </a:br>
            <a:r>
              <a:rPr lang="en-US" sz="1050" dirty="0">
                <a:latin typeface="72 Brand" panose="020B0504030603020204" pitchFamily="34" charset="0"/>
                <a:cs typeface="Arial" panose="020B0604020202020204" pitchFamily="34" charset="0"/>
              </a:rPr>
              <a:t>(Who needs to approve)</a:t>
            </a:r>
          </a:p>
        </p:txBody>
      </p:sp>
      <p:sp>
        <p:nvSpPr>
          <p:cNvPr id="189" name="Gefaltete Ecke 6">
            <a:extLst>
              <a:ext uri="{FF2B5EF4-FFF2-40B4-BE49-F238E27FC236}">
                <a16:creationId xmlns:a16="http://schemas.microsoft.com/office/drawing/2014/main" id="{B2740FFB-6F11-162D-A6AF-FC7BFA054EC8}"/>
              </a:ext>
            </a:extLst>
          </p:cNvPr>
          <p:cNvSpPr/>
          <p:nvPr/>
        </p:nvSpPr>
        <p:spPr bwMode="gray">
          <a:xfrm>
            <a:off x="1526191" y="4187052"/>
            <a:ext cx="1451883" cy="898971"/>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SAP BTP</a:t>
            </a:r>
          </a:p>
        </p:txBody>
      </p:sp>
      <p:sp>
        <p:nvSpPr>
          <p:cNvPr id="187" name="Gefaltete Ecke 6">
            <a:extLst>
              <a:ext uri="{FF2B5EF4-FFF2-40B4-BE49-F238E27FC236}">
                <a16:creationId xmlns:a16="http://schemas.microsoft.com/office/drawing/2014/main" id="{6391E5D9-F8EA-C84C-1A5E-D35AAB9896B6}"/>
              </a:ext>
            </a:extLst>
          </p:cNvPr>
          <p:cNvSpPr/>
          <p:nvPr/>
        </p:nvSpPr>
        <p:spPr bwMode="gray">
          <a:xfrm>
            <a:off x="3094044" y="4187052"/>
            <a:ext cx="1451883" cy="898971"/>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SAP S/4HANA Cloud Public Edition</a:t>
            </a:r>
          </a:p>
        </p:txBody>
      </p:sp>
      <p:sp>
        <p:nvSpPr>
          <p:cNvPr id="182" name="Gefaltete Ecke 6">
            <a:extLst>
              <a:ext uri="{FF2B5EF4-FFF2-40B4-BE49-F238E27FC236}">
                <a16:creationId xmlns:a16="http://schemas.microsoft.com/office/drawing/2014/main" id="{B36BDC2C-BE79-0CB3-60A6-174E35A3871D}"/>
              </a:ext>
            </a:extLst>
          </p:cNvPr>
          <p:cNvSpPr/>
          <p:nvPr/>
        </p:nvSpPr>
        <p:spPr bwMode="gray">
          <a:xfrm>
            <a:off x="3053780" y="5142428"/>
            <a:ext cx="45125" cy="898971"/>
          </a:xfrm>
          <a:prstGeom prst="rect">
            <a:avLst/>
          </a:prstGeom>
          <a:solidFill>
            <a:srgbClr val="7858FF"/>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183" name="Gefaltete Ecke 6">
            <a:extLst>
              <a:ext uri="{FF2B5EF4-FFF2-40B4-BE49-F238E27FC236}">
                <a16:creationId xmlns:a16="http://schemas.microsoft.com/office/drawing/2014/main" id="{F70D1B83-B4D6-B5B6-68B4-5963CC3AE688}"/>
              </a:ext>
            </a:extLst>
          </p:cNvPr>
          <p:cNvSpPr/>
          <p:nvPr/>
        </p:nvSpPr>
        <p:spPr bwMode="gray">
          <a:xfrm>
            <a:off x="3094044" y="5143457"/>
            <a:ext cx="1451883" cy="898971"/>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Business partner</a:t>
            </a:r>
          </a:p>
        </p:txBody>
      </p:sp>
      <p:sp>
        <p:nvSpPr>
          <p:cNvPr id="198" name="Rechteck 28">
            <a:extLst>
              <a:ext uri="{FF2B5EF4-FFF2-40B4-BE49-F238E27FC236}">
                <a16:creationId xmlns:a16="http://schemas.microsoft.com/office/drawing/2014/main" id="{F0BB4E7F-2F54-0DD1-0843-8D88C79B056A}"/>
              </a:ext>
            </a:extLst>
          </p:cNvPr>
          <p:cNvSpPr/>
          <p:nvPr/>
        </p:nvSpPr>
        <p:spPr bwMode="gray">
          <a:xfrm>
            <a:off x="4848834" y="1254896"/>
            <a:ext cx="3348000" cy="5000248"/>
          </a:xfrm>
          <a:prstGeom prst="roundRect">
            <a:avLst>
              <a:gd name="adj" fmla="val 1619"/>
            </a:avLst>
          </a:prstGeom>
          <a:noFill/>
          <a:ln w="15875" algn="ctr">
            <a:solidFill>
              <a:srgbClr val="A9B4BE"/>
            </a:solidFill>
            <a:miter lim="800000"/>
            <a:headEnd/>
            <a:tailEnd/>
            <a:extLst>
              <a:ext uri="{C807C97D-BFC1-408E-A445-0C87EB9F89A2}">
                <ask:lineSketchStyleProps xmlns:ask="http://schemas.microsoft.com/office/drawing/2018/sketchyshapes" sd="1219033472">
                  <a:custGeom>
                    <a:avLst/>
                    <a:gdLst>
                      <a:gd name="connsiteX0" fmla="*/ 0 w 3384000"/>
                      <a:gd name="connsiteY0" fmla="*/ 0 h 5039142"/>
                      <a:gd name="connsiteX1" fmla="*/ 642960 w 3384000"/>
                      <a:gd name="connsiteY1" fmla="*/ 0 h 5039142"/>
                      <a:gd name="connsiteX2" fmla="*/ 1218240 w 3384000"/>
                      <a:gd name="connsiteY2" fmla="*/ 0 h 5039142"/>
                      <a:gd name="connsiteX3" fmla="*/ 1962720 w 3384000"/>
                      <a:gd name="connsiteY3" fmla="*/ 0 h 5039142"/>
                      <a:gd name="connsiteX4" fmla="*/ 2605680 w 3384000"/>
                      <a:gd name="connsiteY4" fmla="*/ 0 h 5039142"/>
                      <a:gd name="connsiteX5" fmla="*/ 3384000 w 3384000"/>
                      <a:gd name="connsiteY5" fmla="*/ 0 h 5039142"/>
                      <a:gd name="connsiteX6" fmla="*/ 3384000 w 3384000"/>
                      <a:gd name="connsiteY6" fmla="*/ 730676 h 5039142"/>
                      <a:gd name="connsiteX7" fmla="*/ 3384000 w 3384000"/>
                      <a:gd name="connsiteY7" fmla="*/ 1360568 h 5039142"/>
                      <a:gd name="connsiteX8" fmla="*/ 3384000 w 3384000"/>
                      <a:gd name="connsiteY8" fmla="*/ 1990461 h 5039142"/>
                      <a:gd name="connsiteX9" fmla="*/ 3384000 w 3384000"/>
                      <a:gd name="connsiteY9" fmla="*/ 2519571 h 5039142"/>
                      <a:gd name="connsiteX10" fmla="*/ 3384000 w 3384000"/>
                      <a:gd name="connsiteY10" fmla="*/ 3048681 h 5039142"/>
                      <a:gd name="connsiteX11" fmla="*/ 3384000 w 3384000"/>
                      <a:gd name="connsiteY11" fmla="*/ 3678574 h 5039142"/>
                      <a:gd name="connsiteX12" fmla="*/ 3384000 w 3384000"/>
                      <a:gd name="connsiteY12" fmla="*/ 4358858 h 5039142"/>
                      <a:gd name="connsiteX13" fmla="*/ 3384000 w 3384000"/>
                      <a:gd name="connsiteY13" fmla="*/ 5039142 h 5039142"/>
                      <a:gd name="connsiteX14" fmla="*/ 2707200 w 3384000"/>
                      <a:gd name="connsiteY14" fmla="*/ 5039142 h 5039142"/>
                      <a:gd name="connsiteX15" fmla="*/ 2098080 w 3384000"/>
                      <a:gd name="connsiteY15" fmla="*/ 5039142 h 5039142"/>
                      <a:gd name="connsiteX16" fmla="*/ 1421280 w 3384000"/>
                      <a:gd name="connsiteY16" fmla="*/ 5039142 h 5039142"/>
                      <a:gd name="connsiteX17" fmla="*/ 676800 w 3384000"/>
                      <a:gd name="connsiteY17" fmla="*/ 5039142 h 5039142"/>
                      <a:gd name="connsiteX18" fmla="*/ 0 w 3384000"/>
                      <a:gd name="connsiteY18" fmla="*/ 5039142 h 5039142"/>
                      <a:gd name="connsiteX19" fmla="*/ 0 w 3384000"/>
                      <a:gd name="connsiteY19" fmla="*/ 4560424 h 5039142"/>
                      <a:gd name="connsiteX20" fmla="*/ 0 w 3384000"/>
                      <a:gd name="connsiteY20" fmla="*/ 4031314 h 5039142"/>
                      <a:gd name="connsiteX21" fmla="*/ 0 w 3384000"/>
                      <a:gd name="connsiteY21" fmla="*/ 3451812 h 5039142"/>
                      <a:gd name="connsiteX22" fmla="*/ 0 w 3384000"/>
                      <a:gd name="connsiteY22" fmla="*/ 2721137 h 5039142"/>
                      <a:gd name="connsiteX23" fmla="*/ 0 w 3384000"/>
                      <a:gd name="connsiteY23" fmla="*/ 2091244 h 5039142"/>
                      <a:gd name="connsiteX24" fmla="*/ 0 w 3384000"/>
                      <a:gd name="connsiteY24" fmla="*/ 1511743 h 5039142"/>
                      <a:gd name="connsiteX25" fmla="*/ 0 w 3384000"/>
                      <a:gd name="connsiteY25" fmla="*/ 1033024 h 5039142"/>
                      <a:gd name="connsiteX26" fmla="*/ 0 w 3384000"/>
                      <a:gd name="connsiteY26" fmla="*/ 554306 h 5039142"/>
                      <a:gd name="connsiteX27" fmla="*/ 0 w 3384000"/>
                      <a:gd name="connsiteY27" fmla="*/ 0 h 50391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3384000" h="5039142" extrusionOk="0">
                        <a:moveTo>
                          <a:pt x="0" y="0"/>
                        </a:moveTo>
                        <a:cubicBezTo>
                          <a:pt x="271185" y="29039"/>
                          <a:pt x="328782" y="-28129"/>
                          <a:pt x="642960" y="0"/>
                        </a:cubicBezTo>
                        <a:cubicBezTo>
                          <a:pt x="957138" y="28129"/>
                          <a:pt x="1032733" y="9365"/>
                          <a:pt x="1218240" y="0"/>
                        </a:cubicBezTo>
                        <a:cubicBezTo>
                          <a:pt x="1403747" y="-9365"/>
                          <a:pt x="1722595" y="19949"/>
                          <a:pt x="1962720" y="0"/>
                        </a:cubicBezTo>
                        <a:cubicBezTo>
                          <a:pt x="2202845" y="-19949"/>
                          <a:pt x="2294374" y="-15471"/>
                          <a:pt x="2605680" y="0"/>
                        </a:cubicBezTo>
                        <a:cubicBezTo>
                          <a:pt x="2916986" y="15471"/>
                          <a:pt x="3056482" y="-1523"/>
                          <a:pt x="3384000" y="0"/>
                        </a:cubicBezTo>
                        <a:cubicBezTo>
                          <a:pt x="3391804" y="351232"/>
                          <a:pt x="3398473" y="465272"/>
                          <a:pt x="3384000" y="730676"/>
                        </a:cubicBezTo>
                        <a:cubicBezTo>
                          <a:pt x="3369527" y="996080"/>
                          <a:pt x="3364958" y="1100114"/>
                          <a:pt x="3384000" y="1360568"/>
                        </a:cubicBezTo>
                        <a:cubicBezTo>
                          <a:pt x="3403042" y="1621022"/>
                          <a:pt x="3401480" y="1745457"/>
                          <a:pt x="3384000" y="1990461"/>
                        </a:cubicBezTo>
                        <a:cubicBezTo>
                          <a:pt x="3366520" y="2235465"/>
                          <a:pt x="3400781" y="2334793"/>
                          <a:pt x="3384000" y="2519571"/>
                        </a:cubicBezTo>
                        <a:cubicBezTo>
                          <a:pt x="3367220" y="2704349"/>
                          <a:pt x="3395504" y="2938777"/>
                          <a:pt x="3384000" y="3048681"/>
                        </a:cubicBezTo>
                        <a:cubicBezTo>
                          <a:pt x="3372497" y="3158585"/>
                          <a:pt x="3379870" y="3417460"/>
                          <a:pt x="3384000" y="3678574"/>
                        </a:cubicBezTo>
                        <a:cubicBezTo>
                          <a:pt x="3388130" y="3939688"/>
                          <a:pt x="3390425" y="4135215"/>
                          <a:pt x="3384000" y="4358858"/>
                        </a:cubicBezTo>
                        <a:cubicBezTo>
                          <a:pt x="3377575" y="4582501"/>
                          <a:pt x="3393976" y="4724127"/>
                          <a:pt x="3384000" y="5039142"/>
                        </a:cubicBezTo>
                        <a:cubicBezTo>
                          <a:pt x="3046876" y="5050303"/>
                          <a:pt x="2922171" y="5035741"/>
                          <a:pt x="2707200" y="5039142"/>
                        </a:cubicBezTo>
                        <a:cubicBezTo>
                          <a:pt x="2492229" y="5042543"/>
                          <a:pt x="2335721" y="5011483"/>
                          <a:pt x="2098080" y="5039142"/>
                        </a:cubicBezTo>
                        <a:cubicBezTo>
                          <a:pt x="1860439" y="5066801"/>
                          <a:pt x="1648647" y="5069859"/>
                          <a:pt x="1421280" y="5039142"/>
                        </a:cubicBezTo>
                        <a:cubicBezTo>
                          <a:pt x="1193913" y="5008425"/>
                          <a:pt x="980245" y="5075806"/>
                          <a:pt x="676800" y="5039142"/>
                        </a:cubicBezTo>
                        <a:cubicBezTo>
                          <a:pt x="373355" y="5002478"/>
                          <a:pt x="186733" y="5035812"/>
                          <a:pt x="0" y="5039142"/>
                        </a:cubicBezTo>
                        <a:cubicBezTo>
                          <a:pt x="18411" y="4868054"/>
                          <a:pt x="-5364" y="4775031"/>
                          <a:pt x="0" y="4560424"/>
                        </a:cubicBezTo>
                        <a:cubicBezTo>
                          <a:pt x="5364" y="4345817"/>
                          <a:pt x="-22783" y="4255096"/>
                          <a:pt x="0" y="4031314"/>
                        </a:cubicBezTo>
                        <a:cubicBezTo>
                          <a:pt x="22783" y="3807532"/>
                          <a:pt x="-17666" y="3647596"/>
                          <a:pt x="0" y="3451812"/>
                        </a:cubicBezTo>
                        <a:cubicBezTo>
                          <a:pt x="17666" y="3256028"/>
                          <a:pt x="-29825" y="2916710"/>
                          <a:pt x="0" y="2721137"/>
                        </a:cubicBezTo>
                        <a:cubicBezTo>
                          <a:pt x="29825" y="2525565"/>
                          <a:pt x="-727" y="2310220"/>
                          <a:pt x="0" y="2091244"/>
                        </a:cubicBezTo>
                        <a:cubicBezTo>
                          <a:pt x="727" y="1872268"/>
                          <a:pt x="14542" y="1755568"/>
                          <a:pt x="0" y="1511743"/>
                        </a:cubicBezTo>
                        <a:cubicBezTo>
                          <a:pt x="-14542" y="1267918"/>
                          <a:pt x="6462" y="1213297"/>
                          <a:pt x="0" y="1033024"/>
                        </a:cubicBezTo>
                        <a:cubicBezTo>
                          <a:pt x="-6462" y="852751"/>
                          <a:pt x="-17725" y="738390"/>
                          <a:pt x="0" y="554306"/>
                        </a:cubicBezTo>
                        <a:cubicBezTo>
                          <a:pt x="17725" y="370222"/>
                          <a:pt x="-24059" y="115157"/>
                          <a:pt x="0" y="0"/>
                        </a:cubicBezTo>
                        <a:close/>
                      </a:path>
                    </a:pathLst>
                  </a:custGeom>
                  <ask:type>
                    <ask:lineSketchNone/>
                  </ask:type>
                </ask:lineSketchStyleProps>
              </a:ext>
            </a:extLst>
          </a:ln>
        </p:spPr>
        <p:txBody>
          <a:bodyPr lIns="90000" tIns="54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000" b="0" i="0" u="none" strike="noStrike" kern="0" cap="none" spc="0" normalizeH="0" baseline="0" noProof="0">
                <a:ln>
                  <a:noFill/>
                </a:ln>
                <a:solidFill>
                  <a:srgbClr val="12171C"/>
                </a:solidFill>
                <a:effectLst/>
                <a:uLnTx/>
                <a:uFillTx/>
                <a:latin typeface="72 Brand" panose="020B0504030603020204" pitchFamily="34" charset="0"/>
                <a:ea typeface="Arial Unicode MS" pitchFamily="34" charset="-128"/>
                <a:cs typeface="72" panose="020B0503030000000003" pitchFamily="34" charset="0"/>
              </a:rPr>
              <a:t>Phase 2</a:t>
            </a:r>
            <a:endParaRPr kumimoji="0" lang="en-US" sz="1000" b="0" u="none" strike="noStrike" kern="0" cap="none" spc="0" normalizeH="0" baseline="0" noProof="0">
              <a:ln>
                <a:noFill/>
              </a:ln>
              <a:solidFill>
                <a:srgbClr val="12171C"/>
              </a:solidFill>
              <a:effectLst/>
              <a:uLnTx/>
              <a:uFillTx/>
              <a:latin typeface="72 Brand" panose="020B0504030603020204" pitchFamily="34" charset="0"/>
              <a:ea typeface="Arial Unicode MS" pitchFamily="34" charset="-128"/>
              <a:cs typeface="72" panose="020B0503030000000003" pitchFamily="34" charset="0"/>
            </a:endParaRPr>
          </a:p>
        </p:txBody>
      </p:sp>
      <p:sp>
        <p:nvSpPr>
          <p:cNvPr id="199" name="Gefaltete Ecke 13">
            <a:extLst>
              <a:ext uri="{FF2B5EF4-FFF2-40B4-BE49-F238E27FC236}">
                <a16:creationId xmlns:a16="http://schemas.microsoft.com/office/drawing/2014/main" id="{4CE0EB3E-9DC3-1748-05CF-4B4F28C71C71}"/>
              </a:ext>
            </a:extLst>
          </p:cNvPr>
          <p:cNvSpPr/>
          <p:nvPr/>
        </p:nvSpPr>
        <p:spPr bwMode="gray">
          <a:xfrm>
            <a:off x="4992834" y="1574264"/>
            <a:ext cx="3060000" cy="634069"/>
          </a:xfrm>
          <a:prstGeom prst="rect">
            <a:avLst/>
          </a:prstGeom>
          <a:solidFill>
            <a:srgbClr val="EAECEE"/>
          </a:solidFill>
          <a:ln w="25400" algn="ctr">
            <a:noFill/>
            <a:miter lim="800000"/>
            <a:headEnd/>
            <a:tailEnd/>
          </a:ln>
        </p:spPr>
        <p:txBody>
          <a:bodyPr lIns="0" tIns="0" rIns="0" bIns="0" rtlCol="0" anchor="ctr" anchorCtr="0"/>
          <a:lstStyle/>
          <a:p>
            <a:pPr algn="ctr" defTabSz="914400" fontAlgn="base">
              <a:spcBef>
                <a:spcPct val="50000"/>
              </a:spcBef>
              <a:spcAft>
                <a:spcPct val="0"/>
              </a:spcAft>
              <a:buClr>
                <a:srgbClr val="F0AB00"/>
              </a:buClr>
              <a:buSzPct val="80000"/>
            </a:pPr>
            <a:r>
              <a:rPr lang="en-US" sz="900" kern="0">
                <a:solidFill>
                  <a:srgbClr val="12171C"/>
                </a:solidFill>
                <a:latin typeface="72 Brand" panose="020B0504030603020204" pitchFamily="34" charset="0"/>
                <a:ea typeface="Arial Unicode MS" pitchFamily="34" charset="-128"/>
                <a:cs typeface="72" panose="020B0503030000000003" pitchFamily="34" charset="0"/>
              </a:rPr>
              <a:t>Extension tasks</a:t>
            </a:r>
          </a:p>
        </p:txBody>
      </p:sp>
      <p:sp>
        <p:nvSpPr>
          <p:cNvPr id="200" name="Gefaltete Ecke 13">
            <a:extLst>
              <a:ext uri="{FF2B5EF4-FFF2-40B4-BE49-F238E27FC236}">
                <a16:creationId xmlns:a16="http://schemas.microsoft.com/office/drawing/2014/main" id="{A375864F-A3DA-9C0A-AC5E-93409F597D7B}"/>
              </a:ext>
            </a:extLst>
          </p:cNvPr>
          <p:cNvSpPr/>
          <p:nvPr/>
        </p:nvSpPr>
        <p:spPr bwMode="gray">
          <a:xfrm>
            <a:off x="8501347" y="1574264"/>
            <a:ext cx="3060000" cy="634069"/>
          </a:xfrm>
          <a:prstGeom prst="rect">
            <a:avLst/>
          </a:prstGeom>
          <a:solidFill>
            <a:srgbClr val="EAECEE"/>
          </a:solidFill>
          <a:ln w="25400" algn="ctr">
            <a:noFill/>
            <a:miter lim="800000"/>
            <a:headEnd/>
            <a:tailEnd/>
          </a:ln>
        </p:spPr>
        <p:txBody>
          <a:bodyPr lIns="0" tIns="0" rIns="0" bIns="0" rtlCol="0" anchor="ctr" anchorCtr="0"/>
          <a:lstStyle/>
          <a:p>
            <a:pPr algn="ctr" defTabSz="914400" fontAlgn="base">
              <a:spcBef>
                <a:spcPct val="50000"/>
              </a:spcBef>
              <a:spcAft>
                <a:spcPct val="0"/>
              </a:spcAft>
              <a:buClr>
                <a:srgbClr val="F0AB00"/>
              </a:buClr>
              <a:buSzPct val="80000"/>
            </a:pPr>
            <a:r>
              <a:rPr lang="en-US" sz="900" kern="0">
                <a:solidFill>
                  <a:srgbClr val="12171C"/>
                </a:solidFill>
                <a:latin typeface="72 Brand" panose="020B0504030603020204" pitchFamily="34" charset="0"/>
                <a:ea typeface="Arial Unicode MS" pitchFamily="34" charset="-128"/>
                <a:cs typeface="72" panose="020B0503030000000003" pitchFamily="34" charset="0"/>
              </a:rPr>
              <a:t>Technical extension building blocks</a:t>
            </a:r>
          </a:p>
        </p:txBody>
      </p:sp>
      <p:sp>
        <p:nvSpPr>
          <p:cNvPr id="201" name="Rechteck 28">
            <a:extLst>
              <a:ext uri="{FF2B5EF4-FFF2-40B4-BE49-F238E27FC236}">
                <a16:creationId xmlns:a16="http://schemas.microsoft.com/office/drawing/2014/main" id="{2F5DA487-327F-F93C-4AF7-788222818F1E}"/>
              </a:ext>
            </a:extLst>
          </p:cNvPr>
          <p:cNvSpPr/>
          <p:nvPr/>
        </p:nvSpPr>
        <p:spPr bwMode="gray">
          <a:xfrm>
            <a:off x="8357347" y="1254896"/>
            <a:ext cx="3348000" cy="5000248"/>
          </a:xfrm>
          <a:prstGeom prst="roundRect">
            <a:avLst>
              <a:gd name="adj" fmla="val 1619"/>
            </a:avLst>
          </a:prstGeom>
          <a:noFill/>
          <a:ln w="15875" algn="ctr">
            <a:solidFill>
              <a:srgbClr val="A9B4BE"/>
            </a:solidFill>
            <a:miter lim="800000"/>
            <a:headEnd/>
            <a:tailEnd/>
            <a:extLst>
              <a:ext uri="{C807C97D-BFC1-408E-A445-0C87EB9F89A2}">
                <ask:lineSketchStyleProps xmlns:ask="http://schemas.microsoft.com/office/drawing/2018/sketchyshapes" sd="1219033472">
                  <a:custGeom>
                    <a:avLst/>
                    <a:gdLst>
                      <a:gd name="connsiteX0" fmla="*/ 0 w 3384000"/>
                      <a:gd name="connsiteY0" fmla="*/ 0 h 5039142"/>
                      <a:gd name="connsiteX1" fmla="*/ 642960 w 3384000"/>
                      <a:gd name="connsiteY1" fmla="*/ 0 h 5039142"/>
                      <a:gd name="connsiteX2" fmla="*/ 1218240 w 3384000"/>
                      <a:gd name="connsiteY2" fmla="*/ 0 h 5039142"/>
                      <a:gd name="connsiteX3" fmla="*/ 1962720 w 3384000"/>
                      <a:gd name="connsiteY3" fmla="*/ 0 h 5039142"/>
                      <a:gd name="connsiteX4" fmla="*/ 2605680 w 3384000"/>
                      <a:gd name="connsiteY4" fmla="*/ 0 h 5039142"/>
                      <a:gd name="connsiteX5" fmla="*/ 3384000 w 3384000"/>
                      <a:gd name="connsiteY5" fmla="*/ 0 h 5039142"/>
                      <a:gd name="connsiteX6" fmla="*/ 3384000 w 3384000"/>
                      <a:gd name="connsiteY6" fmla="*/ 730676 h 5039142"/>
                      <a:gd name="connsiteX7" fmla="*/ 3384000 w 3384000"/>
                      <a:gd name="connsiteY7" fmla="*/ 1360568 h 5039142"/>
                      <a:gd name="connsiteX8" fmla="*/ 3384000 w 3384000"/>
                      <a:gd name="connsiteY8" fmla="*/ 1990461 h 5039142"/>
                      <a:gd name="connsiteX9" fmla="*/ 3384000 w 3384000"/>
                      <a:gd name="connsiteY9" fmla="*/ 2519571 h 5039142"/>
                      <a:gd name="connsiteX10" fmla="*/ 3384000 w 3384000"/>
                      <a:gd name="connsiteY10" fmla="*/ 3048681 h 5039142"/>
                      <a:gd name="connsiteX11" fmla="*/ 3384000 w 3384000"/>
                      <a:gd name="connsiteY11" fmla="*/ 3678574 h 5039142"/>
                      <a:gd name="connsiteX12" fmla="*/ 3384000 w 3384000"/>
                      <a:gd name="connsiteY12" fmla="*/ 4358858 h 5039142"/>
                      <a:gd name="connsiteX13" fmla="*/ 3384000 w 3384000"/>
                      <a:gd name="connsiteY13" fmla="*/ 5039142 h 5039142"/>
                      <a:gd name="connsiteX14" fmla="*/ 2707200 w 3384000"/>
                      <a:gd name="connsiteY14" fmla="*/ 5039142 h 5039142"/>
                      <a:gd name="connsiteX15" fmla="*/ 2098080 w 3384000"/>
                      <a:gd name="connsiteY15" fmla="*/ 5039142 h 5039142"/>
                      <a:gd name="connsiteX16" fmla="*/ 1421280 w 3384000"/>
                      <a:gd name="connsiteY16" fmla="*/ 5039142 h 5039142"/>
                      <a:gd name="connsiteX17" fmla="*/ 676800 w 3384000"/>
                      <a:gd name="connsiteY17" fmla="*/ 5039142 h 5039142"/>
                      <a:gd name="connsiteX18" fmla="*/ 0 w 3384000"/>
                      <a:gd name="connsiteY18" fmla="*/ 5039142 h 5039142"/>
                      <a:gd name="connsiteX19" fmla="*/ 0 w 3384000"/>
                      <a:gd name="connsiteY19" fmla="*/ 4560424 h 5039142"/>
                      <a:gd name="connsiteX20" fmla="*/ 0 w 3384000"/>
                      <a:gd name="connsiteY20" fmla="*/ 4031314 h 5039142"/>
                      <a:gd name="connsiteX21" fmla="*/ 0 w 3384000"/>
                      <a:gd name="connsiteY21" fmla="*/ 3451812 h 5039142"/>
                      <a:gd name="connsiteX22" fmla="*/ 0 w 3384000"/>
                      <a:gd name="connsiteY22" fmla="*/ 2721137 h 5039142"/>
                      <a:gd name="connsiteX23" fmla="*/ 0 w 3384000"/>
                      <a:gd name="connsiteY23" fmla="*/ 2091244 h 5039142"/>
                      <a:gd name="connsiteX24" fmla="*/ 0 w 3384000"/>
                      <a:gd name="connsiteY24" fmla="*/ 1511743 h 5039142"/>
                      <a:gd name="connsiteX25" fmla="*/ 0 w 3384000"/>
                      <a:gd name="connsiteY25" fmla="*/ 1033024 h 5039142"/>
                      <a:gd name="connsiteX26" fmla="*/ 0 w 3384000"/>
                      <a:gd name="connsiteY26" fmla="*/ 554306 h 5039142"/>
                      <a:gd name="connsiteX27" fmla="*/ 0 w 3384000"/>
                      <a:gd name="connsiteY27" fmla="*/ 0 h 50391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3384000" h="5039142" extrusionOk="0">
                        <a:moveTo>
                          <a:pt x="0" y="0"/>
                        </a:moveTo>
                        <a:cubicBezTo>
                          <a:pt x="271185" y="29039"/>
                          <a:pt x="328782" y="-28129"/>
                          <a:pt x="642960" y="0"/>
                        </a:cubicBezTo>
                        <a:cubicBezTo>
                          <a:pt x="957138" y="28129"/>
                          <a:pt x="1032733" y="9365"/>
                          <a:pt x="1218240" y="0"/>
                        </a:cubicBezTo>
                        <a:cubicBezTo>
                          <a:pt x="1403747" y="-9365"/>
                          <a:pt x="1722595" y="19949"/>
                          <a:pt x="1962720" y="0"/>
                        </a:cubicBezTo>
                        <a:cubicBezTo>
                          <a:pt x="2202845" y="-19949"/>
                          <a:pt x="2294374" y="-15471"/>
                          <a:pt x="2605680" y="0"/>
                        </a:cubicBezTo>
                        <a:cubicBezTo>
                          <a:pt x="2916986" y="15471"/>
                          <a:pt x="3056482" y="-1523"/>
                          <a:pt x="3384000" y="0"/>
                        </a:cubicBezTo>
                        <a:cubicBezTo>
                          <a:pt x="3391804" y="351232"/>
                          <a:pt x="3398473" y="465272"/>
                          <a:pt x="3384000" y="730676"/>
                        </a:cubicBezTo>
                        <a:cubicBezTo>
                          <a:pt x="3369527" y="996080"/>
                          <a:pt x="3364958" y="1100114"/>
                          <a:pt x="3384000" y="1360568"/>
                        </a:cubicBezTo>
                        <a:cubicBezTo>
                          <a:pt x="3403042" y="1621022"/>
                          <a:pt x="3401480" y="1745457"/>
                          <a:pt x="3384000" y="1990461"/>
                        </a:cubicBezTo>
                        <a:cubicBezTo>
                          <a:pt x="3366520" y="2235465"/>
                          <a:pt x="3400781" y="2334793"/>
                          <a:pt x="3384000" y="2519571"/>
                        </a:cubicBezTo>
                        <a:cubicBezTo>
                          <a:pt x="3367220" y="2704349"/>
                          <a:pt x="3395504" y="2938777"/>
                          <a:pt x="3384000" y="3048681"/>
                        </a:cubicBezTo>
                        <a:cubicBezTo>
                          <a:pt x="3372497" y="3158585"/>
                          <a:pt x="3379870" y="3417460"/>
                          <a:pt x="3384000" y="3678574"/>
                        </a:cubicBezTo>
                        <a:cubicBezTo>
                          <a:pt x="3388130" y="3939688"/>
                          <a:pt x="3390425" y="4135215"/>
                          <a:pt x="3384000" y="4358858"/>
                        </a:cubicBezTo>
                        <a:cubicBezTo>
                          <a:pt x="3377575" y="4582501"/>
                          <a:pt x="3393976" y="4724127"/>
                          <a:pt x="3384000" y="5039142"/>
                        </a:cubicBezTo>
                        <a:cubicBezTo>
                          <a:pt x="3046876" y="5050303"/>
                          <a:pt x="2922171" y="5035741"/>
                          <a:pt x="2707200" y="5039142"/>
                        </a:cubicBezTo>
                        <a:cubicBezTo>
                          <a:pt x="2492229" y="5042543"/>
                          <a:pt x="2335721" y="5011483"/>
                          <a:pt x="2098080" y="5039142"/>
                        </a:cubicBezTo>
                        <a:cubicBezTo>
                          <a:pt x="1860439" y="5066801"/>
                          <a:pt x="1648647" y="5069859"/>
                          <a:pt x="1421280" y="5039142"/>
                        </a:cubicBezTo>
                        <a:cubicBezTo>
                          <a:pt x="1193913" y="5008425"/>
                          <a:pt x="980245" y="5075806"/>
                          <a:pt x="676800" y="5039142"/>
                        </a:cubicBezTo>
                        <a:cubicBezTo>
                          <a:pt x="373355" y="5002478"/>
                          <a:pt x="186733" y="5035812"/>
                          <a:pt x="0" y="5039142"/>
                        </a:cubicBezTo>
                        <a:cubicBezTo>
                          <a:pt x="18411" y="4868054"/>
                          <a:pt x="-5364" y="4775031"/>
                          <a:pt x="0" y="4560424"/>
                        </a:cubicBezTo>
                        <a:cubicBezTo>
                          <a:pt x="5364" y="4345817"/>
                          <a:pt x="-22783" y="4255096"/>
                          <a:pt x="0" y="4031314"/>
                        </a:cubicBezTo>
                        <a:cubicBezTo>
                          <a:pt x="22783" y="3807532"/>
                          <a:pt x="-17666" y="3647596"/>
                          <a:pt x="0" y="3451812"/>
                        </a:cubicBezTo>
                        <a:cubicBezTo>
                          <a:pt x="17666" y="3256028"/>
                          <a:pt x="-29825" y="2916710"/>
                          <a:pt x="0" y="2721137"/>
                        </a:cubicBezTo>
                        <a:cubicBezTo>
                          <a:pt x="29825" y="2525565"/>
                          <a:pt x="-727" y="2310220"/>
                          <a:pt x="0" y="2091244"/>
                        </a:cubicBezTo>
                        <a:cubicBezTo>
                          <a:pt x="727" y="1872268"/>
                          <a:pt x="14542" y="1755568"/>
                          <a:pt x="0" y="1511743"/>
                        </a:cubicBezTo>
                        <a:cubicBezTo>
                          <a:pt x="-14542" y="1267918"/>
                          <a:pt x="6462" y="1213297"/>
                          <a:pt x="0" y="1033024"/>
                        </a:cubicBezTo>
                        <a:cubicBezTo>
                          <a:pt x="-6462" y="852751"/>
                          <a:pt x="-17725" y="738390"/>
                          <a:pt x="0" y="554306"/>
                        </a:cubicBezTo>
                        <a:cubicBezTo>
                          <a:pt x="17725" y="370222"/>
                          <a:pt x="-24059" y="115157"/>
                          <a:pt x="0" y="0"/>
                        </a:cubicBezTo>
                        <a:close/>
                      </a:path>
                    </a:pathLst>
                  </a:custGeom>
                  <ask:type>
                    <ask:lineSketchNone/>
                  </ask:type>
                </ask:lineSketchStyleProps>
              </a:ext>
            </a:extLst>
          </a:ln>
        </p:spPr>
        <p:txBody>
          <a:bodyPr lIns="90000" tIns="54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000" b="0" i="0" u="none" strike="noStrike" kern="0" cap="none" spc="0" normalizeH="0" baseline="0" noProof="0">
                <a:ln>
                  <a:noFill/>
                </a:ln>
                <a:solidFill>
                  <a:srgbClr val="12171C"/>
                </a:solidFill>
                <a:effectLst/>
                <a:uLnTx/>
                <a:uFillTx/>
                <a:latin typeface="72 Brand" panose="020B0504030603020204" pitchFamily="34" charset="0"/>
                <a:ea typeface="Arial Unicode MS" pitchFamily="34" charset="-128"/>
                <a:cs typeface="72" panose="020B0503030000000003" pitchFamily="34" charset="0"/>
              </a:rPr>
              <a:t>Phase 3</a:t>
            </a:r>
            <a:endParaRPr kumimoji="0" lang="en-US" sz="1000" b="0" u="none" strike="noStrike" kern="0" cap="none" spc="0" normalizeH="0" baseline="0" noProof="0">
              <a:ln>
                <a:noFill/>
              </a:ln>
              <a:solidFill>
                <a:srgbClr val="12171C"/>
              </a:solidFill>
              <a:effectLst/>
              <a:uLnTx/>
              <a:uFillTx/>
              <a:latin typeface="72 Brand" panose="020B0504030603020204" pitchFamily="34" charset="0"/>
              <a:ea typeface="Arial Unicode MS" pitchFamily="34" charset="-128"/>
              <a:cs typeface="72" panose="020B0503030000000003" pitchFamily="34" charset="0"/>
            </a:endParaRPr>
          </a:p>
        </p:txBody>
      </p:sp>
      <p:sp>
        <p:nvSpPr>
          <p:cNvPr id="249" name="Gefaltete Ecke 6">
            <a:extLst>
              <a:ext uri="{FF2B5EF4-FFF2-40B4-BE49-F238E27FC236}">
                <a16:creationId xmlns:a16="http://schemas.microsoft.com/office/drawing/2014/main" id="{03BADFD0-6C8A-E7F8-FF7A-27E21C7C4B89}"/>
              </a:ext>
            </a:extLst>
          </p:cNvPr>
          <p:cNvSpPr/>
          <p:nvPr/>
        </p:nvSpPr>
        <p:spPr bwMode="gray">
          <a:xfrm>
            <a:off x="5033098" y="2274242"/>
            <a:ext cx="3019736" cy="898971"/>
          </a:xfrm>
          <a:prstGeom prst="rect">
            <a:avLst/>
          </a:prstGeom>
          <a:solidFill>
            <a:srgbClr val="EAECEE"/>
          </a:solidFill>
          <a:ln w="25400" algn="ctr">
            <a:noFill/>
            <a:miter lim="800000"/>
            <a:headEnd/>
            <a:tailEnd/>
          </a:ln>
        </p:spPr>
        <p:txBody>
          <a:bodyPr lIns="36000" tIns="72000" rIns="36000" bIns="0" rtlCol="0" anchor="ctr" anchorCtr="0"/>
          <a:lstStyle/>
          <a:p>
            <a:pPr algn="ctr" defTabSz="1088558"/>
            <a:r>
              <a:rPr lang="en-US" sz="1050" dirty="0">
                <a:solidFill>
                  <a:srgbClr val="12171C"/>
                </a:solidFill>
                <a:latin typeface="72 Brand" panose="020B0504030603020204" pitchFamily="34" charset="0"/>
                <a:cs typeface="Times New Roman"/>
              </a:rPr>
              <a:t>&lt; Choose a suitable extension task &gt;</a:t>
            </a:r>
          </a:p>
        </p:txBody>
      </p:sp>
      <p:sp>
        <p:nvSpPr>
          <p:cNvPr id="245" name="Gefaltete Ecke 6">
            <a:extLst>
              <a:ext uri="{FF2B5EF4-FFF2-40B4-BE49-F238E27FC236}">
                <a16:creationId xmlns:a16="http://schemas.microsoft.com/office/drawing/2014/main" id="{E5E1CDFB-C94F-78B5-D9EB-D14D257E7732}"/>
              </a:ext>
            </a:extLst>
          </p:cNvPr>
          <p:cNvSpPr/>
          <p:nvPr/>
        </p:nvSpPr>
        <p:spPr bwMode="gray">
          <a:xfrm>
            <a:off x="5033098" y="3230647"/>
            <a:ext cx="1451883" cy="898971"/>
          </a:xfrm>
          <a:prstGeom prst="rect">
            <a:avLst/>
          </a:prstGeom>
          <a:solidFill>
            <a:srgbClr val="EAECEE"/>
          </a:solidFill>
          <a:ln w="25400" algn="ctr">
            <a:noFill/>
            <a:miter lim="800000"/>
            <a:headEnd/>
            <a:tailEnd/>
          </a:ln>
        </p:spPr>
        <p:txBody>
          <a:bodyPr lIns="36000" tIns="72000" rIns="36000" bIns="0" rtlCol="0" anchor="ctr" anchorCtr="0"/>
          <a:lstStyle/>
          <a:p>
            <a:pPr algn="ctr" defTabSz="1088558"/>
            <a:r>
              <a:rPr lang="en-US" sz="1050" dirty="0">
                <a:solidFill>
                  <a:srgbClr val="12171C"/>
                </a:solidFill>
                <a:latin typeface="72 Brand" panose="020B0504030603020204" pitchFamily="34" charset="0"/>
                <a:cs typeface="Times New Roman"/>
              </a:rPr>
              <a:t>&lt; Choose a suitable extension task &gt;</a:t>
            </a:r>
          </a:p>
        </p:txBody>
      </p:sp>
      <p:sp>
        <p:nvSpPr>
          <p:cNvPr id="243" name="Gefaltete Ecke 6">
            <a:extLst>
              <a:ext uri="{FF2B5EF4-FFF2-40B4-BE49-F238E27FC236}">
                <a16:creationId xmlns:a16="http://schemas.microsoft.com/office/drawing/2014/main" id="{7FF61A1F-6854-40B1-25AB-DD120F4E08D9}"/>
              </a:ext>
            </a:extLst>
          </p:cNvPr>
          <p:cNvSpPr/>
          <p:nvPr/>
        </p:nvSpPr>
        <p:spPr bwMode="gray">
          <a:xfrm>
            <a:off x="6600951" y="3230647"/>
            <a:ext cx="1451883" cy="898971"/>
          </a:xfrm>
          <a:prstGeom prst="rect">
            <a:avLst/>
          </a:prstGeom>
          <a:solidFill>
            <a:srgbClr val="EAECEE"/>
          </a:solidFill>
          <a:ln w="25400" algn="ctr">
            <a:noFill/>
            <a:miter lim="800000"/>
            <a:headEnd/>
            <a:tailEnd/>
          </a:ln>
        </p:spPr>
        <p:txBody>
          <a:bodyPr lIns="36000" tIns="72000" rIns="36000" bIns="0" rtlCol="0" anchor="ctr" anchorCtr="0"/>
          <a:lstStyle/>
          <a:p>
            <a:pPr algn="ctr" defTabSz="1088558"/>
            <a:r>
              <a:rPr lang="en-US" sz="1050" dirty="0">
                <a:solidFill>
                  <a:srgbClr val="12171C"/>
                </a:solidFill>
                <a:latin typeface="72 Brand" panose="020B0504030603020204" pitchFamily="34" charset="0"/>
                <a:cs typeface="Times New Roman"/>
              </a:rPr>
              <a:t>&lt; Choose a suitable extension task &gt;</a:t>
            </a:r>
          </a:p>
        </p:txBody>
      </p:sp>
      <p:sp>
        <p:nvSpPr>
          <p:cNvPr id="274" name="Gefaltete Ecke 6">
            <a:extLst>
              <a:ext uri="{FF2B5EF4-FFF2-40B4-BE49-F238E27FC236}">
                <a16:creationId xmlns:a16="http://schemas.microsoft.com/office/drawing/2014/main" id="{F41060A9-51ED-0563-FC39-CB34F90C4BDB}"/>
              </a:ext>
            </a:extLst>
          </p:cNvPr>
          <p:cNvSpPr/>
          <p:nvPr/>
        </p:nvSpPr>
        <p:spPr bwMode="gray">
          <a:xfrm>
            <a:off x="8541611" y="2274242"/>
            <a:ext cx="3019736" cy="898971"/>
          </a:xfrm>
          <a:prstGeom prst="rect">
            <a:avLst/>
          </a:prstGeom>
          <a:solidFill>
            <a:srgbClr val="EAECEE"/>
          </a:solidFill>
          <a:ln w="25400" algn="ctr">
            <a:noFill/>
            <a:miter lim="800000"/>
            <a:headEnd/>
            <a:tailEnd/>
          </a:ln>
        </p:spPr>
        <p:txBody>
          <a:bodyPr lIns="36000" tIns="72000" rIns="36000" bIns="0" rtlCol="0" anchor="ctr" anchorCtr="0"/>
          <a:lstStyle/>
          <a:p>
            <a:pPr algn="ctr" defTabSz="1088558"/>
            <a:r>
              <a:rPr lang="en-US" sz="1050" dirty="0">
                <a:solidFill>
                  <a:srgbClr val="12171C"/>
                </a:solidFill>
                <a:latin typeface="72 Brand" panose="020B0504030603020204" pitchFamily="34" charset="0"/>
                <a:cs typeface="Times New Roman"/>
              </a:rPr>
              <a:t>&lt; Choose a suitable t</a:t>
            </a:r>
            <a:r>
              <a:rPr lang="en-US" sz="1050" kern="0" dirty="0">
                <a:solidFill>
                  <a:srgbClr val="12171C"/>
                </a:solidFill>
                <a:latin typeface="72 Brand" panose="020B0504030603020204" pitchFamily="34" charset="0"/>
                <a:ea typeface="Arial Unicode MS" pitchFamily="34" charset="-128"/>
                <a:cs typeface="72" panose="020B0503030000000003" pitchFamily="34" charset="0"/>
              </a:rPr>
              <a:t>echnical extension building blocks </a:t>
            </a:r>
            <a:r>
              <a:rPr lang="en-US" sz="1050" dirty="0">
                <a:solidFill>
                  <a:srgbClr val="12171C"/>
                </a:solidFill>
                <a:latin typeface="72 Brand" panose="020B0504030603020204" pitchFamily="34" charset="0"/>
                <a:cs typeface="Times New Roman"/>
              </a:rPr>
              <a:t>&gt;</a:t>
            </a:r>
          </a:p>
        </p:txBody>
      </p:sp>
      <p:sp>
        <p:nvSpPr>
          <p:cNvPr id="270" name="Gefaltete Ecke 6">
            <a:extLst>
              <a:ext uri="{FF2B5EF4-FFF2-40B4-BE49-F238E27FC236}">
                <a16:creationId xmlns:a16="http://schemas.microsoft.com/office/drawing/2014/main" id="{32B475BE-D81E-DD87-E520-7184BEB49627}"/>
              </a:ext>
            </a:extLst>
          </p:cNvPr>
          <p:cNvSpPr/>
          <p:nvPr/>
        </p:nvSpPr>
        <p:spPr bwMode="gray">
          <a:xfrm>
            <a:off x="8541611" y="3230647"/>
            <a:ext cx="1451883" cy="898971"/>
          </a:xfrm>
          <a:prstGeom prst="rect">
            <a:avLst/>
          </a:prstGeom>
          <a:solidFill>
            <a:srgbClr val="EAECEE"/>
          </a:solidFill>
          <a:ln w="25400" algn="ctr">
            <a:noFill/>
            <a:miter lim="800000"/>
            <a:headEnd/>
            <a:tailEnd/>
          </a:ln>
        </p:spPr>
        <p:txBody>
          <a:bodyPr lIns="36000" tIns="72000" rIns="36000" bIns="0" rtlCol="0" anchor="ctr" anchorCtr="0"/>
          <a:lstStyle/>
          <a:p>
            <a:pPr algn="ctr" defTabSz="1088558"/>
            <a:r>
              <a:rPr lang="en-US" sz="1050" dirty="0">
                <a:solidFill>
                  <a:srgbClr val="12171C"/>
                </a:solidFill>
                <a:latin typeface="72 Brand" panose="020B0504030603020204" pitchFamily="34" charset="0"/>
                <a:cs typeface="Times New Roman"/>
              </a:rPr>
              <a:t>&lt; Choose a suitable t</a:t>
            </a:r>
            <a:r>
              <a:rPr lang="en-US" sz="1050" kern="0" dirty="0">
                <a:solidFill>
                  <a:srgbClr val="12171C"/>
                </a:solidFill>
                <a:latin typeface="72 Brand" panose="020B0504030603020204" pitchFamily="34" charset="0"/>
                <a:ea typeface="Arial Unicode MS" pitchFamily="34" charset="-128"/>
                <a:cs typeface="72" panose="020B0503030000000003" pitchFamily="34" charset="0"/>
              </a:rPr>
              <a:t>echnical extension building blocks </a:t>
            </a:r>
            <a:r>
              <a:rPr lang="en-US" sz="1050" dirty="0">
                <a:solidFill>
                  <a:srgbClr val="12171C"/>
                </a:solidFill>
                <a:latin typeface="72 Brand" panose="020B0504030603020204" pitchFamily="34" charset="0"/>
                <a:cs typeface="Times New Roman"/>
              </a:rPr>
              <a:t>&gt;</a:t>
            </a:r>
          </a:p>
        </p:txBody>
      </p:sp>
      <p:sp>
        <p:nvSpPr>
          <p:cNvPr id="268" name="Gefaltete Ecke 6">
            <a:extLst>
              <a:ext uri="{FF2B5EF4-FFF2-40B4-BE49-F238E27FC236}">
                <a16:creationId xmlns:a16="http://schemas.microsoft.com/office/drawing/2014/main" id="{6F1D92DD-E389-46C7-116B-BB9E5D40BE56}"/>
              </a:ext>
            </a:extLst>
          </p:cNvPr>
          <p:cNvSpPr/>
          <p:nvPr/>
        </p:nvSpPr>
        <p:spPr bwMode="gray">
          <a:xfrm>
            <a:off x="10109464" y="3230647"/>
            <a:ext cx="1451883" cy="898971"/>
          </a:xfrm>
          <a:prstGeom prst="rect">
            <a:avLst/>
          </a:prstGeom>
          <a:solidFill>
            <a:srgbClr val="EAECEE"/>
          </a:solidFill>
          <a:ln w="25400" algn="ctr">
            <a:noFill/>
            <a:miter lim="800000"/>
            <a:headEnd/>
            <a:tailEnd/>
          </a:ln>
        </p:spPr>
        <p:txBody>
          <a:bodyPr lIns="36000" tIns="72000" rIns="36000" bIns="0" rtlCol="0" anchor="ctr" anchorCtr="0"/>
          <a:lstStyle/>
          <a:p>
            <a:pPr algn="ctr" defTabSz="1088558"/>
            <a:r>
              <a:rPr lang="en-US" sz="1050" dirty="0">
                <a:solidFill>
                  <a:srgbClr val="12171C"/>
                </a:solidFill>
                <a:latin typeface="72 Brand" panose="020B0504030603020204" pitchFamily="34" charset="0"/>
                <a:cs typeface="Times New Roman"/>
              </a:rPr>
              <a:t>&lt; Choose a suitable t</a:t>
            </a:r>
            <a:r>
              <a:rPr lang="en-US" sz="1050" kern="0" dirty="0">
                <a:solidFill>
                  <a:srgbClr val="12171C"/>
                </a:solidFill>
                <a:latin typeface="72 Brand" panose="020B0504030603020204" pitchFamily="34" charset="0"/>
                <a:ea typeface="Arial Unicode MS" pitchFamily="34" charset="-128"/>
                <a:cs typeface="72" panose="020B0503030000000003" pitchFamily="34" charset="0"/>
              </a:rPr>
              <a:t>echnical extension building blocks </a:t>
            </a:r>
            <a:r>
              <a:rPr lang="en-US" sz="1050" dirty="0">
                <a:solidFill>
                  <a:srgbClr val="12171C"/>
                </a:solidFill>
                <a:latin typeface="72 Brand" panose="020B0504030603020204" pitchFamily="34" charset="0"/>
                <a:cs typeface="Times New Roman"/>
              </a:rPr>
              <a:t>&gt;</a:t>
            </a:r>
          </a:p>
        </p:txBody>
      </p:sp>
      <p:sp>
        <p:nvSpPr>
          <p:cNvPr id="31" name="Gefaltete Ecke 7">
            <a:extLst>
              <a:ext uri="{FF2B5EF4-FFF2-40B4-BE49-F238E27FC236}">
                <a16:creationId xmlns:a16="http://schemas.microsoft.com/office/drawing/2014/main" id="{E3DE6CF3-C921-95C4-8A20-51F77BFAA635}"/>
              </a:ext>
            </a:extLst>
          </p:cNvPr>
          <p:cNvSpPr>
            <a:spLocks/>
          </p:cNvSpPr>
          <p:nvPr/>
        </p:nvSpPr>
        <p:spPr bwMode="gray">
          <a:xfrm>
            <a:off x="501651" y="2273212"/>
            <a:ext cx="722700" cy="898971"/>
          </a:xfrm>
          <a:prstGeom prst="rect">
            <a:avLst/>
          </a:prstGeom>
          <a:solidFill>
            <a:srgbClr val="EAECEE"/>
          </a:solidFill>
          <a:ln w="25400" algn="ctr">
            <a:noFill/>
            <a:miter lim="800000"/>
            <a:headEnd/>
            <a:tailEnd/>
          </a:ln>
        </p:spPr>
        <p:txBody>
          <a:bodyPr lIns="144000" tIns="144000" rIns="36000" bIns="0" rtlCol="0" anchor="t" anchorCtr="0"/>
          <a:lstStyle/>
          <a:p>
            <a:pPr defTabSz="914400" fontAlgn="base">
              <a:spcBef>
                <a:spcPct val="50000"/>
              </a:spcBef>
              <a:spcAft>
                <a:spcPct val="0"/>
              </a:spcAft>
              <a:buClr>
                <a:srgbClr val="F0AB00"/>
              </a:buClr>
              <a:buSzPct val="80000"/>
            </a:pPr>
            <a:r>
              <a:rPr lang="en-US" sz="700" kern="0">
                <a:solidFill>
                  <a:srgbClr val="12171C"/>
                </a:solidFill>
                <a:latin typeface="72 Brand Medium" panose="020B0504030603020204" pitchFamily="34" charset="0"/>
                <a:ea typeface="Arial Unicode MS" pitchFamily="34" charset="-128"/>
                <a:cs typeface="72" panose="020B0503030000000003" pitchFamily="34" charset="0"/>
              </a:rPr>
              <a:t>Actions</a:t>
            </a:r>
            <a:endParaRPr kumimoji="0" lang="en-US" sz="700" u="none" strike="noStrike" kern="0" cap="none" spc="0" normalizeH="0" baseline="0" noProof="0">
              <a:ln>
                <a:noFill/>
              </a:ln>
              <a:solidFill>
                <a:srgbClr val="12171C"/>
              </a:solidFill>
              <a:effectLst/>
              <a:uLnTx/>
              <a:uFillTx/>
              <a:latin typeface="72 Brand Medium" panose="020B0504030603020204" pitchFamily="34" charset="0"/>
              <a:ea typeface="Arial Unicode MS" pitchFamily="34" charset="-128"/>
              <a:cs typeface="72" panose="020B0503030000000003" pitchFamily="34" charset="0"/>
            </a:endParaRPr>
          </a:p>
        </p:txBody>
      </p:sp>
      <p:sp>
        <p:nvSpPr>
          <p:cNvPr id="29" name="Gefaltete Ecke 8">
            <a:extLst>
              <a:ext uri="{FF2B5EF4-FFF2-40B4-BE49-F238E27FC236}">
                <a16:creationId xmlns:a16="http://schemas.microsoft.com/office/drawing/2014/main" id="{8E70776B-487B-814E-66DC-6DBB72638E18}"/>
              </a:ext>
            </a:extLst>
          </p:cNvPr>
          <p:cNvSpPr>
            <a:spLocks/>
          </p:cNvSpPr>
          <p:nvPr/>
        </p:nvSpPr>
        <p:spPr bwMode="gray">
          <a:xfrm>
            <a:off x="501650" y="3229618"/>
            <a:ext cx="722699" cy="897944"/>
          </a:xfrm>
          <a:prstGeom prst="rect">
            <a:avLst/>
          </a:prstGeom>
          <a:solidFill>
            <a:srgbClr val="EAECEE"/>
          </a:solidFill>
          <a:ln w="25400" algn="ctr">
            <a:noFill/>
            <a:miter lim="800000"/>
            <a:headEnd/>
            <a:tailEnd/>
          </a:ln>
        </p:spPr>
        <p:txBody>
          <a:bodyPr lIns="144000" tIns="144000" rIns="36000" bIns="0" rtlCol="0" anchor="t" anchorCtr="0"/>
          <a:lstStyle/>
          <a:p>
            <a:pPr defTabSz="914400" fontAlgn="base">
              <a:spcBef>
                <a:spcPct val="50000"/>
              </a:spcBef>
              <a:spcAft>
                <a:spcPct val="0"/>
              </a:spcAft>
              <a:buClr>
                <a:srgbClr val="F0AB00"/>
              </a:buClr>
              <a:buSzPct val="80000"/>
            </a:pPr>
            <a:r>
              <a:rPr lang="en-US" sz="700" kern="0">
                <a:solidFill>
                  <a:srgbClr val="12171C"/>
                </a:solidFill>
                <a:latin typeface="72 Brand Medium" panose="020B0504030603020204" pitchFamily="34" charset="0"/>
                <a:ea typeface="Arial Unicode MS" pitchFamily="34" charset="-128"/>
                <a:cs typeface="72" panose="020B0503030000000003" pitchFamily="34" charset="0"/>
              </a:rPr>
              <a:t>Application Logic</a:t>
            </a:r>
            <a:endParaRPr kumimoji="0" lang="en-US" sz="700" u="none" strike="noStrike" kern="0" cap="none" spc="0" normalizeH="0" baseline="0" noProof="0">
              <a:ln>
                <a:noFill/>
              </a:ln>
              <a:solidFill>
                <a:srgbClr val="12171C"/>
              </a:solidFill>
              <a:effectLst/>
              <a:uLnTx/>
              <a:uFillTx/>
              <a:latin typeface="72 Brand Medium" panose="020B0504030603020204" pitchFamily="34" charset="0"/>
              <a:ea typeface="Arial Unicode MS" pitchFamily="34" charset="-128"/>
              <a:cs typeface="72" panose="020B0503030000000003" pitchFamily="34" charset="0"/>
            </a:endParaRPr>
          </a:p>
        </p:txBody>
      </p:sp>
      <p:sp>
        <p:nvSpPr>
          <p:cNvPr id="27" name="Gefaltete Ecke 9">
            <a:extLst>
              <a:ext uri="{FF2B5EF4-FFF2-40B4-BE49-F238E27FC236}">
                <a16:creationId xmlns:a16="http://schemas.microsoft.com/office/drawing/2014/main" id="{B70A3AF8-C47C-B634-8F88-80CE6F97F76C}"/>
              </a:ext>
            </a:extLst>
          </p:cNvPr>
          <p:cNvSpPr>
            <a:spLocks/>
          </p:cNvSpPr>
          <p:nvPr/>
        </p:nvSpPr>
        <p:spPr bwMode="gray">
          <a:xfrm>
            <a:off x="501650" y="4184997"/>
            <a:ext cx="722699" cy="897943"/>
          </a:xfrm>
          <a:prstGeom prst="rect">
            <a:avLst/>
          </a:prstGeom>
          <a:solidFill>
            <a:srgbClr val="EAECEE"/>
          </a:solidFill>
          <a:ln w="25400" algn="ctr">
            <a:noFill/>
            <a:miter lim="800000"/>
            <a:headEnd/>
            <a:tailEnd/>
          </a:ln>
        </p:spPr>
        <p:txBody>
          <a:bodyPr lIns="144000" tIns="144000" rIns="36000" bIns="0" rtlCol="0" anchor="t" anchorCtr="0"/>
          <a:lstStyle/>
          <a:p>
            <a:pPr defTabSz="914400" fontAlgn="base">
              <a:spcBef>
                <a:spcPct val="50000"/>
              </a:spcBef>
              <a:spcAft>
                <a:spcPct val="0"/>
              </a:spcAft>
              <a:buClr>
                <a:srgbClr val="F0AB00"/>
              </a:buClr>
              <a:buSzPct val="80000"/>
            </a:pPr>
            <a:r>
              <a:rPr lang="en-US" sz="700" kern="0">
                <a:solidFill>
                  <a:srgbClr val="12171C"/>
                </a:solidFill>
                <a:latin typeface="72 Brand Medium" panose="020B0504030603020204" pitchFamily="34" charset="0"/>
                <a:ea typeface="Arial Unicode MS" pitchFamily="34" charset="-128"/>
                <a:cs typeface="72" panose="020B0503030000000003" pitchFamily="34" charset="0"/>
              </a:rPr>
              <a:t>System</a:t>
            </a:r>
            <a:endParaRPr kumimoji="0" lang="en-US" sz="700" u="none" strike="noStrike" kern="0" cap="none" spc="0" normalizeH="0" baseline="0" noProof="0" err="1">
              <a:ln>
                <a:noFill/>
              </a:ln>
              <a:solidFill>
                <a:srgbClr val="12171C"/>
              </a:solidFill>
              <a:effectLst/>
              <a:uLnTx/>
              <a:uFillTx/>
              <a:latin typeface="72 Brand Medium" panose="020B0504030603020204" pitchFamily="34" charset="0"/>
              <a:ea typeface="Arial Unicode MS" pitchFamily="34" charset="-128"/>
              <a:cs typeface="72" panose="020B0503030000000003" pitchFamily="34" charset="0"/>
            </a:endParaRPr>
          </a:p>
        </p:txBody>
      </p:sp>
      <p:sp>
        <p:nvSpPr>
          <p:cNvPr id="25" name="Gefaltete Ecke 10">
            <a:extLst>
              <a:ext uri="{FF2B5EF4-FFF2-40B4-BE49-F238E27FC236}">
                <a16:creationId xmlns:a16="http://schemas.microsoft.com/office/drawing/2014/main" id="{A806D5D0-1A7A-098D-0C81-71FC57CC2E32}"/>
              </a:ext>
            </a:extLst>
          </p:cNvPr>
          <p:cNvSpPr>
            <a:spLocks/>
          </p:cNvSpPr>
          <p:nvPr/>
        </p:nvSpPr>
        <p:spPr bwMode="gray">
          <a:xfrm>
            <a:off x="501650" y="5140375"/>
            <a:ext cx="722699" cy="897943"/>
          </a:xfrm>
          <a:prstGeom prst="rect">
            <a:avLst/>
          </a:prstGeom>
          <a:solidFill>
            <a:srgbClr val="EAECEE"/>
          </a:solidFill>
          <a:ln w="25400" algn="ctr">
            <a:noFill/>
            <a:miter lim="800000"/>
            <a:headEnd/>
            <a:tailEnd/>
          </a:ln>
        </p:spPr>
        <p:txBody>
          <a:bodyPr lIns="144000" tIns="144000" rIns="36000" bIns="0" rtlCol="0" anchor="t" anchorCtr="0"/>
          <a:lstStyle/>
          <a:p>
            <a:pPr defTabSz="914400" fontAlgn="base">
              <a:spcBef>
                <a:spcPct val="50000"/>
              </a:spcBef>
              <a:spcAft>
                <a:spcPct val="0"/>
              </a:spcAft>
              <a:buClr>
                <a:srgbClr val="F0AB00"/>
              </a:buClr>
              <a:buSzPct val="80000"/>
            </a:pPr>
            <a:r>
              <a:rPr lang="en-US" sz="700" kern="0">
                <a:solidFill>
                  <a:srgbClr val="12171C"/>
                </a:solidFill>
                <a:latin typeface="72 Brand Medium" panose="020B0504030603020204" pitchFamily="34" charset="0"/>
                <a:ea typeface="Arial Unicode MS" pitchFamily="34" charset="-128"/>
                <a:cs typeface="72" panose="020B0503030000000003" pitchFamily="34" charset="0"/>
              </a:rPr>
              <a:t>Required </a:t>
            </a:r>
            <a:br>
              <a:rPr lang="en-US" sz="700" kern="0">
                <a:solidFill>
                  <a:srgbClr val="12171C"/>
                </a:solidFill>
                <a:latin typeface="72 Brand Medium" panose="020B0504030603020204" pitchFamily="34" charset="0"/>
                <a:ea typeface="Arial Unicode MS" pitchFamily="34" charset="-128"/>
                <a:cs typeface="72" panose="020B0503030000000003" pitchFamily="34" charset="0"/>
              </a:rPr>
            </a:br>
            <a:r>
              <a:rPr lang="en-US" sz="700" kern="0">
                <a:solidFill>
                  <a:srgbClr val="12171C"/>
                </a:solidFill>
                <a:latin typeface="72 Brand Medium" panose="020B0504030603020204" pitchFamily="34" charset="0"/>
                <a:ea typeface="Arial Unicode MS" pitchFamily="34" charset="-128"/>
                <a:cs typeface="72" panose="020B0503030000000003" pitchFamily="34" charset="0"/>
              </a:rPr>
              <a:t>Data</a:t>
            </a:r>
            <a:endParaRPr kumimoji="0" lang="en-US" sz="700" u="none" strike="noStrike" kern="0" cap="none" spc="0" normalizeH="0" baseline="0" noProof="0">
              <a:ln>
                <a:noFill/>
              </a:ln>
              <a:solidFill>
                <a:srgbClr val="12171C"/>
              </a:solidFill>
              <a:effectLst/>
              <a:uLnTx/>
              <a:uFillTx/>
              <a:latin typeface="72 Brand Medium" panose="020B0504030603020204" pitchFamily="34" charset="0"/>
              <a:ea typeface="Arial Unicode MS" pitchFamily="34" charset="-128"/>
              <a:cs typeface="72" panose="020B0503030000000003" pitchFamily="34" charset="0"/>
            </a:endParaRPr>
          </a:p>
        </p:txBody>
      </p:sp>
      <p:sp>
        <p:nvSpPr>
          <p:cNvPr id="26" name="Gefaltete Ecke 6">
            <a:extLst>
              <a:ext uri="{FF2B5EF4-FFF2-40B4-BE49-F238E27FC236}">
                <a16:creationId xmlns:a16="http://schemas.microsoft.com/office/drawing/2014/main" id="{70CEBE8A-B619-E060-16DE-C1E1C23F6DB7}"/>
              </a:ext>
            </a:extLst>
          </p:cNvPr>
          <p:cNvSpPr/>
          <p:nvPr/>
        </p:nvSpPr>
        <p:spPr bwMode="gray">
          <a:xfrm>
            <a:off x="501650" y="5140907"/>
            <a:ext cx="58853" cy="896917"/>
          </a:xfrm>
          <a:prstGeom prst="rect">
            <a:avLst/>
          </a:prstGeom>
          <a:solidFill>
            <a:srgbClr val="7858FF"/>
          </a:solidFill>
          <a:ln w="25400" algn="ctr">
            <a:noFill/>
            <a:miter lim="800000"/>
            <a:headEnd/>
            <a:tailEnd/>
          </a:ln>
        </p:spPr>
        <p:txBody>
          <a:bodyPr lIns="144000" tIns="108000" rIns="108000" bIns="0" rtlCol="0" anchor="t" anchorCtr="0"/>
          <a:lstStyle/>
          <a:p>
            <a:pPr lvl="0" defTabSz="1088558">
              <a:defRPr/>
            </a:pPr>
            <a:endParaRPr lang="en-US" sz="700">
              <a:latin typeface="72 Brand" panose="020B0504030603020204" pitchFamily="34" charset="0"/>
              <a:cs typeface="72" panose="020B0503030000000003" pitchFamily="34" charset="0"/>
            </a:endParaRPr>
          </a:p>
        </p:txBody>
      </p:sp>
      <p:grpSp>
        <p:nvGrpSpPr>
          <p:cNvPr id="9" name="Group 8">
            <a:extLst>
              <a:ext uri="{FF2B5EF4-FFF2-40B4-BE49-F238E27FC236}">
                <a16:creationId xmlns:a16="http://schemas.microsoft.com/office/drawing/2014/main" id="{74ED76B6-BEAD-5572-6D99-A6875C91859C}"/>
              </a:ext>
            </a:extLst>
          </p:cNvPr>
          <p:cNvGrpSpPr/>
          <p:nvPr/>
        </p:nvGrpSpPr>
        <p:grpSpPr>
          <a:xfrm>
            <a:off x="1485927" y="2273213"/>
            <a:ext cx="1492147" cy="900000"/>
            <a:chOff x="1485927" y="2273213"/>
            <a:chExt cx="1492147" cy="900000"/>
          </a:xfrm>
        </p:grpSpPr>
        <p:sp>
          <p:nvSpPr>
            <p:cNvPr id="197" name="Gefaltete Ecke 6">
              <a:extLst>
                <a:ext uri="{FF2B5EF4-FFF2-40B4-BE49-F238E27FC236}">
                  <a16:creationId xmlns:a16="http://schemas.microsoft.com/office/drawing/2014/main" id="{CE9EAF2D-A3CA-CE82-D70F-7B0E6CE0FCC5}"/>
                </a:ext>
              </a:extLst>
            </p:cNvPr>
            <p:cNvSpPr/>
            <p:nvPr/>
          </p:nvSpPr>
          <p:spPr bwMode="gray">
            <a:xfrm>
              <a:off x="1526191" y="2274242"/>
              <a:ext cx="1451883" cy="898971"/>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Internal sales rep triggers approval process</a:t>
              </a:r>
            </a:p>
          </p:txBody>
        </p:sp>
        <p:sp>
          <p:nvSpPr>
            <p:cNvPr id="196" name="Gefaltete Ecke 6">
              <a:extLst>
                <a:ext uri="{FF2B5EF4-FFF2-40B4-BE49-F238E27FC236}">
                  <a16:creationId xmlns:a16="http://schemas.microsoft.com/office/drawing/2014/main" id="{8147476F-3CF8-1BDE-059A-7AC8FA0B47C8}"/>
                </a:ext>
              </a:extLst>
            </p:cNvPr>
            <p:cNvSpPr/>
            <p:nvPr/>
          </p:nvSpPr>
          <p:spPr bwMode="gray">
            <a:xfrm>
              <a:off x="1485927" y="2273213"/>
              <a:ext cx="45125" cy="898971"/>
            </a:xfrm>
            <a:prstGeom prst="rect">
              <a:avLst/>
            </a:prstGeom>
            <a:solidFill>
              <a:srgbClr val="97DD40"/>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grpSp>
      <p:sp>
        <p:nvSpPr>
          <p:cNvPr id="248" name="Gefaltete Ecke 6">
            <a:extLst>
              <a:ext uri="{FF2B5EF4-FFF2-40B4-BE49-F238E27FC236}">
                <a16:creationId xmlns:a16="http://schemas.microsoft.com/office/drawing/2014/main" id="{3A7D0771-ACBC-ED51-91C0-B2CCCA423503}"/>
              </a:ext>
            </a:extLst>
          </p:cNvPr>
          <p:cNvSpPr/>
          <p:nvPr/>
        </p:nvSpPr>
        <p:spPr bwMode="gray">
          <a:xfrm>
            <a:off x="4992834" y="2273213"/>
            <a:ext cx="45125" cy="898971"/>
          </a:xfrm>
          <a:prstGeom prst="rect">
            <a:avLst/>
          </a:prstGeom>
          <a:solidFill>
            <a:srgbClr val="97DD40"/>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273" name="Gefaltete Ecke 6">
            <a:extLst>
              <a:ext uri="{FF2B5EF4-FFF2-40B4-BE49-F238E27FC236}">
                <a16:creationId xmlns:a16="http://schemas.microsoft.com/office/drawing/2014/main" id="{1750D21D-08EC-6FA3-B195-83697BEE17D8}"/>
              </a:ext>
            </a:extLst>
          </p:cNvPr>
          <p:cNvSpPr/>
          <p:nvPr/>
        </p:nvSpPr>
        <p:spPr bwMode="gray">
          <a:xfrm>
            <a:off x="8501347" y="2273213"/>
            <a:ext cx="45125" cy="898971"/>
          </a:xfrm>
          <a:prstGeom prst="rect">
            <a:avLst/>
          </a:prstGeom>
          <a:solidFill>
            <a:srgbClr val="97DD40"/>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32" name="Gefaltete Ecke 6">
            <a:extLst>
              <a:ext uri="{FF2B5EF4-FFF2-40B4-BE49-F238E27FC236}">
                <a16:creationId xmlns:a16="http://schemas.microsoft.com/office/drawing/2014/main" id="{E1F00AC7-17B1-82EA-386A-F86323D743C8}"/>
              </a:ext>
            </a:extLst>
          </p:cNvPr>
          <p:cNvSpPr/>
          <p:nvPr/>
        </p:nvSpPr>
        <p:spPr bwMode="gray">
          <a:xfrm>
            <a:off x="501650" y="2273213"/>
            <a:ext cx="58853" cy="897944"/>
          </a:xfrm>
          <a:prstGeom prst="rect">
            <a:avLst/>
          </a:prstGeom>
          <a:solidFill>
            <a:srgbClr val="97DD40"/>
          </a:solidFill>
          <a:ln w="25400" algn="ctr">
            <a:noFill/>
            <a:miter lim="800000"/>
            <a:headEnd/>
            <a:tailEnd/>
          </a:ln>
        </p:spPr>
        <p:txBody>
          <a:bodyPr lIns="144000" tIns="108000" rIns="108000" bIns="0" rtlCol="0" anchor="t" anchorCtr="0"/>
          <a:lstStyle/>
          <a:p>
            <a:pPr lvl="0" defTabSz="1088558">
              <a:defRPr/>
            </a:pPr>
            <a:endParaRPr lang="en-US" sz="700">
              <a:latin typeface="72 Brand" panose="020B0504030603020204" pitchFamily="34" charset="0"/>
              <a:cs typeface="72" panose="020B0503030000000003" pitchFamily="34" charset="0"/>
            </a:endParaRPr>
          </a:p>
        </p:txBody>
      </p:sp>
      <p:sp>
        <p:nvSpPr>
          <p:cNvPr id="192" name="Gefaltete Ecke 6">
            <a:extLst>
              <a:ext uri="{FF2B5EF4-FFF2-40B4-BE49-F238E27FC236}">
                <a16:creationId xmlns:a16="http://schemas.microsoft.com/office/drawing/2014/main" id="{3C70F145-3188-B533-E093-35C10C9E40D5}"/>
              </a:ext>
            </a:extLst>
          </p:cNvPr>
          <p:cNvSpPr/>
          <p:nvPr/>
        </p:nvSpPr>
        <p:spPr bwMode="gray">
          <a:xfrm>
            <a:off x="1485927" y="3229618"/>
            <a:ext cx="45125" cy="898971"/>
          </a:xfrm>
          <a:prstGeom prst="rect">
            <a:avLst/>
          </a:prstGeom>
          <a:solidFill>
            <a:srgbClr val="FFC933"/>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190" name="Gefaltete Ecke 6">
            <a:extLst>
              <a:ext uri="{FF2B5EF4-FFF2-40B4-BE49-F238E27FC236}">
                <a16:creationId xmlns:a16="http://schemas.microsoft.com/office/drawing/2014/main" id="{5A66A32E-7D89-C01B-5515-708067149ADC}"/>
              </a:ext>
            </a:extLst>
          </p:cNvPr>
          <p:cNvSpPr/>
          <p:nvPr/>
        </p:nvSpPr>
        <p:spPr bwMode="gray">
          <a:xfrm>
            <a:off x="3053780" y="3229618"/>
            <a:ext cx="45125" cy="898971"/>
          </a:xfrm>
          <a:prstGeom prst="rect">
            <a:avLst/>
          </a:prstGeom>
          <a:solidFill>
            <a:srgbClr val="FFC933"/>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244" name="Gefaltete Ecke 6">
            <a:extLst>
              <a:ext uri="{FF2B5EF4-FFF2-40B4-BE49-F238E27FC236}">
                <a16:creationId xmlns:a16="http://schemas.microsoft.com/office/drawing/2014/main" id="{310ADA2A-B47C-CF71-2E0D-61F0A3F1055F}"/>
              </a:ext>
            </a:extLst>
          </p:cNvPr>
          <p:cNvSpPr/>
          <p:nvPr/>
        </p:nvSpPr>
        <p:spPr bwMode="gray">
          <a:xfrm>
            <a:off x="4992834" y="3229618"/>
            <a:ext cx="45125" cy="898971"/>
          </a:xfrm>
          <a:prstGeom prst="rect">
            <a:avLst/>
          </a:prstGeom>
          <a:solidFill>
            <a:srgbClr val="FFC933"/>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242" name="Gefaltete Ecke 6">
            <a:extLst>
              <a:ext uri="{FF2B5EF4-FFF2-40B4-BE49-F238E27FC236}">
                <a16:creationId xmlns:a16="http://schemas.microsoft.com/office/drawing/2014/main" id="{613BAAE4-3558-73DD-48C3-F88267BD05B4}"/>
              </a:ext>
            </a:extLst>
          </p:cNvPr>
          <p:cNvSpPr/>
          <p:nvPr/>
        </p:nvSpPr>
        <p:spPr bwMode="gray">
          <a:xfrm>
            <a:off x="6560687" y="3229618"/>
            <a:ext cx="45125" cy="898971"/>
          </a:xfrm>
          <a:prstGeom prst="rect">
            <a:avLst/>
          </a:prstGeom>
          <a:solidFill>
            <a:srgbClr val="FFC933"/>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269" name="Gefaltete Ecke 6">
            <a:extLst>
              <a:ext uri="{FF2B5EF4-FFF2-40B4-BE49-F238E27FC236}">
                <a16:creationId xmlns:a16="http://schemas.microsoft.com/office/drawing/2014/main" id="{B3219065-526A-E4E1-8B38-049E99DB00DD}"/>
              </a:ext>
            </a:extLst>
          </p:cNvPr>
          <p:cNvSpPr/>
          <p:nvPr/>
        </p:nvSpPr>
        <p:spPr bwMode="gray">
          <a:xfrm>
            <a:off x="8501347" y="3229618"/>
            <a:ext cx="45125" cy="898971"/>
          </a:xfrm>
          <a:prstGeom prst="rect">
            <a:avLst/>
          </a:prstGeom>
          <a:solidFill>
            <a:srgbClr val="FFC933"/>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267" name="Gefaltete Ecke 6">
            <a:extLst>
              <a:ext uri="{FF2B5EF4-FFF2-40B4-BE49-F238E27FC236}">
                <a16:creationId xmlns:a16="http://schemas.microsoft.com/office/drawing/2014/main" id="{D57D1F43-2D77-4412-DF3A-CD8BDB2F47E7}"/>
              </a:ext>
            </a:extLst>
          </p:cNvPr>
          <p:cNvSpPr/>
          <p:nvPr/>
        </p:nvSpPr>
        <p:spPr bwMode="gray">
          <a:xfrm>
            <a:off x="10069200" y="3229618"/>
            <a:ext cx="45125" cy="898971"/>
          </a:xfrm>
          <a:prstGeom prst="rect">
            <a:avLst/>
          </a:prstGeom>
          <a:solidFill>
            <a:srgbClr val="FFC933"/>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30" name="Gefaltete Ecke 6">
            <a:extLst>
              <a:ext uri="{FF2B5EF4-FFF2-40B4-BE49-F238E27FC236}">
                <a16:creationId xmlns:a16="http://schemas.microsoft.com/office/drawing/2014/main" id="{66A35009-D75C-A572-B038-471D9C437E18}"/>
              </a:ext>
            </a:extLst>
          </p:cNvPr>
          <p:cNvSpPr/>
          <p:nvPr/>
        </p:nvSpPr>
        <p:spPr bwMode="gray">
          <a:xfrm>
            <a:off x="501650" y="3230128"/>
            <a:ext cx="58853" cy="896919"/>
          </a:xfrm>
          <a:prstGeom prst="rect">
            <a:avLst/>
          </a:prstGeom>
          <a:solidFill>
            <a:srgbClr val="FFC933"/>
          </a:solidFill>
          <a:ln w="25400" algn="ctr">
            <a:noFill/>
            <a:miter lim="800000"/>
            <a:headEnd/>
            <a:tailEnd/>
          </a:ln>
        </p:spPr>
        <p:txBody>
          <a:bodyPr lIns="144000" tIns="108000" rIns="108000" bIns="0" rtlCol="0" anchor="t" anchorCtr="0"/>
          <a:lstStyle/>
          <a:p>
            <a:pPr lvl="0" defTabSz="1088558">
              <a:defRPr/>
            </a:pPr>
            <a:endParaRPr lang="en-US" sz="700">
              <a:latin typeface="72 Brand" panose="020B0504030603020204" pitchFamily="34" charset="0"/>
              <a:cs typeface="72" panose="020B0503030000000003" pitchFamily="34" charset="0"/>
            </a:endParaRPr>
          </a:p>
        </p:txBody>
      </p:sp>
      <p:sp>
        <p:nvSpPr>
          <p:cNvPr id="188" name="Gefaltete Ecke 6">
            <a:extLst>
              <a:ext uri="{FF2B5EF4-FFF2-40B4-BE49-F238E27FC236}">
                <a16:creationId xmlns:a16="http://schemas.microsoft.com/office/drawing/2014/main" id="{CD52B292-FB64-221A-C62A-AE0B79E23E5D}"/>
              </a:ext>
            </a:extLst>
          </p:cNvPr>
          <p:cNvSpPr/>
          <p:nvPr/>
        </p:nvSpPr>
        <p:spPr bwMode="gray">
          <a:xfrm>
            <a:off x="1485927" y="4186023"/>
            <a:ext cx="45125" cy="898971"/>
          </a:xfrm>
          <a:prstGeom prst="rect">
            <a:avLst/>
          </a:prstGeom>
          <a:solidFill>
            <a:srgbClr val="1B90FF"/>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186" name="Gefaltete Ecke 6">
            <a:extLst>
              <a:ext uri="{FF2B5EF4-FFF2-40B4-BE49-F238E27FC236}">
                <a16:creationId xmlns:a16="http://schemas.microsoft.com/office/drawing/2014/main" id="{ED370D7F-472D-2029-A909-C7500226B142}"/>
              </a:ext>
            </a:extLst>
          </p:cNvPr>
          <p:cNvSpPr/>
          <p:nvPr/>
        </p:nvSpPr>
        <p:spPr bwMode="gray">
          <a:xfrm>
            <a:off x="3053780" y="4186023"/>
            <a:ext cx="45125" cy="898971"/>
          </a:xfrm>
          <a:prstGeom prst="rect">
            <a:avLst/>
          </a:prstGeom>
          <a:solidFill>
            <a:srgbClr val="1B90FF"/>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28" name="Gefaltete Ecke 6">
            <a:extLst>
              <a:ext uri="{FF2B5EF4-FFF2-40B4-BE49-F238E27FC236}">
                <a16:creationId xmlns:a16="http://schemas.microsoft.com/office/drawing/2014/main" id="{511DB86C-496E-904E-9D41-3CBA76C8A9D5}"/>
              </a:ext>
            </a:extLst>
          </p:cNvPr>
          <p:cNvSpPr/>
          <p:nvPr/>
        </p:nvSpPr>
        <p:spPr bwMode="gray">
          <a:xfrm>
            <a:off x="502344" y="4185517"/>
            <a:ext cx="58853" cy="896917"/>
          </a:xfrm>
          <a:prstGeom prst="rect">
            <a:avLst/>
          </a:prstGeom>
          <a:solidFill>
            <a:srgbClr val="1B90FF"/>
          </a:solidFill>
          <a:ln w="25400" algn="ctr">
            <a:noFill/>
            <a:miter lim="800000"/>
            <a:headEnd/>
            <a:tailEnd/>
          </a:ln>
        </p:spPr>
        <p:txBody>
          <a:bodyPr lIns="144000" tIns="108000" rIns="108000" bIns="0" rtlCol="0" anchor="t" anchorCtr="0"/>
          <a:lstStyle/>
          <a:p>
            <a:pPr lvl="0" defTabSz="1088558">
              <a:defRPr/>
            </a:pPr>
            <a:endParaRPr lang="en-US" sz="700">
              <a:latin typeface="72 Brand" panose="020B0504030603020204" pitchFamily="34" charset="0"/>
              <a:cs typeface="72" panose="020B0503030000000003" pitchFamily="34" charset="0"/>
            </a:endParaRPr>
          </a:p>
        </p:txBody>
      </p:sp>
      <p:sp>
        <p:nvSpPr>
          <p:cNvPr id="11" name="Rounded Rectangle 2">
            <a:extLst>
              <a:ext uri="{FF2B5EF4-FFF2-40B4-BE49-F238E27FC236}">
                <a16:creationId xmlns:a16="http://schemas.microsoft.com/office/drawing/2014/main" id="{DC670EF5-C9C5-C66B-4685-8A76A3AD5EA2}"/>
              </a:ext>
            </a:extLst>
          </p:cNvPr>
          <p:cNvSpPr/>
          <p:nvPr/>
        </p:nvSpPr>
        <p:spPr bwMode="gray">
          <a:xfrm>
            <a:off x="4992834" y="974710"/>
            <a:ext cx="3060000" cy="227442"/>
          </a:xfrm>
          <a:prstGeom prst="roundRect">
            <a:avLst>
              <a:gd name="adj" fmla="val 21664"/>
            </a:avLst>
          </a:prstGeom>
          <a:solidFill>
            <a:srgbClr val="36A41D"/>
          </a:solidFill>
          <a:ln w="19050" cap="rnd" cmpd="sng">
            <a:noFill/>
            <a:headEnd/>
            <a:tailEnd/>
          </a:ln>
          <a:effectLst/>
        </p:spPr>
        <p:style>
          <a:lnRef idx="3">
            <a:schemeClr val="lt1"/>
          </a:lnRef>
          <a:fillRef idx="1">
            <a:schemeClr val="accent6"/>
          </a:fillRef>
          <a:effectRef idx="1">
            <a:schemeClr val="accent6"/>
          </a:effectRef>
          <a:fontRef idx="minor">
            <a:schemeClr val="lt1"/>
          </a:fontRef>
        </p:style>
        <p:txBody>
          <a:bodyPr wrap="square" lIns="0" tIns="0" rIns="0" bIns="0" rtlCol="0" anchor="ctr">
            <a:noAutofit/>
          </a:bodyPr>
          <a:lstStyle/>
          <a:p>
            <a:pPr algn="ctr" fontAlgn="base">
              <a:spcBef>
                <a:spcPct val="50000"/>
              </a:spcBef>
              <a:spcAft>
                <a:spcPct val="0"/>
              </a:spcAft>
              <a:buClr>
                <a:srgbClr val="F0AB00"/>
              </a:buClr>
              <a:buSzPct val="80000"/>
            </a:pPr>
            <a:r>
              <a:rPr lang="en-US" sz="1000" kern="0" dirty="0">
                <a:solidFill>
                  <a:schemeClr val="bg1"/>
                </a:solidFill>
                <a:latin typeface="72 Brand" panose="020B0504030603020204" pitchFamily="34" charset="0"/>
                <a:ea typeface="Arial Unicode MS" pitchFamily="34" charset="-128"/>
                <a:cs typeface="Arial Unicode MS" pitchFamily="34" charset="-128"/>
                <a:sym typeface="Arial"/>
              </a:rPr>
              <a:t>Exercise 1.3</a:t>
            </a:r>
          </a:p>
        </p:txBody>
      </p:sp>
      <p:sp>
        <p:nvSpPr>
          <p:cNvPr id="13" name="Rounded Rectangle 2">
            <a:extLst>
              <a:ext uri="{FF2B5EF4-FFF2-40B4-BE49-F238E27FC236}">
                <a16:creationId xmlns:a16="http://schemas.microsoft.com/office/drawing/2014/main" id="{C408F4D7-6B6F-41BD-82EE-438EAFA2F56C}"/>
              </a:ext>
            </a:extLst>
          </p:cNvPr>
          <p:cNvSpPr/>
          <p:nvPr/>
        </p:nvSpPr>
        <p:spPr bwMode="gray">
          <a:xfrm>
            <a:off x="8501347" y="974710"/>
            <a:ext cx="3060000" cy="227442"/>
          </a:xfrm>
          <a:prstGeom prst="roundRect">
            <a:avLst>
              <a:gd name="adj" fmla="val 21664"/>
            </a:avLst>
          </a:prstGeom>
          <a:solidFill>
            <a:srgbClr val="36A41D"/>
          </a:solidFill>
          <a:ln w="19050" cap="rnd" cmpd="sng">
            <a:noFill/>
            <a:headEnd/>
            <a:tailEnd/>
          </a:ln>
          <a:effectLst/>
        </p:spPr>
        <p:style>
          <a:lnRef idx="3">
            <a:schemeClr val="lt1"/>
          </a:lnRef>
          <a:fillRef idx="1">
            <a:schemeClr val="accent6"/>
          </a:fillRef>
          <a:effectRef idx="1">
            <a:schemeClr val="accent6"/>
          </a:effectRef>
          <a:fontRef idx="minor">
            <a:schemeClr val="lt1"/>
          </a:fontRef>
        </p:style>
        <p:txBody>
          <a:bodyPr wrap="square" lIns="0" tIns="0" rIns="0" bIns="0" rtlCol="0" anchor="ctr">
            <a:noAutofit/>
          </a:bodyPr>
          <a:lstStyle/>
          <a:p>
            <a:pPr algn="ctr" fontAlgn="base">
              <a:spcBef>
                <a:spcPct val="50000"/>
              </a:spcBef>
              <a:spcAft>
                <a:spcPct val="0"/>
              </a:spcAft>
              <a:buClr>
                <a:srgbClr val="F0AB00"/>
              </a:buClr>
              <a:buSzPct val="80000"/>
            </a:pPr>
            <a:r>
              <a:rPr lang="en-US" sz="1000" kern="0" dirty="0">
                <a:solidFill>
                  <a:schemeClr val="bg1"/>
                </a:solidFill>
                <a:latin typeface="72 Brand" panose="020B0504030603020204" pitchFamily="34" charset="0"/>
                <a:ea typeface="Arial Unicode MS" pitchFamily="34" charset="-128"/>
                <a:cs typeface="Arial Unicode MS" pitchFamily="34" charset="-128"/>
                <a:sym typeface="Arial"/>
              </a:rPr>
              <a:t>Exercise 1.4</a:t>
            </a:r>
          </a:p>
        </p:txBody>
      </p:sp>
      <p:sp>
        <p:nvSpPr>
          <p:cNvPr id="14" name="Rounded Rectangle 2">
            <a:extLst>
              <a:ext uri="{FF2B5EF4-FFF2-40B4-BE49-F238E27FC236}">
                <a16:creationId xmlns:a16="http://schemas.microsoft.com/office/drawing/2014/main" id="{6DFEA18A-0081-F994-099F-614CACA733AA}"/>
              </a:ext>
            </a:extLst>
          </p:cNvPr>
          <p:cNvSpPr/>
          <p:nvPr/>
        </p:nvSpPr>
        <p:spPr bwMode="gray">
          <a:xfrm>
            <a:off x="1484319" y="974710"/>
            <a:ext cx="3061607" cy="227442"/>
          </a:xfrm>
          <a:prstGeom prst="roundRect">
            <a:avLst>
              <a:gd name="adj" fmla="val 21664"/>
            </a:avLst>
          </a:prstGeom>
          <a:solidFill>
            <a:srgbClr val="36A41D"/>
          </a:solidFill>
          <a:ln w="19050" cap="rnd" cmpd="sng">
            <a:noFill/>
            <a:headEnd/>
            <a:tailEnd/>
          </a:ln>
          <a:effectLst/>
        </p:spPr>
        <p:style>
          <a:lnRef idx="3">
            <a:schemeClr val="lt1"/>
          </a:lnRef>
          <a:fillRef idx="1">
            <a:schemeClr val="accent6"/>
          </a:fillRef>
          <a:effectRef idx="1">
            <a:schemeClr val="accent6"/>
          </a:effectRef>
          <a:fontRef idx="minor">
            <a:schemeClr val="lt1"/>
          </a:fontRef>
        </p:style>
        <p:txBody>
          <a:bodyPr wrap="square" lIns="0" tIns="0" rIns="0" bIns="0" rtlCol="0" anchor="ctr">
            <a:noAutofit/>
          </a:bodyPr>
          <a:lstStyle/>
          <a:p>
            <a:pPr algn="ctr" fontAlgn="base">
              <a:spcBef>
                <a:spcPct val="50000"/>
              </a:spcBef>
              <a:spcAft>
                <a:spcPct val="0"/>
              </a:spcAft>
              <a:buClr>
                <a:srgbClr val="F0AB00"/>
              </a:buClr>
              <a:buSzPct val="80000"/>
            </a:pPr>
            <a:r>
              <a:rPr lang="en-US" sz="1000" kern="0" dirty="0">
                <a:solidFill>
                  <a:schemeClr val="bg1"/>
                </a:solidFill>
                <a:latin typeface="72 Brand" panose="020B0504030603020204" pitchFamily="34" charset="0"/>
                <a:ea typeface="Arial Unicode MS" pitchFamily="34" charset="-128"/>
                <a:cs typeface="Arial Unicode MS" pitchFamily="34" charset="-128"/>
                <a:sym typeface="Arial"/>
              </a:rPr>
              <a:t>Exercise 1.2</a:t>
            </a:r>
          </a:p>
        </p:txBody>
      </p:sp>
    </p:spTree>
    <p:extLst>
      <p:ext uri="{BB962C8B-B14F-4D97-AF65-F5344CB8AC3E}">
        <p14:creationId xmlns:p14="http://schemas.microsoft.com/office/powerpoint/2010/main" val="321656300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843CEB-A43F-F1F7-3C94-0D41A5B11B8A}"/>
            </a:ext>
          </a:extLst>
        </p:cNvPr>
        <p:cNvGrpSpPr/>
        <p:nvPr/>
      </p:nvGrpSpPr>
      <p:grpSpPr>
        <a:xfrm>
          <a:off x="0" y="0"/>
          <a:ext cx="0" cy="0"/>
          <a:chOff x="0" y="0"/>
          <a:chExt cx="0" cy="0"/>
        </a:xfrm>
      </p:grpSpPr>
      <p:sp>
        <p:nvSpPr>
          <p:cNvPr id="12" name="Titel 11">
            <a:extLst>
              <a:ext uri="{FF2B5EF4-FFF2-40B4-BE49-F238E27FC236}">
                <a16:creationId xmlns:a16="http://schemas.microsoft.com/office/drawing/2014/main" id="{2EFB04EE-6563-3997-722C-2F8540786FF7}"/>
              </a:ext>
            </a:extLst>
          </p:cNvPr>
          <p:cNvSpPr>
            <a:spLocks noGrp="1"/>
          </p:cNvSpPr>
          <p:nvPr>
            <p:ph type="title"/>
          </p:nvPr>
        </p:nvSpPr>
        <p:spPr>
          <a:xfrm>
            <a:off x="504001" y="504000"/>
            <a:ext cx="11186476" cy="307777"/>
          </a:xfrm>
        </p:spPr>
        <p:txBody>
          <a:bodyPr/>
          <a:lstStyle/>
          <a:p>
            <a:pPr defTabSz="914400" fontAlgn="base">
              <a:spcBef>
                <a:spcPct val="50000"/>
              </a:spcBef>
              <a:spcAft>
                <a:spcPct val="0"/>
              </a:spcAft>
              <a:buClr>
                <a:srgbClr val="F0AB00"/>
              </a:buClr>
              <a:buSzPct val="80000"/>
            </a:pPr>
            <a:r>
              <a:rPr lang="en-US" sz="2000" dirty="0"/>
              <a:t>Extension Technology per Extension Task Mapping - Scene 03: Sales Order approval</a:t>
            </a:r>
          </a:p>
        </p:txBody>
      </p:sp>
      <p:sp>
        <p:nvSpPr>
          <p:cNvPr id="171" name="Rechteck 28">
            <a:extLst>
              <a:ext uri="{FF2B5EF4-FFF2-40B4-BE49-F238E27FC236}">
                <a16:creationId xmlns:a16="http://schemas.microsoft.com/office/drawing/2014/main" id="{BEDEBF9E-A596-1C8A-8C1E-CAEBD26F134F}"/>
              </a:ext>
            </a:extLst>
          </p:cNvPr>
          <p:cNvSpPr/>
          <p:nvPr/>
        </p:nvSpPr>
        <p:spPr bwMode="gray">
          <a:xfrm>
            <a:off x="1340321" y="1254896"/>
            <a:ext cx="3348000" cy="5000248"/>
          </a:xfrm>
          <a:prstGeom prst="roundRect">
            <a:avLst>
              <a:gd name="adj" fmla="val 1619"/>
            </a:avLst>
          </a:prstGeom>
          <a:noFill/>
          <a:ln w="15875" algn="ctr">
            <a:solidFill>
              <a:srgbClr val="A9B4BE"/>
            </a:solidFill>
            <a:miter lim="800000"/>
            <a:headEnd/>
            <a:tailEnd/>
            <a:extLst>
              <a:ext uri="{C807C97D-BFC1-408E-A445-0C87EB9F89A2}">
                <ask:lineSketchStyleProps xmlns:ask="http://schemas.microsoft.com/office/drawing/2018/sketchyshapes" sd="1219033472">
                  <a:custGeom>
                    <a:avLst/>
                    <a:gdLst>
                      <a:gd name="connsiteX0" fmla="*/ 0 w 3384000"/>
                      <a:gd name="connsiteY0" fmla="*/ 0 h 5039142"/>
                      <a:gd name="connsiteX1" fmla="*/ 642960 w 3384000"/>
                      <a:gd name="connsiteY1" fmla="*/ 0 h 5039142"/>
                      <a:gd name="connsiteX2" fmla="*/ 1218240 w 3384000"/>
                      <a:gd name="connsiteY2" fmla="*/ 0 h 5039142"/>
                      <a:gd name="connsiteX3" fmla="*/ 1962720 w 3384000"/>
                      <a:gd name="connsiteY3" fmla="*/ 0 h 5039142"/>
                      <a:gd name="connsiteX4" fmla="*/ 2605680 w 3384000"/>
                      <a:gd name="connsiteY4" fmla="*/ 0 h 5039142"/>
                      <a:gd name="connsiteX5" fmla="*/ 3384000 w 3384000"/>
                      <a:gd name="connsiteY5" fmla="*/ 0 h 5039142"/>
                      <a:gd name="connsiteX6" fmla="*/ 3384000 w 3384000"/>
                      <a:gd name="connsiteY6" fmla="*/ 730676 h 5039142"/>
                      <a:gd name="connsiteX7" fmla="*/ 3384000 w 3384000"/>
                      <a:gd name="connsiteY7" fmla="*/ 1360568 h 5039142"/>
                      <a:gd name="connsiteX8" fmla="*/ 3384000 w 3384000"/>
                      <a:gd name="connsiteY8" fmla="*/ 1990461 h 5039142"/>
                      <a:gd name="connsiteX9" fmla="*/ 3384000 w 3384000"/>
                      <a:gd name="connsiteY9" fmla="*/ 2519571 h 5039142"/>
                      <a:gd name="connsiteX10" fmla="*/ 3384000 w 3384000"/>
                      <a:gd name="connsiteY10" fmla="*/ 3048681 h 5039142"/>
                      <a:gd name="connsiteX11" fmla="*/ 3384000 w 3384000"/>
                      <a:gd name="connsiteY11" fmla="*/ 3678574 h 5039142"/>
                      <a:gd name="connsiteX12" fmla="*/ 3384000 w 3384000"/>
                      <a:gd name="connsiteY12" fmla="*/ 4358858 h 5039142"/>
                      <a:gd name="connsiteX13" fmla="*/ 3384000 w 3384000"/>
                      <a:gd name="connsiteY13" fmla="*/ 5039142 h 5039142"/>
                      <a:gd name="connsiteX14" fmla="*/ 2707200 w 3384000"/>
                      <a:gd name="connsiteY14" fmla="*/ 5039142 h 5039142"/>
                      <a:gd name="connsiteX15" fmla="*/ 2098080 w 3384000"/>
                      <a:gd name="connsiteY15" fmla="*/ 5039142 h 5039142"/>
                      <a:gd name="connsiteX16" fmla="*/ 1421280 w 3384000"/>
                      <a:gd name="connsiteY16" fmla="*/ 5039142 h 5039142"/>
                      <a:gd name="connsiteX17" fmla="*/ 676800 w 3384000"/>
                      <a:gd name="connsiteY17" fmla="*/ 5039142 h 5039142"/>
                      <a:gd name="connsiteX18" fmla="*/ 0 w 3384000"/>
                      <a:gd name="connsiteY18" fmla="*/ 5039142 h 5039142"/>
                      <a:gd name="connsiteX19" fmla="*/ 0 w 3384000"/>
                      <a:gd name="connsiteY19" fmla="*/ 4560424 h 5039142"/>
                      <a:gd name="connsiteX20" fmla="*/ 0 w 3384000"/>
                      <a:gd name="connsiteY20" fmla="*/ 4031314 h 5039142"/>
                      <a:gd name="connsiteX21" fmla="*/ 0 w 3384000"/>
                      <a:gd name="connsiteY21" fmla="*/ 3451812 h 5039142"/>
                      <a:gd name="connsiteX22" fmla="*/ 0 w 3384000"/>
                      <a:gd name="connsiteY22" fmla="*/ 2721137 h 5039142"/>
                      <a:gd name="connsiteX23" fmla="*/ 0 w 3384000"/>
                      <a:gd name="connsiteY23" fmla="*/ 2091244 h 5039142"/>
                      <a:gd name="connsiteX24" fmla="*/ 0 w 3384000"/>
                      <a:gd name="connsiteY24" fmla="*/ 1511743 h 5039142"/>
                      <a:gd name="connsiteX25" fmla="*/ 0 w 3384000"/>
                      <a:gd name="connsiteY25" fmla="*/ 1033024 h 5039142"/>
                      <a:gd name="connsiteX26" fmla="*/ 0 w 3384000"/>
                      <a:gd name="connsiteY26" fmla="*/ 554306 h 5039142"/>
                      <a:gd name="connsiteX27" fmla="*/ 0 w 3384000"/>
                      <a:gd name="connsiteY27" fmla="*/ 0 h 50391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3384000" h="5039142" extrusionOk="0">
                        <a:moveTo>
                          <a:pt x="0" y="0"/>
                        </a:moveTo>
                        <a:cubicBezTo>
                          <a:pt x="271185" y="29039"/>
                          <a:pt x="328782" y="-28129"/>
                          <a:pt x="642960" y="0"/>
                        </a:cubicBezTo>
                        <a:cubicBezTo>
                          <a:pt x="957138" y="28129"/>
                          <a:pt x="1032733" y="9365"/>
                          <a:pt x="1218240" y="0"/>
                        </a:cubicBezTo>
                        <a:cubicBezTo>
                          <a:pt x="1403747" y="-9365"/>
                          <a:pt x="1722595" y="19949"/>
                          <a:pt x="1962720" y="0"/>
                        </a:cubicBezTo>
                        <a:cubicBezTo>
                          <a:pt x="2202845" y="-19949"/>
                          <a:pt x="2294374" y="-15471"/>
                          <a:pt x="2605680" y="0"/>
                        </a:cubicBezTo>
                        <a:cubicBezTo>
                          <a:pt x="2916986" y="15471"/>
                          <a:pt x="3056482" y="-1523"/>
                          <a:pt x="3384000" y="0"/>
                        </a:cubicBezTo>
                        <a:cubicBezTo>
                          <a:pt x="3391804" y="351232"/>
                          <a:pt x="3398473" y="465272"/>
                          <a:pt x="3384000" y="730676"/>
                        </a:cubicBezTo>
                        <a:cubicBezTo>
                          <a:pt x="3369527" y="996080"/>
                          <a:pt x="3364958" y="1100114"/>
                          <a:pt x="3384000" y="1360568"/>
                        </a:cubicBezTo>
                        <a:cubicBezTo>
                          <a:pt x="3403042" y="1621022"/>
                          <a:pt x="3401480" y="1745457"/>
                          <a:pt x="3384000" y="1990461"/>
                        </a:cubicBezTo>
                        <a:cubicBezTo>
                          <a:pt x="3366520" y="2235465"/>
                          <a:pt x="3400781" y="2334793"/>
                          <a:pt x="3384000" y="2519571"/>
                        </a:cubicBezTo>
                        <a:cubicBezTo>
                          <a:pt x="3367220" y="2704349"/>
                          <a:pt x="3395504" y="2938777"/>
                          <a:pt x="3384000" y="3048681"/>
                        </a:cubicBezTo>
                        <a:cubicBezTo>
                          <a:pt x="3372497" y="3158585"/>
                          <a:pt x="3379870" y="3417460"/>
                          <a:pt x="3384000" y="3678574"/>
                        </a:cubicBezTo>
                        <a:cubicBezTo>
                          <a:pt x="3388130" y="3939688"/>
                          <a:pt x="3390425" y="4135215"/>
                          <a:pt x="3384000" y="4358858"/>
                        </a:cubicBezTo>
                        <a:cubicBezTo>
                          <a:pt x="3377575" y="4582501"/>
                          <a:pt x="3393976" y="4724127"/>
                          <a:pt x="3384000" y="5039142"/>
                        </a:cubicBezTo>
                        <a:cubicBezTo>
                          <a:pt x="3046876" y="5050303"/>
                          <a:pt x="2922171" y="5035741"/>
                          <a:pt x="2707200" y="5039142"/>
                        </a:cubicBezTo>
                        <a:cubicBezTo>
                          <a:pt x="2492229" y="5042543"/>
                          <a:pt x="2335721" y="5011483"/>
                          <a:pt x="2098080" y="5039142"/>
                        </a:cubicBezTo>
                        <a:cubicBezTo>
                          <a:pt x="1860439" y="5066801"/>
                          <a:pt x="1648647" y="5069859"/>
                          <a:pt x="1421280" y="5039142"/>
                        </a:cubicBezTo>
                        <a:cubicBezTo>
                          <a:pt x="1193913" y="5008425"/>
                          <a:pt x="980245" y="5075806"/>
                          <a:pt x="676800" y="5039142"/>
                        </a:cubicBezTo>
                        <a:cubicBezTo>
                          <a:pt x="373355" y="5002478"/>
                          <a:pt x="186733" y="5035812"/>
                          <a:pt x="0" y="5039142"/>
                        </a:cubicBezTo>
                        <a:cubicBezTo>
                          <a:pt x="18411" y="4868054"/>
                          <a:pt x="-5364" y="4775031"/>
                          <a:pt x="0" y="4560424"/>
                        </a:cubicBezTo>
                        <a:cubicBezTo>
                          <a:pt x="5364" y="4345817"/>
                          <a:pt x="-22783" y="4255096"/>
                          <a:pt x="0" y="4031314"/>
                        </a:cubicBezTo>
                        <a:cubicBezTo>
                          <a:pt x="22783" y="3807532"/>
                          <a:pt x="-17666" y="3647596"/>
                          <a:pt x="0" y="3451812"/>
                        </a:cubicBezTo>
                        <a:cubicBezTo>
                          <a:pt x="17666" y="3256028"/>
                          <a:pt x="-29825" y="2916710"/>
                          <a:pt x="0" y="2721137"/>
                        </a:cubicBezTo>
                        <a:cubicBezTo>
                          <a:pt x="29825" y="2525565"/>
                          <a:pt x="-727" y="2310220"/>
                          <a:pt x="0" y="2091244"/>
                        </a:cubicBezTo>
                        <a:cubicBezTo>
                          <a:pt x="727" y="1872268"/>
                          <a:pt x="14542" y="1755568"/>
                          <a:pt x="0" y="1511743"/>
                        </a:cubicBezTo>
                        <a:cubicBezTo>
                          <a:pt x="-14542" y="1267918"/>
                          <a:pt x="6462" y="1213297"/>
                          <a:pt x="0" y="1033024"/>
                        </a:cubicBezTo>
                        <a:cubicBezTo>
                          <a:pt x="-6462" y="852751"/>
                          <a:pt x="-17725" y="738390"/>
                          <a:pt x="0" y="554306"/>
                        </a:cubicBezTo>
                        <a:cubicBezTo>
                          <a:pt x="17725" y="370222"/>
                          <a:pt x="-24059" y="115157"/>
                          <a:pt x="0" y="0"/>
                        </a:cubicBezTo>
                        <a:close/>
                      </a:path>
                    </a:pathLst>
                  </a:custGeom>
                  <ask:type>
                    <ask:lineSketchNone/>
                  </ask:type>
                </ask:lineSketchStyleProps>
              </a:ext>
            </a:extLst>
          </a:ln>
        </p:spPr>
        <p:txBody>
          <a:bodyPr lIns="90000" tIns="54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000" b="0" i="0" u="none" strike="noStrike" kern="0" cap="none" spc="0" normalizeH="0" baseline="0" noProof="0">
                <a:ln>
                  <a:noFill/>
                </a:ln>
                <a:solidFill>
                  <a:srgbClr val="12171C"/>
                </a:solidFill>
                <a:effectLst/>
                <a:uLnTx/>
                <a:uFillTx/>
                <a:latin typeface="72 Brand" panose="020B0504030603020204" pitchFamily="34" charset="0"/>
                <a:ea typeface="Arial Unicode MS" pitchFamily="34" charset="-128"/>
                <a:cs typeface="72" panose="020B0503030000000003" pitchFamily="34" charset="0"/>
              </a:rPr>
              <a:t>Phase 1</a:t>
            </a:r>
            <a:endParaRPr kumimoji="0" lang="en-US" sz="1000" b="0" u="none" strike="noStrike" kern="0" cap="none" spc="0" normalizeH="0" baseline="0" noProof="0">
              <a:ln>
                <a:noFill/>
              </a:ln>
              <a:solidFill>
                <a:srgbClr val="12171C"/>
              </a:solidFill>
              <a:effectLst/>
              <a:uLnTx/>
              <a:uFillTx/>
              <a:latin typeface="72 Brand" panose="020B0504030603020204" pitchFamily="34" charset="0"/>
              <a:ea typeface="Arial Unicode MS" pitchFamily="34" charset="-128"/>
              <a:cs typeface="72" panose="020B0503030000000003" pitchFamily="34" charset="0"/>
            </a:endParaRPr>
          </a:p>
        </p:txBody>
      </p:sp>
      <p:sp>
        <p:nvSpPr>
          <p:cNvPr id="172" name="Gefaltete Ecke 13">
            <a:extLst>
              <a:ext uri="{FF2B5EF4-FFF2-40B4-BE49-F238E27FC236}">
                <a16:creationId xmlns:a16="http://schemas.microsoft.com/office/drawing/2014/main" id="{DA6BA110-9535-1FBB-EE90-B37FE98885C6}"/>
              </a:ext>
            </a:extLst>
          </p:cNvPr>
          <p:cNvSpPr/>
          <p:nvPr/>
        </p:nvSpPr>
        <p:spPr bwMode="gray">
          <a:xfrm>
            <a:off x="1484320" y="1574264"/>
            <a:ext cx="3061607" cy="634069"/>
          </a:xfrm>
          <a:prstGeom prst="rect">
            <a:avLst/>
          </a:prstGeom>
          <a:solidFill>
            <a:srgbClr val="EAECEE"/>
          </a:solidFill>
          <a:ln w="25400" algn="ctr">
            <a:noFill/>
            <a:miter lim="800000"/>
            <a:headEnd/>
            <a:tailEnd/>
          </a:ln>
        </p:spPr>
        <p:txBody>
          <a:bodyPr lIns="0" tIns="0" rIns="0" bIns="0" rtlCol="0" anchor="ctr" anchorCtr="0"/>
          <a:lstStyle/>
          <a:p>
            <a:pPr algn="ctr" defTabSz="914400" fontAlgn="base">
              <a:spcBef>
                <a:spcPct val="50000"/>
              </a:spcBef>
              <a:spcAft>
                <a:spcPct val="0"/>
              </a:spcAft>
              <a:buClr>
                <a:srgbClr val="F0AB00"/>
              </a:buClr>
              <a:buSzPct val="80000"/>
            </a:pPr>
            <a:r>
              <a:rPr lang="en-US" sz="900" kern="0" dirty="0">
                <a:latin typeface="72 Brand" panose="020B0504030603020204" pitchFamily="34" charset="0"/>
                <a:ea typeface="Arial Unicode MS" pitchFamily="34" charset="-128"/>
                <a:cs typeface="Arial Unicode MS" pitchFamily="34" charset="-128"/>
              </a:rPr>
              <a:t>Scene 03:</a:t>
            </a:r>
          </a:p>
          <a:p>
            <a:pPr algn="ctr" defTabSz="914400" fontAlgn="base">
              <a:spcBef>
                <a:spcPct val="50000"/>
              </a:spcBef>
              <a:spcAft>
                <a:spcPct val="0"/>
              </a:spcAft>
              <a:buClr>
                <a:srgbClr val="F0AB00"/>
              </a:buClr>
              <a:buSzPct val="80000"/>
            </a:pPr>
            <a:r>
              <a:rPr lang="en-US" sz="900" b="1" kern="0" dirty="0">
                <a:latin typeface="72 Brand" panose="020B0504030603020204" pitchFamily="34" charset="0"/>
                <a:ea typeface="Arial Unicode MS" pitchFamily="34" charset="-128"/>
                <a:cs typeface="Arial Unicode MS" pitchFamily="34" charset="-128"/>
              </a:rPr>
              <a:t>Sales Order approval process </a:t>
            </a:r>
          </a:p>
        </p:txBody>
      </p:sp>
      <p:sp>
        <p:nvSpPr>
          <p:cNvPr id="195" name="Gefaltete Ecke 6">
            <a:extLst>
              <a:ext uri="{FF2B5EF4-FFF2-40B4-BE49-F238E27FC236}">
                <a16:creationId xmlns:a16="http://schemas.microsoft.com/office/drawing/2014/main" id="{E472A94B-F204-9A5A-B682-6EAC19F27ACD}"/>
              </a:ext>
            </a:extLst>
          </p:cNvPr>
          <p:cNvSpPr/>
          <p:nvPr/>
        </p:nvSpPr>
        <p:spPr bwMode="gray">
          <a:xfrm>
            <a:off x="3094044" y="2274242"/>
            <a:ext cx="1451883" cy="898971"/>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Sales manager approves or rejects sales order</a:t>
            </a:r>
          </a:p>
        </p:txBody>
      </p:sp>
      <p:sp>
        <p:nvSpPr>
          <p:cNvPr id="191" name="Gefaltete Ecke 6">
            <a:extLst>
              <a:ext uri="{FF2B5EF4-FFF2-40B4-BE49-F238E27FC236}">
                <a16:creationId xmlns:a16="http://schemas.microsoft.com/office/drawing/2014/main" id="{2E34F2B5-F449-44C3-FF6E-39C2B868C48F}"/>
              </a:ext>
            </a:extLst>
          </p:cNvPr>
          <p:cNvSpPr/>
          <p:nvPr/>
        </p:nvSpPr>
        <p:spPr bwMode="gray">
          <a:xfrm>
            <a:off x="3094044" y="3230647"/>
            <a:ext cx="1451883" cy="898971"/>
          </a:xfrm>
          <a:prstGeom prst="rect">
            <a:avLst/>
          </a:prstGeom>
          <a:solidFill>
            <a:srgbClr val="EAECEE"/>
          </a:solidFill>
          <a:ln w="25400" algn="ctr">
            <a:noFill/>
            <a:miter lim="800000"/>
            <a:headEnd/>
            <a:tailEnd/>
          </a:ln>
        </p:spPr>
        <p:txBody>
          <a:bodyPr lIns="36000" tIns="72000" rIns="36000" bIns="0" rtlCol="0" anchor="ctr" anchorCtr="0"/>
          <a:lstStyle/>
          <a:p>
            <a:pPr algn="ctr" defTabSz="1088558">
              <a:defRPr/>
            </a:pPr>
            <a:r>
              <a:rPr lang="en-US" sz="1050" dirty="0">
                <a:latin typeface="72 Brand" panose="020B0504030603020204" pitchFamily="34" charset="0"/>
                <a:cs typeface="Arial" panose="020B0604020202020204" pitchFamily="34" charset="0"/>
              </a:rPr>
              <a:t>Sales order approve or reject form</a:t>
            </a:r>
          </a:p>
        </p:txBody>
      </p:sp>
      <p:sp>
        <p:nvSpPr>
          <p:cNvPr id="189" name="Gefaltete Ecke 6">
            <a:extLst>
              <a:ext uri="{FF2B5EF4-FFF2-40B4-BE49-F238E27FC236}">
                <a16:creationId xmlns:a16="http://schemas.microsoft.com/office/drawing/2014/main" id="{B1B21E01-0C41-C490-2588-E5F8319EF872}"/>
              </a:ext>
            </a:extLst>
          </p:cNvPr>
          <p:cNvSpPr/>
          <p:nvPr/>
        </p:nvSpPr>
        <p:spPr bwMode="gray">
          <a:xfrm>
            <a:off x="1526191" y="4187052"/>
            <a:ext cx="1451883" cy="898971"/>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SAP BTP</a:t>
            </a:r>
          </a:p>
        </p:txBody>
      </p:sp>
      <p:sp>
        <p:nvSpPr>
          <p:cNvPr id="187" name="Gefaltete Ecke 6">
            <a:extLst>
              <a:ext uri="{FF2B5EF4-FFF2-40B4-BE49-F238E27FC236}">
                <a16:creationId xmlns:a16="http://schemas.microsoft.com/office/drawing/2014/main" id="{A07DA3A2-3C67-4973-FB45-982761B3CA6A}"/>
              </a:ext>
            </a:extLst>
          </p:cNvPr>
          <p:cNvSpPr/>
          <p:nvPr/>
        </p:nvSpPr>
        <p:spPr bwMode="gray">
          <a:xfrm>
            <a:off x="3094044" y="4187052"/>
            <a:ext cx="1451883" cy="898971"/>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SAP BTP</a:t>
            </a:r>
          </a:p>
        </p:txBody>
      </p:sp>
      <p:sp>
        <p:nvSpPr>
          <p:cNvPr id="182" name="Gefaltete Ecke 6">
            <a:extLst>
              <a:ext uri="{FF2B5EF4-FFF2-40B4-BE49-F238E27FC236}">
                <a16:creationId xmlns:a16="http://schemas.microsoft.com/office/drawing/2014/main" id="{58CBAD4E-3225-E83A-74CA-B086B096A272}"/>
              </a:ext>
            </a:extLst>
          </p:cNvPr>
          <p:cNvSpPr/>
          <p:nvPr/>
        </p:nvSpPr>
        <p:spPr bwMode="gray">
          <a:xfrm>
            <a:off x="3053780" y="5142428"/>
            <a:ext cx="45125" cy="898971"/>
          </a:xfrm>
          <a:prstGeom prst="rect">
            <a:avLst/>
          </a:prstGeom>
          <a:solidFill>
            <a:srgbClr val="7858FF"/>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183" name="Gefaltete Ecke 6">
            <a:extLst>
              <a:ext uri="{FF2B5EF4-FFF2-40B4-BE49-F238E27FC236}">
                <a16:creationId xmlns:a16="http://schemas.microsoft.com/office/drawing/2014/main" id="{A149E761-7E19-A6A8-8961-3B53EE3851ED}"/>
              </a:ext>
            </a:extLst>
          </p:cNvPr>
          <p:cNvSpPr/>
          <p:nvPr/>
        </p:nvSpPr>
        <p:spPr bwMode="gray">
          <a:xfrm>
            <a:off x="3094044" y="5143457"/>
            <a:ext cx="1451883" cy="898971"/>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Sales order</a:t>
            </a:r>
          </a:p>
        </p:txBody>
      </p:sp>
      <p:sp>
        <p:nvSpPr>
          <p:cNvPr id="198" name="Rechteck 28">
            <a:extLst>
              <a:ext uri="{FF2B5EF4-FFF2-40B4-BE49-F238E27FC236}">
                <a16:creationId xmlns:a16="http://schemas.microsoft.com/office/drawing/2014/main" id="{6E41553F-72CD-C602-DB5C-862520EAE2BF}"/>
              </a:ext>
            </a:extLst>
          </p:cNvPr>
          <p:cNvSpPr/>
          <p:nvPr/>
        </p:nvSpPr>
        <p:spPr bwMode="gray">
          <a:xfrm>
            <a:off x="4848834" y="1254896"/>
            <a:ext cx="3348000" cy="5000248"/>
          </a:xfrm>
          <a:prstGeom prst="roundRect">
            <a:avLst>
              <a:gd name="adj" fmla="val 1619"/>
            </a:avLst>
          </a:prstGeom>
          <a:noFill/>
          <a:ln w="15875" algn="ctr">
            <a:solidFill>
              <a:srgbClr val="A9B4BE"/>
            </a:solidFill>
            <a:miter lim="800000"/>
            <a:headEnd/>
            <a:tailEnd/>
            <a:extLst>
              <a:ext uri="{C807C97D-BFC1-408E-A445-0C87EB9F89A2}">
                <ask:lineSketchStyleProps xmlns:ask="http://schemas.microsoft.com/office/drawing/2018/sketchyshapes" sd="1219033472">
                  <a:custGeom>
                    <a:avLst/>
                    <a:gdLst>
                      <a:gd name="connsiteX0" fmla="*/ 0 w 3384000"/>
                      <a:gd name="connsiteY0" fmla="*/ 0 h 5039142"/>
                      <a:gd name="connsiteX1" fmla="*/ 642960 w 3384000"/>
                      <a:gd name="connsiteY1" fmla="*/ 0 h 5039142"/>
                      <a:gd name="connsiteX2" fmla="*/ 1218240 w 3384000"/>
                      <a:gd name="connsiteY2" fmla="*/ 0 h 5039142"/>
                      <a:gd name="connsiteX3" fmla="*/ 1962720 w 3384000"/>
                      <a:gd name="connsiteY3" fmla="*/ 0 h 5039142"/>
                      <a:gd name="connsiteX4" fmla="*/ 2605680 w 3384000"/>
                      <a:gd name="connsiteY4" fmla="*/ 0 h 5039142"/>
                      <a:gd name="connsiteX5" fmla="*/ 3384000 w 3384000"/>
                      <a:gd name="connsiteY5" fmla="*/ 0 h 5039142"/>
                      <a:gd name="connsiteX6" fmla="*/ 3384000 w 3384000"/>
                      <a:gd name="connsiteY6" fmla="*/ 730676 h 5039142"/>
                      <a:gd name="connsiteX7" fmla="*/ 3384000 w 3384000"/>
                      <a:gd name="connsiteY7" fmla="*/ 1360568 h 5039142"/>
                      <a:gd name="connsiteX8" fmla="*/ 3384000 w 3384000"/>
                      <a:gd name="connsiteY8" fmla="*/ 1990461 h 5039142"/>
                      <a:gd name="connsiteX9" fmla="*/ 3384000 w 3384000"/>
                      <a:gd name="connsiteY9" fmla="*/ 2519571 h 5039142"/>
                      <a:gd name="connsiteX10" fmla="*/ 3384000 w 3384000"/>
                      <a:gd name="connsiteY10" fmla="*/ 3048681 h 5039142"/>
                      <a:gd name="connsiteX11" fmla="*/ 3384000 w 3384000"/>
                      <a:gd name="connsiteY11" fmla="*/ 3678574 h 5039142"/>
                      <a:gd name="connsiteX12" fmla="*/ 3384000 w 3384000"/>
                      <a:gd name="connsiteY12" fmla="*/ 4358858 h 5039142"/>
                      <a:gd name="connsiteX13" fmla="*/ 3384000 w 3384000"/>
                      <a:gd name="connsiteY13" fmla="*/ 5039142 h 5039142"/>
                      <a:gd name="connsiteX14" fmla="*/ 2707200 w 3384000"/>
                      <a:gd name="connsiteY14" fmla="*/ 5039142 h 5039142"/>
                      <a:gd name="connsiteX15" fmla="*/ 2098080 w 3384000"/>
                      <a:gd name="connsiteY15" fmla="*/ 5039142 h 5039142"/>
                      <a:gd name="connsiteX16" fmla="*/ 1421280 w 3384000"/>
                      <a:gd name="connsiteY16" fmla="*/ 5039142 h 5039142"/>
                      <a:gd name="connsiteX17" fmla="*/ 676800 w 3384000"/>
                      <a:gd name="connsiteY17" fmla="*/ 5039142 h 5039142"/>
                      <a:gd name="connsiteX18" fmla="*/ 0 w 3384000"/>
                      <a:gd name="connsiteY18" fmla="*/ 5039142 h 5039142"/>
                      <a:gd name="connsiteX19" fmla="*/ 0 w 3384000"/>
                      <a:gd name="connsiteY19" fmla="*/ 4560424 h 5039142"/>
                      <a:gd name="connsiteX20" fmla="*/ 0 w 3384000"/>
                      <a:gd name="connsiteY20" fmla="*/ 4031314 h 5039142"/>
                      <a:gd name="connsiteX21" fmla="*/ 0 w 3384000"/>
                      <a:gd name="connsiteY21" fmla="*/ 3451812 h 5039142"/>
                      <a:gd name="connsiteX22" fmla="*/ 0 w 3384000"/>
                      <a:gd name="connsiteY22" fmla="*/ 2721137 h 5039142"/>
                      <a:gd name="connsiteX23" fmla="*/ 0 w 3384000"/>
                      <a:gd name="connsiteY23" fmla="*/ 2091244 h 5039142"/>
                      <a:gd name="connsiteX24" fmla="*/ 0 w 3384000"/>
                      <a:gd name="connsiteY24" fmla="*/ 1511743 h 5039142"/>
                      <a:gd name="connsiteX25" fmla="*/ 0 w 3384000"/>
                      <a:gd name="connsiteY25" fmla="*/ 1033024 h 5039142"/>
                      <a:gd name="connsiteX26" fmla="*/ 0 w 3384000"/>
                      <a:gd name="connsiteY26" fmla="*/ 554306 h 5039142"/>
                      <a:gd name="connsiteX27" fmla="*/ 0 w 3384000"/>
                      <a:gd name="connsiteY27" fmla="*/ 0 h 50391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3384000" h="5039142" extrusionOk="0">
                        <a:moveTo>
                          <a:pt x="0" y="0"/>
                        </a:moveTo>
                        <a:cubicBezTo>
                          <a:pt x="271185" y="29039"/>
                          <a:pt x="328782" y="-28129"/>
                          <a:pt x="642960" y="0"/>
                        </a:cubicBezTo>
                        <a:cubicBezTo>
                          <a:pt x="957138" y="28129"/>
                          <a:pt x="1032733" y="9365"/>
                          <a:pt x="1218240" y="0"/>
                        </a:cubicBezTo>
                        <a:cubicBezTo>
                          <a:pt x="1403747" y="-9365"/>
                          <a:pt x="1722595" y="19949"/>
                          <a:pt x="1962720" y="0"/>
                        </a:cubicBezTo>
                        <a:cubicBezTo>
                          <a:pt x="2202845" y="-19949"/>
                          <a:pt x="2294374" y="-15471"/>
                          <a:pt x="2605680" y="0"/>
                        </a:cubicBezTo>
                        <a:cubicBezTo>
                          <a:pt x="2916986" y="15471"/>
                          <a:pt x="3056482" y="-1523"/>
                          <a:pt x="3384000" y="0"/>
                        </a:cubicBezTo>
                        <a:cubicBezTo>
                          <a:pt x="3391804" y="351232"/>
                          <a:pt x="3398473" y="465272"/>
                          <a:pt x="3384000" y="730676"/>
                        </a:cubicBezTo>
                        <a:cubicBezTo>
                          <a:pt x="3369527" y="996080"/>
                          <a:pt x="3364958" y="1100114"/>
                          <a:pt x="3384000" y="1360568"/>
                        </a:cubicBezTo>
                        <a:cubicBezTo>
                          <a:pt x="3403042" y="1621022"/>
                          <a:pt x="3401480" y="1745457"/>
                          <a:pt x="3384000" y="1990461"/>
                        </a:cubicBezTo>
                        <a:cubicBezTo>
                          <a:pt x="3366520" y="2235465"/>
                          <a:pt x="3400781" y="2334793"/>
                          <a:pt x="3384000" y="2519571"/>
                        </a:cubicBezTo>
                        <a:cubicBezTo>
                          <a:pt x="3367220" y="2704349"/>
                          <a:pt x="3395504" y="2938777"/>
                          <a:pt x="3384000" y="3048681"/>
                        </a:cubicBezTo>
                        <a:cubicBezTo>
                          <a:pt x="3372497" y="3158585"/>
                          <a:pt x="3379870" y="3417460"/>
                          <a:pt x="3384000" y="3678574"/>
                        </a:cubicBezTo>
                        <a:cubicBezTo>
                          <a:pt x="3388130" y="3939688"/>
                          <a:pt x="3390425" y="4135215"/>
                          <a:pt x="3384000" y="4358858"/>
                        </a:cubicBezTo>
                        <a:cubicBezTo>
                          <a:pt x="3377575" y="4582501"/>
                          <a:pt x="3393976" y="4724127"/>
                          <a:pt x="3384000" y="5039142"/>
                        </a:cubicBezTo>
                        <a:cubicBezTo>
                          <a:pt x="3046876" y="5050303"/>
                          <a:pt x="2922171" y="5035741"/>
                          <a:pt x="2707200" y="5039142"/>
                        </a:cubicBezTo>
                        <a:cubicBezTo>
                          <a:pt x="2492229" y="5042543"/>
                          <a:pt x="2335721" y="5011483"/>
                          <a:pt x="2098080" y="5039142"/>
                        </a:cubicBezTo>
                        <a:cubicBezTo>
                          <a:pt x="1860439" y="5066801"/>
                          <a:pt x="1648647" y="5069859"/>
                          <a:pt x="1421280" y="5039142"/>
                        </a:cubicBezTo>
                        <a:cubicBezTo>
                          <a:pt x="1193913" y="5008425"/>
                          <a:pt x="980245" y="5075806"/>
                          <a:pt x="676800" y="5039142"/>
                        </a:cubicBezTo>
                        <a:cubicBezTo>
                          <a:pt x="373355" y="5002478"/>
                          <a:pt x="186733" y="5035812"/>
                          <a:pt x="0" y="5039142"/>
                        </a:cubicBezTo>
                        <a:cubicBezTo>
                          <a:pt x="18411" y="4868054"/>
                          <a:pt x="-5364" y="4775031"/>
                          <a:pt x="0" y="4560424"/>
                        </a:cubicBezTo>
                        <a:cubicBezTo>
                          <a:pt x="5364" y="4345817"/>
                          <a:pt x="-22783" y="4255096"/>
                          <a:pt x="0" y="4031314"/>
                        </a:cubicBezTo>
                        <a:cubicBezTo>
                          <a:pt x="22783" y="3807532"/>
                          <a:pt x="-17666" y="3647596"/>
                          <a:pt x="0" y="3451812"/>
                        </a:cubicBezTo>
                        <a:cubicBezTo>
                          <a:pt x="17666" y="3256028"/>
                          <a:pt x="-29825" y="2916710"/>
                          <a:pt x="0" y="2721137"/>
                        </a:cubicBezTo>
                        <a:cubicBezTo>
                          <a:pt x="29825" y="2525565"/>
                          <a:pt x="-727" y="2310220"/>
                          <a:pt x="0" y="2091244"/>
                        </a:cubicBezTo>
                        <a:cubicBezTo>
                          <a:pt x="727" y="1872268"/>
                          <a:pt x="14542" y="1755568"/>
                          <a:pt x="0" y="1511743"/>
                        </a:cubicBezTo>
                        <a:cubicBezTo>
                          <a:pt x="-14542" y="1267918"/>
                          <a:pt x="6462" y="1213297"/>
                          <a:pt x="0" y="1033024"/>
                        </a:cubicBezTo>
                        <a:cubicBezTo>
                          <a:pt x="-6462" y="852751"/>
                          <a:pt x="-17725" y="738390"/>
                          <a:pt x="0" y="554306"/>
                        </a:cubicBezTo>
                        <a:cubicBezTo>
                          <a:pt x="17725" y="370222"/>
                          <a:pt x="-24059" y="115157"/>
                          <a:pt x="0" y="0"/>
                        </a:cubicBezTo>
                        <a:close/>
                      </a:path>
                    </a:pathLst>
                  </a:custGeom>
                  <ask:type>
                    <ask:lineSketchNone/>
                  </ask:type>
                </ask:lineSketchStyleProps>
              </a:ext>
            </a:extLst>
          </a:ln>
        </p:spPr>
        <p:txBody>
          <a:bodyPr lIns="90000" tIns="54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000" b="0" i="0" u="none" strike="noStrike" kern="0" cap="none" spc="0" normalizeH="0" baseline="0" noProof="0">
                <a:ln>
                  <a:noFill/>
                </a:ln>
                <a:solidFill>
                  <a:srgbClr val="12171C"/>
                </a:solidFill>
                <a:effectLst/>
                <a:uLnTx/>
                <a:uFillTx/>
                <a:latin typeface="72 Brand" panose="020B0504030603020204" pitchFamily="34" charset="0"/>
                <a:ea typeface="Arial Unicode MS" pitchFamily="34" charset="-128"/>
                <a:cs typeface="72" panose="020B0503030000000003" pitchFamily="34" charset="0"/>
              </a:rPr>
              <a:t>Phase 2</a:t>
            </a:r>
            <a:endParaRPr kumimoji="0" lang="en-US" sz="1000" b="0" u="none" strike="noStrike" kern="0" cap="none" spc="0" normalizeH="0" baseline="0" noProof="0">
              <a:ln>
                <a:noFill/>
              </a:ln>
              <a:solidFill>
                <a:srgbClr val="12171C"/>
              </a:solidFill>
              <a:effectLst/>
              <a:uLnTx/>
              <a:uFillTx/>
              <a:latin typeface="72 Brand" panose="020B0504030603020204" pitchFamily="34" charset="0"/>
              <a:ea typeface="Arial Unicode MS" pitchFamily="34" charset="-128"/>
              <a:cs typeface="72" panose="020B0503030000000003" pitchFamily="34" charset="0"/>
            </a:endParaRPr>
          </a:p>
        </p:txBody>
      </p:sp>
      <p:sp>
        <p:nvSpPr>
          <p:cNvPr id="199" name="Gefaltete Ecke 13">
            <a:extLst>
              <a:ext uri="{FF2B5EF4-FFF2-40B4-BE49-F238E27FC236}">
                <a16:creationId xmlns:a16="http://schemas.microsoft.com/office/drawing/2014/main" id="{3C24EC3A-8BCB-F974-215F-ABF51B6C7423}"/>
              </a:ext>
            </a:extLst>
          </p:cNvPr>
          <p:cNvSpPr/>
          <p:nvPr/>
        </p:nvSpPr>
        <p:spPr bwMode="gray">
          <a:xfrm>
            <a:off x="4992834" y="1574264"/>
            <a:ext cx="3060000" cy="634069"/>
          </a:xfrm>
          <a:prstGeom prst="rect">
            <a:avLst/>
          </a:prstGeom>
          <a:solidFill>
            <a:srgbClr val="EAECEE"/>
          </a:solidFill>
          <a:ln w="25400" algn="ctr">
            <a:noFill/>
            <a:miter lim="800000"/>
            <a:headEnd/>
            <a:tailEnd/>
          </a:ln>
        </p:spPr>
        <p:txBody>
          <a:bodyPr lIns="0" tIns="0" rIns="0" bIns="0" rtlCol="0" anchor="ctr" anchorCtr="0"/>
          <a:lstStyle/>
          <a:p>
            <a:pPr algn="ctr" defTabSz="914400" fontAlgn="base">
              <a:spcBef>
                <a:spcPct val="50000"/>
              </a:spcBef>
              <a:spcAft>
                <a:spcPct val="0"/>
              </a:spcAft>
              <a:buClr>
                <a:srgbClr val="F0AB00"/>
              </a:buClr>
              <a:buSzPct val="80000"/>
            </a:pPr>
            <a:r>
              <a:rPr lang="en-US" sz="900" kern="0">
                <a:solidFill>
                  <a:srgbClr val="12171C"/>
                </a:solidFill>
                <a:latin typeface="72 Brand" panose="020B0504030603020204" pitchFamily="34" charset="0"/>
                <a:ea typeface="Arial Unicode MS" pitchFamily="34" charset="-128"/>
                <a:cs typeface="72" panose="020B0503030000000003" pitchFamily="34" charset="0"/>
              </a:rPr>
              <a:t>Extension tasks</a:t>
            </a:r>
          </a:p>
        </p:txBody>
      </p:sp>
      <p:sp>
        <p:nvSpPr>
          <p:cNvPr id="200" name="Gefaltete Ecke 13">
            <a:extLst>
              <a:ext uri="{FF2B5EF4-FFF2-40B4-BE49-F238E27FC236}">
                <a16:creationId xmlns:a16="http://schemas.microsoft.com/office/drawing/2014/main" id="{17EA357D-C3F0-1738-7AE6-FC9E25A9194B}"/>
              </a:ext>
            </a:extLst>
          </p:cNvPr>
          <p:cNvSpPr/>
          <p:nvPr/>
        </p:nvSpPr>
        <p:spPr bwMode="gray">
          <a:xfrm>
            <a:off x="8501347" y="1574264"/>
            <a:ext cx="3060000" cy="634069"/>
          </a:xfrm>
          <a:prstGeom prst="rect">
            <a:avLst/>
          </a:prstGeom>
          <a:solidFill>
            <a:srgbClr val="EAECEE"/>
          </a:solidFill>
          <a:ln w="25400" algn="ctr">
            <a:noFill/>
            <a:miter lim="800000"/>
            <a:headEnd/>
            <a:tailEnd/>
          </a:ln>
        </p:spPr>
        <p:txBody>
          <a:bodyPr lIns="0" tIns="0" rIns="0" bIns="0" rtlCol="0" anchor="ctr" anchorCtr="0"/>
          <a:lstStyle/>
          <a:p>
            <a:pPr algn="ctr" defTabSz="914400" fontAlgn="base">
              <a:spcBef>
                <a:spcPct val="50000"/>
              </a:spcBef>
              <a:spcAft>
                <a:spcPct val="0"/>
              </a:spcAft>
              <a:buClr>
                <a:srgbClr val="F0AB00"/>
              </a:buClr>
              <a:buSzPct val="80000"/>
            </a:pPr>
            <a:r>
              <a:rPr lang="en-US" sz="900" kern="0">
                <a:solidFill>
                  <a:srgbClr val="12171C"/>
                </a:solidFill>
                <a:latin typeface="72 Brand" panose="020B0504030603020204" pitchFamily="34" charset="0"/>
                <a:ea typeface="Arial Unicode MS" pitchFamily="34" charset="-128"/>
                <a:cs typeface="72" panose="020B0503030000000003" pitchFamily="34" charset="0"/>
              </a:rPr>
              <a:t>Technical extension building blocks</a:t>
            </a:r>
          </a:p>
        </p:txBody>
      </p:sp>
      <p:sp>
        <p:nvSpPr>
          <p:cNvPr id="201" name="Rechteck 28">
            <a:extLst>
              <a:ext uri="{FF2B5EF4-FFF2-40B4-BE49-F238E27FC236}">
                <a16:creationId xmlns:a16="http://schemas.microsoft.com/office/drawing/2014/main" id="{6B633B18-6CB2-11EA-4F7E-12BCDE31920E}"/>
              </a:ext>
            </a:extLst>
          </p:cNvPr>
          <p:cNvSpPr/>
          <p:nvPr/>
        </p:nvSpPr>
        <p:spPr bwMode="gray">
          <a:xfrm>
            <a:off x="8357347" y="1254896"/>
            <a:ext cx="3348000" cy="5000248"/>
          </a:xfrm>
          <a:prstGeom prst="roundRect">
            <a:avLst>
              <a:gd name="adj" fmla="val 1619"/>
            </a:avLst>
          </a:prstGeom>
          <a:noFill/>
          <a:ln w="15875" algn="ctr">
            <a:solidFill>
              <a:srgbClr val="A9B4BE"/>
            </a:solidFill>
            <a:miter lim="800000"/>
            <a:headEnd/>
            <a:tailEnd/>
            <a:extLst>
              <a:ext uri="{C807C97D-BFC1-408E-A445-0C87EB9F89A2}">
                <ask:lineSketchStyleProps xmlns:ask="http://schemas.microsoft.com/office/drawing/2018/sketchyshapes" sd="1219033472">
                  <a:custGeom>
                    <a:avLst/>
                    <a:gdLst>
                      <a:gd name="connsiteX0" fmla="*/ 0 w 3384000"/>
                      <a:gd name="connsiteY0" fmla="*/ 0 h 5039142"/>
                      <a:gd name="connsiteX1" fmla="*/ 642960 w 3384000"/>
                      <a:gd name="connsiteY1" fmla="*/ 0 h 5039142"/>
                      <a:gd name="connsiteX2" fmla="*/ 1218240 w 3384000"/>
                      <a:gd name="connsiteY2" fmla="*/ 0 h 5039142"/>
                      <a:gd name="connsiteX3" fmla="*/ 1962720 w 3384000"/>
                      <a:gd name="connsiteY3" fmla="*/ 0 h 5039142"/>
                      <a:gd name="connsiteX4" fmla="*/ 2605680 w 3384000"/>
                      <a:gd name="connsiteY4" fmla="*/ 0 h 5039142"/>
                      <a:gd name="connsiteX5" fmla="*/ 3384000 w 3384000"/>
                      <a:gd name="connsiteY5" fmla="*/ 0 h 5039142"/>
                      <a:gd name="connsiteX6" fmla="*/ 3384000 w 3384000"/>
                      <a:gd name="connsiteY6" fmla="*/ 730676 h 5039142"/>
                      <a:gd name="connsiteX7" fmla="*/ 3384000 w 3384000"/>
                      <a:gd name="connsiteY7" fmla="*/ 1360568 h 5039142"/>
                      <a:gd name="connsiteX8" fmla="*/ 3384000 w 3384000"/>
                      <a:gd name="connsiteY8" fmla="*/ 1990461 h 5039142"/>
                      <a:gd name="connsiteX9" fmla="*/ 3384000 w 3384000"/>
                      <a:gd name="connsiteY9" fmla="*/ 2519571 h 5039142"/>
                      <a:gd name="connsiteX10" fmla="*/ 3384000 w 3384000"/>
                      <a:gd name="connsiteY10" fmla="*/ 3048681 h 5039142"/>
                      <a:gd name="connsiteX11" fmla="*/ 3384000 w 3384000"/>
                      <a:gd name="connsiteY11" fmla="*/ 3678574 h 5039142"/>
                      <a:gd name="connsiteX12" fmla="*/ 3384000 w 3384000"/>
                      <a:gd name="connsiteY12" fmla="*/ 4358858 h 5039142"/>
                      <a:gd name="connsiteX13" fmla="*/ 3384000 w 3384000"/>
                      <a:gd name="connsiteY13" fmla="*/ 5039142 h 5039142"/>
                      <a:gd name="connsiteX14" fmla="*/ 2707200 w 3384000"/>
                      <a:gd name="connsiteY14" fmla="*/ 5039142 h 5039142"/>
                      <a:gd name="connsiteX15" fmla="*/ 2098080 w 3384000"/>
                      <a:gd name="connsiteY15" fmla="*/ 5039142 h 5039142"/>
                      <a:gd name="connsiteX16" fmla="*/ 1421280 w 3384000"/>
                      <a:gd name="connsiteY16" fmla="*/ 5039142 h 5039142"/>
                      <a:gd name="connsiteX17" fmla="*/ 676800 w 3384000"/>
                      <a:gd name="connsiteY17" fmla="*/ 5039142 h 5039142"/>
                      <a:gd name="connsiteX18" fmla="*/ 0 w 3384000"/>
                      <a:gd name="connsiteY18" fmla="*/ 5039142 h 5039142"/>
                      <a:gd name="connsiteX19" fmla="*/ 0 w 3384000"/>
                      <a:gd name="connsiteY19" fmla="*/ 4560424 h 5039142"/>
                      <a:gd name="connsiteX20" fmla="*/ 0 w 3384000"/>
                      <a:gd name="connsiteY20" fmla="*/ 4031314 h 5039142"/>
                      <a:gd name="connsiteX21" fmla="*/ 0 w 3384000"/>
                      <a:gd name="connsiteY21" fmla="*/ 3451812 h 5039142"/>
                      <a:gd name="connsiteX22" fmla="*/ 0 w 3384000"/>
                      <a:gd name="connsiteY22" fmla="*/ 2721137 h 5039142"/>
                      <a:gd name="connsiteX23" fmla="*/ 0 w 3384000"/>
                      <a:gd name="connsiteY23" fmla="*/ 2091244 h 5039142"/>
                      <a:gd name="connsiteX24" fmla="*/ 0 w 3384000"/>
                      <a:gd name="connsiteY24" fmla="*/ 1511743 h 5039142"/>
                      <a:gd name="connsiteX25" fmla="*/ 0 w 3384000"/>
                      <a:gd name="connsiteY25" fmla="*/ 1033024 h 5039142"/>
                      <a:gd name="connsiteX26" fmla="*/ 0 w 3384000"/>
                      <a:gd name="connsiteY26" fmla="*/ 554306 h 5039142"/>
                      <a:gd name="connsiteX27" fmla="*/ 0 w 3384000"/>
                      <a:gd name="connsiteY27" fmla="*/ 0 h 50391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3384000" h="5039142" extrusionOk="0">
                        <a:moveTo>
                          <a:pt x="0" y="0"/>
                        </a:moveTo>
                        <a:cubicBezTo>
                          <a:pt x="271185" y="29039"/>
                          <a:pt x="328782" y="-28129"/>
                          <a:pt x="642960" y="0"/>
                        </a:cubicBezTo>
                        <a:cubicBezTo>
                          <a:pt x="957138" y="28129"/>
                          <a:pt x="1032733" y="9365"/>
                          <a:pt x="1218240" y="0"/>
                        </a:cubicBezTo>
                        <a:cubicBezTo>
                          <a:pt x="1403747" y="-9365"/>
                          <a:pt x="1722595" y="19949"/>
                          <a:pt x="1962720" y="0"/>
                        </a:cubicBezTo>
                        <a:cubicBezTo>
                          <a:pt x="2202845" y="-19949"/>
                          <a:pt x="2294374" y="-15471"/>
                          <a:pt x="2605680" y="0"/>
                        </a:cubicBezTo>
                        <a:cubicBezTo>
                          <a:pt x="2916986" y="15471"/>
                          <a:pt x="3056482" y="-1523"/>
                          <a:pt x="3384000" y="0"/>
                        </a:cubicBezTo>
                        <a:cubicBezTo>
                          <a:pt x="3391804" y="351232"/>
                          <a:pt x="3398473" y="465272"/>
                          <a:pt x="3384000" y="730676"/>
                        </a:cubicBezTo>
                        <a:cubicBezTo>
                          <a:pt x="3369527" y="996080"/>
                          <a:pt x="3364958" y="1100114"/>
                          <a:pt x="3384000" y="1360568"/>
                        </a:cubicBezTo>
                        <a:cubicBezTo>
                          <a:pt x="3403042" y="1621022"/>
                          <a:pt x="3401480" y="1745457"/>
                          <a:pt x="3384000" y="1990461"/>
                        </a:cubicBezTo>
                        <a:cubicBezTo>
                          <a:pt x="3366520" y="2235465"/>
                          <a:pt x="3400781" y="2334793"/>
                          <a:pt x="3384000" y="2519571"/>
                        </a:cubicBezTo>
                        <a:cubicBezTo>
                          <a:pt x="3367220" y="2704349"/>
                          <a:pt x="3395504" y="2938777"/>
                          <a:pt x="3384000" y="3048681"/>
                        </a:cubicBezTo>
                        <a:cubicBezTo>
                          <a:pt x="3372497" y="3158585"/>
                          <a:pt x="3379870" y="3417460"/>
                          <a:pt x="3384000" y="3678574"/>
                        </a:cubicBezTo>
                        <a:cubicBezTo>
                          <a:pt x="3388130" y="3939688"/>
                          <a:pt x="3390425" y="4135215"/>
                          <a:pt x="3384000" y="4358858"/>
                        </a:cubicBezTo>
                        <a:cubicBezTo>
                          <a:pt x="3377575" y="4582501"/>
                          <a:pt x="3393976" y="4724127"/>
                          <a:pt x="3384000" y="5039142"/>
                        </a:cubicBezTo>
                        <a:cubicBezTo>
                          <a:pt x="3046876" y="5050303"/>
                          <a:pt x="2922171" y="5035741"/>
                          <a:pt x="2707200" y="5039142"/>
                        </a:cubicBezTo>
                        <a:cubicBezTo>
                          <a:pt x="2492229" y="5042543"/>
                          <a:pt x="2335721" y="5011483"/>
                          <a:pt x="2098080" y="5039142"/>
                        </a:cubicBezTo>
                        <a:cubicBezTo>
                          <a:pt x="1860439" y="5066801"/>
                          <a:pt x="1648647" y="5069859"/>
                          <a:pt x="1421280" y="5039142"/>
                        </a:cubicBezTo>
                        <a:cubicBezTo>
                          <a:pt x="1193913" y="5008425"/>
                          <a:pt x="980245" y="5075806"/>
                          <a:pt x="676800" y="5039142"/>
                        </a:cubicBezTo>
                        <a:cubicBezTo>
                          <a:pt x="373355" y="5002478"/>
                          <a:pt x="186733" y="5035812"/>
                          <a:pt x="0" y="5039142"/>
                        </a:cubicBezTo>
                        <a:cubicBezTo>
                          <a:pt x="18411" y="4868054"/>
                          <a:pt x="-5364" y="4775031"/>
                          <a:pt x="0" y="4560424"/>
                        </a:cubicBezTo>
                        <a:cubicBezTo>
                          <a:pt x="5364" y="4345817"/>
                          <a:pt x="-22783" y="4255096"/>
                          <a:pt x="0" y="4031314"/>
                        </a:cubicBezTo>
                        <a:cubicBezTo>
                          <a:pt x="22783" y="3807532"/>
                          <a:pt x="-17666" y="3647596"/>
                          <a:pt x="0" y="3451812"/>
                        </a:cubicBezTo>
                        <a:cubicBezTo>
                          <a:pt x="17666" y="3256028"/>
                          <a:pt x="-29825" y="2916710"/>
                          <a:pt x="0" y="2721137"/>
                        </a:cubicBezTo>
                        <a:cubicBezTo>
                          <a:pt x="29825" y="2525565"/>
                          <a:pt x="-727" y="2310220"/>
                          <a:pt x="0" y="2091244"/>
                        </a:cubicBezTo>
                        <a:cubicBezTo>
                          <a:pt x="727" y="1872268"/>
                          <a:pt x="14542" y="1755568"/>
                          <a:pt x="0" y="1511743"/>
                        </a:cubicBezTo>
                        <a:cubicBezTo>
                          <a:pt x="-14542" y="1267918"/>
                          <a:pt x="6462" y="1213297"/>
                          <a:pt x="0" y="1033024"/>
                        </a:cubicBezTo>
                        <a:cubicBezTo>
                          <a:pt x="-6462" y="852751"/>
                          <a:pt x="-17725" y="738390"/>
                          <a:pt x="0" y="554306"/>
                        </a:cubicBezTo>
                        <a:cubicBezTo>
                          <a:pt x="17725" y="370222"/>
                          <a:pt x="-24059" y="115157"/>
                          <a:pt x="0" y="0"/>
                        </a:cubicBezTo>
                        <a:close/>
                      </a:path>
                    </a:pathLst>
                  </a:custGeom>
                  <ask:type>
                    <ask:lineSketchNone/>
                  </ask:type>
                </ask:lineSketchStyleProps>
              </a:ext>
            </a:extLst>
          </a:ln>
        </p:spPr>
        <p:txBody>
          <a:bodyPr lIns="90000" tIns="54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000" b="0" i="0" u="none" strike="noStrike" kern="0" cap="none" spc="0" normalizeH="0" baseline="0" noProof="0">
                <a:ln>
                  <a:noFill/>
                </a:ln>
                <a:solidFill>
                  <a:srgbClr val="12171C"/>
                </a:solidFill>
                <a:effectLst/>
                <a:uLnTx/>
                <a:uFillTx/>
                <a:latin typeface="72 Brand" panose="020B0504030603020204" pitchFamily="34" charset="0"/>
                <a:ea typeface="Arial Unicode MS" pitchFamily="34" charset="-128"/>
                <a:cs typeface="72" panose="020B0503030000000003" pitchFamily="34" charset="0"/>
              </a:rPr>
              <a:t>Phase 3</a:t>
            </a:r>
            <a:endParaRPr kumimoji="0" lang="en-US" sz="1000" b="0" u="none" strike="noStrike" kern="0" cap="none" spc="0" normalizeH="0" baseline="0" noProof="0">
              <a:ln>
                <a:noFill/>
              </a:ln>
              <a:solidFill>
                <a:srgbClr val="12171C"/>
              </a:solidFill>
              <a:effectLst/>
              <a:uLnTx/>
              <a:uFillTx/>
              <a:latin typeface="72 Brand" panose="020B0504030603020204" pitchFamily="34" charset="0"/>
              <a:ea typeface="Arial Unicode MS" pitchFamily="34" charset="-128"/>
              <a:cs typeface="72" panose="020B0503030000000003" pitchFamily="34" charset="0"/>
            </a:endParaRPr>
          </a:p>
        </p:txBody>
      </p:sp>
      <p:sp>
        <p:nvSpPr>
          <p:cNvPr id="249" name="Gefaltete Ecke 6">
            <a:extLst>
              <a:ext uri="{FF2B5EF4-FFF2-40B4-BE49-F238E27FC236}">
                <a16:creationId xmlns:a16="http://schemas.microsoft.com/office/drawing/2014/main" id="{D2EDEB0F-ADD7-D9EC-B14E-59713E1664D4}"/>
              </a:ext>
            </a:extLst>
          </p:cNvPr>
          <p:cNvSpPr/>
          <p:nvPr/>
        </p:nvSpPr>
        <p:spPr bwMode="gray">
          <a:xfrm>
            <a:off x="5033098" y="2274242"/>
            <a:ext cx="3019736" cy="898971"/>
          </a:xfrm>
          <a:prstGeom prst="rect">
            <a:avLst/>
          </a:prstGeom>
          <a:solidFill>
            <a:srgbClr val="EAECEE"/>
          </a:solidFill>
          <a:ln w="25400" algn="ctr">
            <a:noFill/>
            <a:miter lim="800000"/>
            <a:headEnd/>
            <a:tailEnd/>
          </a:ln>
        </p:spPr>
        <p:txBody>
          <a:bodyPr lIns="36000" tIns="72000" rIns="36000" bIns="0" rtlCol="0" anchor="ctr" anchorCtr="0"/>
          <a:lstStyle/>
          <a:p>
            <a:pPr algn="ctr" defTabSz="1088558"/>
            <a:r>
              <a:rPr lang="en-US" sz="1050" dirty="0">
                <a:solidFill>
                  <a:srgbClr val="12171C"/>
                </a:solidFill>
                <a:latin typeface="72 Brand" panose="020B0504030603020204" pitchFamily="34" charset="0"/>
                <a:cs typeface="Times New Roman"/>
              </a:rPr>
              <a:t>&lt; Choose a suitable extension task &gt;</a:t>
            </a:r>
          </a:p>
        </p:txBody>
      </p:sp>
      <p:sp>
        <p:nvSpPr>
          <p:cNvPr id="245" name="Gefaltete Ecke 6">
            <a:extLst>
              <a:ext uri="{FF2B5EF4-FFF2-40B4-BE49-F238E27FC236}">
                <a16:creationId xmlns:a16="http://schemas.microsoft.com/office/drawing/2014/main" id="{2C0C7E8B-B1AD-98FA-BB8B-5666D5C4F1B0}"/>
              </a:ext>
            </a:extLst>
          </p:cNvPr>
          <p:cNvSpPr/>
          <p:nvPr/>
        </p:nvSpPr>
        <p:spPr bwMode="gray">
          <a:xfrm>
            <a:off x="5033098" y="3230647"/>
            <a:ext cx="1451883" cy="898971"/>
          </a:xfrm>
          <a:prstGeom prst="rect">
            <a:avLst/>
          </a:prstGeom>
          <a:solidFill>
            <a:srgbClr val="EAECEE"/>
          </a:solidFill>
          <a:ln w="25400" algn="ctr">
            <a:noFill/>
            <a:miter lim="800000"/>
            <a:headEnd/>
            <a:tailEnd/>
          </a:ln>
        </p:spPr>
        <p:txBody>
          <a:bodyPr lIns="36000" tIns="72000" rIns="36000" bIns="0" rtlCol="0" anchor="ctr" anchorCtr="0"/>
          <a:lstStyle/>
          <a:p>
            <a:pPr algn="ctr" defTabSz="1088558"/>
            <a:r>
              <a:rPr lang="en-US" sz="1050" dirty="0">
                <a:solidFill>
                  <a:srgbClr val="12171C"/>
                </a:solidFill>
                <a:latin typeface="72 Brand" panose="020B0504030603020204" pitchFamily="34" charset="0"/>
                <a:cs typeface="Times New Roman"/>
              </a:rPr>
              <a:t>&lt; Choose a suitable extension task &gt;</a:t>
            </a:r>
          </a:p>
        </p:txBody>
      </p:sp>
      <p:sp>
        <p:nvSpPr>
          <p:cNvPr id="243" name="Gefaltete Ecke 6">
            <a:extLst>
              <a:ext uri="{FF2B5EF4-FFF2-40B4-BE49-F238E27FC236}">
                <a16:creationId xmlns:a16="http://schemas.microsoft.com/office/drawing/2014/main" id="{2878394D-1AC3-5C98-7568-A56BB08FB9B6}"/>
              </a:ext>
            </a:extLst>
          </p:cNvPr>
          <p:cNvSpPr/>
          <p:nvPr/>
        </p:nvSpPr>
        <p:spPr bwMode="gray">
          <a:xfrm>
            <a:off x="6600951" y="3230647"/>
            <a:ext cx="1451883" cy="898971"/>
          </a:xfrm>
          <a:prstGeom prst="rect">
            <a:avLst/>
          </a:prstGeom>
          <a:solidFill>
            <a:srgbClr val="EAECEE"/>
          </a:solidFill>
          <a:ln w="25400" algn="ctr">
            <a:noFill/>
            <a:miter lim="800000"/>
            <a:headEnd/>
            <a:tailEnd/>
          </a:ln>
        </p:spPr>
        <p:txBody>
          <a:bodyPr lIns="36000" tIns="72000" rIns="36000" bIns="0" rtlCol="0" anchor="ctr" anchorCtr="0"/>
          <a:lstStyle/>
          <a:p>
            <a:pPr algn="ctr" defTabSz="1088558"/>
            <a:r>
              <a:rPr lang="en-US" sz="1050" dirty="0">
                <a:solidFill>
                  <a:srgbClr val="12171C"/>
                </a:solidFill>
                <a:latin typeface="72 Brand" panose="020B0504030603020204" pitchFamily="34" charset="0"/>
                <a:cs typeface="Times New Roman"/>
              </a:rPr>
              <a:t>&lt; Choose a suitable extension task &gt;</a:t>
            </a:r>
          </a:p>
        </p:txBody>
      </p:sp>
      <p:sp>
        <p:nvSpPr>
          <p:cNvPr id="274" name="Gefaltete Ecke 6">
            <a:extLst>
              <a:ext uri="{FF2B5EF4-FFF2-40B4-BE49-F238E27FC236}">
                <a16:creationId xmlns:a16="http://schemas.microsoft.com/office/drawing/2014/main" id="{32B2D564-D720-0AB8-DA19-F354DDC5CF24}"/>
              </a:ext>
            </a:extLst>
          </p:cNvPr>
          <p:cNvSpPr/>
          <p:nvPr/>
        </p:nvSpPr>
        <p:spPr bwMode="gray">
          <a:xfrm>
            <a:off x="8541611" y="2274242"/>
            <a:ext cx="3019736" cy="898971"/>
          </a:xfrm>
          <a:prstGeom prst="rect">
            <a:avLst/>
          </a:prstGeom>
          <a:solidFill>
            <a:srgbClr val="EAECEE"/>
          </a:solidFill>
          <a:ln w="25400" algn="ctr">
            <a:noFill/>
            <a:miter lim="800000"/>
            <a:headEnd/>
            <a:tailEnd/>
          </a:ln>
        </p:spPr>
        <p:txBody>
          <a:bodyPr lIns="36000" tIns="72000" rIns="36000" bIns="0" rtlCol="0" anchor="ctr" anchorCtr="0"/>
          <a:lstStyle/>
          <a:p>
            <a:pPr algn="ctr" defTabSz="1088558"/>
            <a:r>
              <a:rPr lang="en-US" sz="1050" dirty="0">
                <a:solidFill>
                  <a:srgbClr val="12171C"/>
                </a:solidFill>
                <a:latin typeface="72 Brand" panose="020B0504030603020204" pitchFamily="34" charset="0"/>
                <a:cs typeface="Times New Roman"/>
              </a:rPr>
              <a:t>&lt; Choose a suitable t</a:t>
            </a:r>
            <a:r>
              <a:rPr lang="en-US" sz="1050" kern="0" dirty="0">
                <a:solidFill>
                  <a:srgbClr val="12171C"/>
                </a:solidFill>
                <a:latin typeface="72 Brand" panose="020B0504030603020204" pitchFamily="34" charset="0"/>
                <a:ea typeface="Arial Unicode MS" pitchFamily="34" charset="-128"/>
                <a:cs typeface="72" panose="020B0503030000000003" pitchFamily="34" charset="0"/>
              </a:rPr>
              <a:t>echnical extension building blocks </a:t>
            </a:r>
            <a:r>
              <a:rPr lang="en-US" sz="1050" dirty="0">
                <a:solidFill>
                  <a:srgbClr val="12171C"/>
                </a:solidFill>
                <a:latin typeface="72 Brand" panose="020B0504030603020204" pitchFamily="34" charset="0"/>
                <a:cs typeface="Times New Roman"/>
              </a:rPr>
              <a:t>&gt;</a:t>
            </a:r>
          </a:p>
        </p:txBody>
      </p:sp>
      <p:sp>
        <p:nvSpPr>
          <p:cNvPr id="270" name="Gefaltete Ecke 6">
            <a:extLst>
              <a:ext uri="{FF2B5EF4-FFF2-40B4-BE49-F238E27FC236}">
                <a16:creationId xmlns:a16="http://schemas.microsoft.com/office/drawing/2014/main" id="{155BBE5F-0786-E952-F64D-B5F241F6D937}"/>
              </a:ext>
            </a:extLst>
          </p:cNvPr>
          <p:cNvSpPr/>
          <p:nvPr/>
        </p:nvSpPr>
        <p:spPr bwMode="gray">
          <a:xfrm>
            <a:off x="8541611" y="3230647"/>
            <a:ext cx="1451883" cy="898971"/>
          </a:xfrm>
          <a:prstGeom prst="rect">
            <a:avLst/>
          </a:prstGeom>
          <a:solidFill>
            <a:srgbClr val="EAECEE"/>
          </a:solidFill>
          <a:ln w="25400" algn="ctr">
            <a:noFill/>
            <a:miter lim="800000"/>
            <a:headEnd/>
            <a:tailEnd/>
          </a:ln>
        </p:spPr>
        <p:txBody>
          <a:bodyPr lIns="36000" tIns="72000" rIns="36000" bIns="0" rtlCol="0" anchor="ctr" anchorCtr="0"/>
          <a:lstStyle/>
          <a:p>
            <a:pPr algn="ctr" defTabSz="1088558"/>
            <a:r>
              <a:rPr lang="en-US" sz="1050" dirty="0">
                <a:solidFill>
                  <a:srgbClr val="12171C"/>
                </a:solidFill>
                <a:latin typeface="72 Brand" panose="020B0504030603020204" pitchFamily="34" charset="0"/>
                <a:cs typeface="Times New Roman"/>
              </a:rPr>
              <a:t>&lt; Choose a suitable t</a:t>
            </a:r>
            <a:r>
              <a:rPr lang="en-US" sz="1050" kern="0" dirty="0">
                <a:solidFill>
                  <a:srgbClr val="12171C"/>
                </a:solidFill>
                <a:latin typeface="72 Brand" panose="020B0504030603020204" pitchFamily="34" charset="0"/>
                <a:ea typeface="Arial Unicode MS" pitchFamily="34" charset="-128"/>
                <a:cs typeface="72" panose="020B0503030000000003" pitchFamily="34" charset="0"/>
              </a:rPr>
              <a:t>echnical extension building blocks </a:t>
            </a:r>
            <a:r>
              <a:rPr lang="en-US" sz="1050" dirty="0">
                <a:solidFill>
                  <a:srgbClr val="12171C"/>
                </a:solidFill>
                <a:latin typeface="72 Brand" panose="020B0504030603020204" pitchFamily="34" charset="0"/>
                <a:cs typeface="Times New Roman"/>
              </a:rPr>
              <a:t>&gt;</a:t>
            </a:r>
          </a:p>
        </p:txBody>
      </p:sp>
      <p:sp>
        <p:nvSpPr>
          <p:cNvPr id="268" name="Gefaltete Ecke 6">
            <a:extLst>
              <a:ext uri="{FF2B5EF4-FFF2-40B4-BE49-F238E27FC236}">
                <a16:creationId xmlns:a16="http://schemas.microsoft.com/office/drawing/2014/main" id="{D6B3B205-A360-CF7C-A629-242603121360}"/>
              </a:ext>
            </a:extLst>
          </p:cNvPr>
          <p:cNvSpPr/>
          <p:nvPr/>
        </p:nvSpPr>
        <p:spPr bwMode="gray">
          <a:xfrm>
            <a:off x="10109464" y="3230647"/>
            <a:ext cx="1451883" cy="898971"/>
          </a:xfrm>
          <a:prstGeom prst="rect">
            <a:avLst/>
          </a:prstGeom>
          <a:solidFill>
            <a:srgbClr val="EAECEE"/>
          </a:solidFill>
          <a:ln w="25400" algn="ctr">
            <a:noFill/>
            <a:miter lim="800000"/>
            <a:headEnd/>
            <a:tailEnd/>
          </a:ln>
        </p:spPr>
        <p:txBody>
          <a:bodyPr lIns="36000" tIns="72000" rIns="36000" bIns="0" rtlCol="0" anchor="ctr" anchorCtr="0"/>
          <a:lstStyle/>
          <a:p>
            <a:pPr algn="ctr" defTabSz="1088558"/>
            <a:r>
              <a:rPr lang="en-US" sz="1050" dirty="0">
                <a:solidFill>
                  <a:srgbClr val="12171C"/>
                </a:solidFill>
                <a:latin typeface="72 Brand" panose="020B0504030603020204" pitchFamily="34" charset="0"/>
                <a:cs typeface="Times New Roman"/>
              </a:rPr>
              <a:t>&lt; Choose a suitable t</a:t>
            </a:r>
            <a:r>
              <a:rPr lang="en-US" sz="1050" kern="0" dirty="0">
                <a:solidFill>
                  <a:srgbClr val="12171C"/>
                </a:solidFill>
                <a:latin typeface="72 Brand" panose="020B0504030603020204" pitchFamily="34" charset="0"/>
                <a:ea typeface="Arial Unicode MS" pitchFamily="34" charset="-128"/>
                <a:cs typeface="72" panose="020B0503030000000003" pitchFamily="34" charset="0"/>
              </a:rPr>
              <a:t>echnical extension building blocks </a:t>
            </a:r>
            <a:r>
              <a:rPr lang="en-US" sz="1050" dirty="0">
                <a:solidFill>
                  <a:srgbClr val="12171C"/>
                </a:solidFill>
                <a:latin typeface="72 Brand" panose="020B0504030603020204" pitchFamily="34" charset="0"/>
                <a:cs typeface="Times New Roman"/>
              </a:rPr>
              <a:t>&gt;</a:t>
            </a:r>
          </a:p>
        </p:txBody>
      </p:sp>
      <p:sp>
        <p:nvSpPr>
          <p:cNvPr id="31" name="Gefaltete Ecke 7">
            <a:extLst>
              <a:ext uri="{FF2B5EF4-FFF2-40B4-BE49-F238E27FC236}">
                <a16:creationId xmlns:a16="http://schemas.microsoft.com/office/drawing/2014/main" id="{89D8026B-B760-3257-D9AD-9012585D7C12}"/>
              </a:ext>
            </a:extLst>
          </p:cNvPr>
          <p:cNvSpPr>
            <a:spLocks/>
          </p:cNvSpPr>
          <p:nvPr/>
        </p:nvSpPr>
        <p:spPr bwMode="gray">
          <a:xfrm>
            <a:off x="501651" y="2273212"/>
            <a:ext cx="722700" cy="898971"/>
          </a:xfrm>
          <a:prstGeom prst="rect">
            <a:avLst/>
          </a:prstGeom>
          <a:solidFill>
            <a:srgbClr val="EAECEE"/>
          </a:solidFill>
          <a:ln w="25400" algn="ctr">
            <a:noFill/>
            <a:miter lim="800000"/>
            <a:headEnd/>
            <a:tailEnd/>
          </a:ln>
        </p:spPr>
        <p:txBody>
          <a:bodyPr lIns="144000" tIns="144000" rIns="36000" bIns="0" rtlCol="0" anchor="t" anchorCtr="0"/>
          <a:lstStyle/>
          <a:p>
            <a:pPr defTabSz="914400" fontAlgn="base">
              <a:spcBef>
                <a:spcPct val="50000"/>
              </a:spcBef>
              <a:spcAft>
                <a:spcPct val="0"/>
              </a:spcAft>
              <a:buClr>
                <a:srgbClr val="F0AB00"/>
              </a:buClr>
              <a:buSzPct val="80000"/>
            </a:pPr>
            <a:r>
              <a:rPr lang="en-US" sz="700" kern="0">
                <a:solidFill>
                  <a:srgbClr val="12171C"/>
                </a:solidFill>
                <a:latin typeface="72 Brand Medium" panose="020B0504030603020204" pitchFamily="34" charset="0"/>
                <a:ea typeface="Arial Unicode MS" pitchFamily="34" charset="-128"/>
                <a:cs typeface="72" panose="020B0503030000000003" pitchFamily="34" charset="0"/>
              </a:rPr>
              <a:t>Actions</a:t>
            </a:r>
            <a:endParaRPr kumimoji="0" lang="en-US" sz="700" u="none" strike="noStrike" kern="0" cap="none" spc="0" normalizeH="0" baseline="0" noProof="0">
              <a:ln>
                <a:noFill/>
              </a:ln>
              <a:solidFill>
                <a:srgbClr val="12171C"/>
              </a:solidFill>
              <a:effectLst/>
              <a:uLnTx/>
              <a:uFillTx/>
              <a:latin typeface="72 Brand Medium" panose="020B0504030603020204" pitchFamily="34" charset="0"/>
              <a:ea typeface="Arial Unicode MS" pitchFamily="34" charset="-128"/>
              <a:cs typeface="72" panose="020B0503030000000003" pitchFamily="34" charset="0"/>
            </a:endParaRPr>
          </a:p>
        </p:txBody>
      </p:sp>
      <p:sp>
        <p:nvSpPr>
          <p:cNvPr id="29" name="Gefaltete Ecke 8">
            <a:extLst>
              <a:ext uri="{FF2B5EF4-FFF2-40B4-BE49-F238E27FC236}">
                <a16:creationId xmlns:a16="http://schemas.microsoft.com/office/drawing/2014/main" id="{C22732F5-EA51-0719-60EB-AA74B4ADD77D}"/>
              </a:ext>
            </a:extLst>
          </p:cNvPr>
          <p:cNvSpPr>
            <a:spLocks/>
          </p:cNvSpPr>
          <p:nvPr/>
        </p:nvSpPr>
        <p:spPr bwMode="gray">
          <a:xfrm>
            <a:off x="501650" y="3229618"/>
            <a:ext cx="722699" cy="897944"/>
          </a:xfrm>
          <a:prstGeom prst="rect">
            <a:avLst/>
          </a:prstGeom>
          <a:solidFill>
            <a:srgbClr val="EAECEE"/>
          </a:solidFill>
          <a:ln w="25400" algn="ctr">
            <a:noFill/>
            <a:miter lim="800000"/>
            <a:headEnd/>
            <a:tailEnd/>
          </a:ln>
        </p:spPr>
        <p:txBody>
          <a:bodyPr lIns="144000" tIns="144000" rIns="36000" bIns="0" rtlCol="0" anchor="t" anchorCtr="0"/>
          <a:lstStyle/>
          <a:p>
            <a:pPr defTabSz="914400" fontAlgn="base">
              <a:spcBef>
                <a:spcPct val="50000"/>
              </a:spcBef>
              <a:spcAft>
                <a:spcPct val="0"/>
              </a:spcAft>
              <a:buClr>
                <a:srgbClr val="F0AB00"/>
              </a:buClr>
              <a:buSzPct val="80000"/>
            </a:pPr>
            <a:r>
              <a:rPr lang="en-US" sz="700" kern="0">
                <a:solidFill>
                  <a:srgbClr val="12171C"/>
                </a:solidFill>
                <a:latin typeface="72 Brand Medium" panose="020B0504030603020204" pitchFamily="34" charset="0"/>
                <a:ea typeface="Arial Unicode MS" pitchFamily="34" charset="-128"/>
                <a:cs typeface="72" panose="020B0503030000000003" pitchFamily="34" charset="0"/>
              </a:rPr>
              <a:t>Application Logic</a:t>
            </a:r>
            <a:endParaRPr kumimoji="0" lang="en-US" sz="700" u="none" strike="noStrike" kern="0" cap="none" spc="0" normalizeH="0" baseline="0" noProof="0">
              <a:ln>
                <a:noFill/>
              </a:ln>
              <a:solidFill>
                <a:srgbClr val="12171C"/>
              </a:solidFill>
              <a:effectLst/>
              <a:uLnTx/>
              <a:uFillTx/>
              <a:latin typeface="72 Brand Medium" panose="020B0504030603020204" pitchFamily="34" charset="0"/>
              <a:ea typeface="Arial Unicode MS" pitchFamily="34" charset="-128"/>
              <a:cs typeface="72" panose="020B0503030000000003" pitchFamily="34" charset="0"/>
            </a:endParaRPr>
          </a:p>
        </p:txBody>
      </p:sp>
      <p:sp>
        <p:nvSpPr>
          <p:cNvPr id="27" name="Gefaltete Ecke 9">
            <a:extLst>
              <a:ext uri="{FF2B5EF4-FFF2-40B4-BE49-F238E27FC236}">
                <a16:creationId xmlns:a16="http://schemas.microsoft.com/office/drawing/2014/main" id="{1F1E3E44-2C47-729F-C733-B6B3C25EEE01}"/>
              </a:ext>
            </a:extLst>
          </p:cNvPr>
          <p:cNvSpPr>
            <a:spLocks/>
          </p:cNvSpPr>
          <p:nvPr/>
        </p:nvSpPr>
        <p:spPr bwMode="gray">
          <a:xfrm>
            <a:off x="501650" y="4184997"/>
            <a:ext cx="722699" cy="897943"/>
          </a:xfrm>
          <a:prstGeom prst="rect">
            <a:avLst/>
          </a:prstGeom>
          <a:solidFill>
            <a:srgbClr val="EAECEE"/>
          </a:solidFill>
          <a:ln w="25400" algn="ctr">
            <a:noFill/>
            <a:miter lim="800000"/>
            <a:headEnd/>
            <a:tailEnd/>
          </a:ln>
        </p:spPr>
        <p:txBody>
          <a:bodyPr lIns="144000" tIns="144000" rIns="36000" bIns="0" rtlCol="0" anchor="t" anchorCtr="0"/>
          <a:lstStyle/>
          <a:p>
            <a:pPr defTabSz="914400" fontAlgn="base">
              <a:spcBef>
                <a:spcPct val="50000"/>
              </a:spcBef>
              <a:spcAft>
                <a:spcPct val="0"/>
              </a:spcAft>
              <a:buClr>
                <a:srgbClr val="F0AB00"/>
              </a:buClr>
              <a:buSzPct val="80000"/>
            </a:pPr>
            <a:r>
              <a:rPr lang="en-US" sz="700" kern="0">
                <a:solidFill>
                  <a:srgbClr val="12171C"/>
                </a:solidFill>
                <a:latin typeface="72 Brand Medium" panose="020B0504030603020204" pitchFamily="34" charset="0"/>
                <a:ea typeface="Arial Unicode MS" pitchFamily="34" charset="-128"/>
                <a:cs typeface="72" panose="020B0503030000000003" pitchFamily="34" charset="0"/>
              </a:rPr>
              <a:t>System</a:t>
            </a:r>
            <a:endParaRPr kumimoji="0" lang="en-US" sz="700" u="none" strike="noStrike" kern="0" cap="none" spc="0" normalizeH="0" baseline="0" noProof="0" err="1">
              <a:ln>
                <a:noFill/>
              </a:ln>
              <a:solidFill>
                <a:srgbClr val="12171C"/>
              </a:solidFill>
              <a:effectLst/>
              <a:uLnTx/>
              <a:uFillTx/>
              <a:latin typeface="72 Brand Medium" panose="020B0504030603020204" pitchFamily="34" charset="0"/>
              <a:ea typeface="Arial Unicode MS" pitchFamily="34" charset="-128"/>
              <a:cs typeface="72" panose="020B0503030000000003" pitchFamily="34" charset="0"/>
            </a:endParaRPr>
          </a:p>
        </p:txBody>
      </p:sp>
      <p:sp>
        <p:nvSpPr>
          <p:cNvPr id="25" name="Gefaltete Ecke 10">
            <a:extLst>
              <a:ext uri="{FF2B5EF4-FFF2-40B4-BE49-F238E27FC236}">
                <a16:creationId xmlns:a16="http://schemas.microsoft.com/office/drawing/2014/main" id="{4C9C0570-C49C-7BE3-892B-3F826C251851}"/>
              </a:ext>
            </a:extLst>
          </p:cNvPr>
          <p:cNvSpPr>
            <a:spLocks/>
          </p:cNvSpPr>
          <p:nvPr/>
        </p:nvSpPr>
        <p:spPr bwMode="gray">
          <a:xfrm>
            <a:off x="501650" y="5140375"/>
            <a:ext cx="722699" cy="897943"/>
          </a:xfrm>
          <a:prstGeom prst="rect">
            <a:avLst/>
          </a:prstGeom>
          <a:solidFill>
            <a:srgbClr val="EAECEE"/>
          </a:solidFill>
          <a:ln w="25400" algn="ctr">
            <a:noFill/>
            <a:miter lim="800000"/>
            <a:headEnd/>
            <a:tailEnd/>
          </a:ln>
        </p:spPr>
        <p:txBody>
          <a:bodyPr lIns="144000" tIns="144000" rIns="36000" bIns="0" rtlCol="0" anchor="t" anchorCtr="0"/>
          <a:lstStyle/>
          <a:p>
            <a:pPr defTabSz="914400" fontAlgn="base">
              <a:spcBef>
                <a:spcPct val="50000"/>
              </a:spcBef>
              <a:spcAft>
                <a:spcPct val="0"/>
              </a:spcAft>
              <a:buClr>
                <a:srgbClr val="F0AB00"/>
              </a:buClr>
              <a:buSzPct val="80000"/>
            </a:pPr>
            <a:r>
              <a:rPr lang="en-US" sz="700" kern="0">
                <a:solidFill>
                  <a:srgbClr val="12171C"/>
                </a:solidFill>
                <a:latin typeface="72 Brand Medium" panose="020B0504030603020204" pitchFamily="34" charset="0"/>
                <a:ea typeface="Arial Unicode MS" pitchFamily="34" charset="-128"/>
                <a:cs typeface="72" panose="020B0503030000000003" pitchFamily="34" charset="0"/>
              </a:rPr>
              <a:t>Required </a:t>
            </a:r>
            <a:br>
              <a:rPr lang="en-US" sz="700" kern="0">
                <a:solidFill>
                  <a:srgbClr val="12171C"/>
                </a:solidFill>
                <a:latin typeface="72 Brand Medium" panose="020B0504030603020204" pitchFamily="34" charset="0"/>
                <a:ea typeface="Arial Unicode MS" pitchFamily="34" charset="-128"/>
                <a:cs typeface="72" panose="020B0503030000000003" pitchFamily="34" charset="0"/>
              </a:rPr>
            </a:br>
            <a:r>
              <a:rPr lang="en-US" sz="700" kern="0">
                <a:solidFill>
                  <a:srgbClr val="12171C"/>
                </a:solidFill>
                <a:latin typeface="72 Brand Medium" panose="020B0504030603020204" pitchFamily="34" charset="0"/>
                <a:ea typeface="Arial Unicode MS" pitchFamily="34" charset="-128"/>
                <a:cs typeface="72" panose="020B0503030000000003" pitchFamily="34" charset="0"/>
              </a:rPr>
              <a:t>Data</a:t>
            </a:r>
            <a:endParaRPr kumimoji="0" lang="en-US" sz="700" u="none" strike="noStrike" kern="0" cap="none" spc="0" normalizeH="0" baseline="0" noProof="0">
              <a:ln>
                <a:noFill/>
              </a:ln>
              <a:solidFill>
                <a:srgbClr val="12171C"/>
              </a:solidFill>
              <a:effectLst/>
              <a:uLnTx/>
              <a:uFillTx/>
              <a:latin typeface="72 Brand Medium" panose="020B0504030603020204" pitchFamily="34" charset="0"/>
              <a:ea typeface="Arial Unicode MS" pitchFamily="34" charset="-128"/>
              <a:cs typeface="72" panose="020B0503030000000003" pitchFamily="34" charset="0"/>
            </a:endParaRPr>
          </a:p>
        </p:txBody>
      </p:sp>
      <p:sp>
        <p:nvSpPr>
          <p:cNvPr id="26" name="Gefaltete Ecke 6">
            <a:extLst>
              <a:ext uri="{FF2B5EF4-FFF2-40B4-BE49-F238E27FC236}">
                <a16:creationId xmlns:a16="http://schemas.microsoft.com/office/drawing/2014/main" id="{6CB0E687-F274-BEF9-EAA0-5FAF8E12424C}"/>
              </a:ext>
            </a:extLst>
          </p:cNvPr>
          <p:cNvSpPr/>
          <p:nvPr/>
        </p:nvSpPr>
        <p:spPr bwMode="gray">
          <a:xfrm>
            <a:off x="501650" y="5140907"/>
            <a:ext cx="58853" cy="896917"/>
          </a:xfrm>
          <a:prstGeom prst="rect">
            <a:avLst/>
          </a:prstGeom>
          <a:solidFill>
            <a:srgbClr val="7858FF"/>
          </a:solidFill>
          <a:ln w="25400" algn="ctr">
            <a:noFill/>
            <a:miter lim="800000"/>
            <a:headEnd/>
            <a:tailEnd/>
          </a:ln>
        </p:spPr>
        <p:txBody>
          <a:bodyPr lIns="144000" tIns="108000" rIns="108000" bIns="0" rtlCol="0" anchor="t" anchorCtr="0"/>
          <a:lstStyle/>
          <a:p>
            <a:pPr lvl="0" defTabSz="1088558">
              <a:defRPr/>
            </a:pPr>
            <a:endParaRPr lang="en-US" sz="700">
              <a:latin typeface="72 Brand" panose="020B0504030603020204" pitchFamily="34" charset="0"/>
              <a:cs typeface="72" panose="020B0503030000000003" pitchFamily="34" charset="0"/>
            </a:endParaRPr>
          </a:p>
        </p:txBody>
      </p:sp>
      <p:grpSp>
        <p:nvGrpSpPr>
          <p:cNvPr id="9" name="Group 8">
            <a:extLst>
              <a:ext uri="{FF2B5EF4-FFF2-40B4-BE49-F238E27FC236}">
                <a16:creationId xmlns:a16="http://schemas.microsoft.com/office/drawing/2014/main" id="{9736DBBA-6E78-3E02-3E13-50D40CAEE612}"/>
              </a:ext>
            </a:extLst>
          </p:cNvPr>
          <p:cNvGrpSpPr/>
          <p:nvPr/>
        </p:nvGrpSpPr>
        <p:grpSpPr>
          <a:xfrm>
            <a:off x="1485927" y="2273213"/>
            <a:ext cx="1492147" cy="900000"/>
            <a:chOff x="1485927" y="2273213"/>
            <a:chExt cx="1492147" cy="900000"/>
          </a:xfrm>
        </p:grpSpPr>
        <p:sp>
          <p:nvSpPr>
            <p:cNvPr id="197" name="Gefaltete Ecke 6">
              <a:extLst>
                <a:ext uri="{FF2B5EF4-FFF2-40B4-BE49-F238E27FC236}">
                  <a16:creationId xmlns:a16="http://schemas.microsoft.com/office/drawing/2014/main" id="{01FFD4AF-DD9C-BC34-D954-AD5271D14F4F}"/>
                </a:ext>
              </a:extLst>
            </p:cNvPr>
            <p:cNvSpPr/>
            <p:nvPr/>
          </p:nvSpPr>
          <p:spPr bwMode="gray">
            <a:xfrm>
              <a:off x="1526191" y="2274242"/>
              <a:ext cx="1451883" cy="898971"/>
            </a:xfrm>
            <a:prstGeom prst="rect">
              <a:avLst/>
            </a:prstGeom>
            <a:solidFill>
              <a:srgbClr val="EAECEE"/>
            </a:solidFill>
            <a:ln w="25400" algn="ctr">
              <a:noFill/>
              <a:miter lim="800000"/>
              <a:headEnd/>
              <a:tailEnd/>
            </a:ln>
          </p:spPr>
          <p:txBody>
            <a:bodyPr lIns="36000" tIns="72000" rIns="36000" bIns="0" rtlCol="0" anchor="ctr" anchorCtr="0"/>
            <a:lstStyle/>
            <a:p>
              <a:pPr algn="ctr" defTabSz="1088558">
                <a:defRPr/>
              </a:pPr>
              <a:r>
                <a:rPr lang="en-US" sz="1050" dirty="0">
                  <a:latin typeface="72 Brand" panose="020B0504030603020204" pitchFamily="34" charset="0"/>
                  <a:cs typeface="Arial" panose="020B0604020202020204" pitchFamily="34" charset="0"/>
                </a:rPr>
                <a:t>Sales manager enters free-text message to buyer</a:t>
              </a:r>
            </a:p>
          </p:txBody>
        </p:sp>
        <p:sp>
          <p:nvSpPr>
            <p:cNvPr id="196" name="Gefaltete Ecke 6">
              <a:extLst>
                <a:ext uri="{FF2B5EF4-FFF2-40B4-BE49-F238E27FC236}">
                  <a16:creationId xmlns:a16="http://schemas.microsoft.com/office/drawing/2014/main" id="{7954680F-4175-04C6-AB81-68494A6CE626}"/>
                </a:ext>
              </a:extLst>
            </p:cNvPr>
            <p:cNvSpPr/>
            <p:nvPr/>
          </p:nvSpPr>
          <p:spPr bwMode="gray">
            <a:xfrm>
              <a:off x="1485927" y="2273213"/>
              <a:ext cx="45125" cy="898971"/>
            </a:xfrm>
            <a:prstGeom prst="rect">
              <a:avLst/>
            </a:prstGeom>
            <a:solidFill>
              <a:srgbClr val="97DD40"/>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grpSp>
      <p:sp>
        <p:nvSpPr>
          <p:cNvPr id="194" name="Gefaltete Ecke 6">
            <a:extLst>
              <a:ext uri="{FF2B5EF4-FFF2-40B4-BE49-F238E27FC236}">
                <a16:creationId xmlns:a16="http://schemas.microsoft.com/office/drawing/2014/main" id="{B70527EB-B1E4-8101-4CA4-F56605C2FCAB}"/>
              </a:ext>
            </a:extLst>
          </p:cNvPr>
          <p:cNvSpPr/>
          <p:nvPr/>
        </p:nvSpPr>
        <p:spPr bwMode="gray">
          <a:xfrm>
            <a:off x="3053780" y="2273213"/>
            <a:ext cx="45125" cy="898971"/>
          </a:xfrm>
          <a:prstGeom prst="rect">
            <a:avLst/>
          </a:prstGeom>
          <a:solidFill>
            <a:srgbClr val="97DD40"/>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248" name="Gefaltete Ecke 6">
            <a:extLst>
              <a:ext uri="{FF2B5EF4-FFF2-40B4-BE49-F238E27FC236}">
                <a16:creationId xmlns:a16="http://schemas.microsoft.com/office/drawing/2014/main" id="{8EFE071D-0DA1-4F12-5757-449620D14FEC}"/>
              </a:ext>
            </a:extLst>
          </p:cNvPr>
          <p:cNvSpPr/>
          <p:nvPr/>
        </p:nvSpPr>
        <p:spPr bwMode="gray">
          <a:xfrm>
            <a:off x="4992834" y="2273213"/>
            <a:ext cx="45125" cy="898971"/>
          </a:xfrm>
          <a:prstGeom prst="rect">
            <a:avLst/>
          </a:prstGeom>
          <a:solidFill>
            <a:srgbClr val="97DD40"/>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273" name="Gefaltete Ecke 6">
            <a:extLst>
              <a:ext uri="{FF2B5EF4-FFF2-40B4-BE49-F238E27FC236}">
                <a16:creationId xmlns:a16="http://schemas.microsoft.com/office/drawing/2014/main" id="{B0BA228C-F57D-51F5-FA5E-BD8D7D2E1A4D}"/>
              </a:ext>
            </a:extLst>
          </p:cNvPr>
          <p:cNvSpPr/>
          <p:nvPr/>
        </p:nvSpPr>
        <p:spPr bwMode="gray">
          <a:xfrm>
            <a:off x="8501347" y="2273213"/>
            <a:ext cx="45125" cy="898971"/>
          </a:xfrm>
          <a:prstGeom prst="rect">
            <a:avLst/>
          </a:prstGeom>
          <a:solidFill>
            <a:srgbClr val="97DD40"/>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32" name="Gefaltete Ecke 6">
            <a:extLst>
              <a:ext uri="{FF2B5EF4-FFF2-40B4-BE49-F238E27FC236}">
                <a16:creationId xmlns:a16="http://schemas.microsoft.com/office/drawing/2014/main" id="{98C546E6-77CD-7A86-5E2A-81AD00F68490}"/>
              </a:ext>
            </a:extLst>
          </p:cNvPr>
          <p:cNvSpPr/>
          <p:nvPr/>
        </p:nvSpPr>
        <p:spPr bwMode="gray">
          <a:xfrm>
            <a:off x="501650" y="2273213"/>
            <a:ext cx="58853" cy="897944"/>
          </a:xfrm>
          <a:prstGeom prst="rect">
            <a:avLst/>
          </a:prstGeom>
          <a:solidFill>
            <a:srgbClr val="97DD40"/>
          </a:solidFill>
          <a:ln w="25400" algn="ctr">
            <a:noFill/>
            <a:miter lim="800000"/>
            <a:headEnd/>
            <a:tailEnd/>
          </a:ln>
        </p:spPr>
        <p:txBody>
          <a:bodyPr lIns="144000" tIns="108000" rIns="108000" bIns="0" rtlCol="0" anchor="t" anchorCtr="0"/>
          <a:lstStyle/>
          <a:p>
            <a:pPr lvl="0" defTabSz="1088558">
              <a:defRPr/>
            </a:pPr>
            <a:endParaRPr lang="en-US" sz="700">
              <a:latin typeface="72 Brand" panose="020B0504030603020204" pitchFamily="34" charset="0"/>
              <a:cs typeface="72" panose="020B0503030000000003" pitchFamily="34" charset="0"/>
            </a:endParaRPr>
          </a:p>
        </p:txBody>
      </p:sp>
      <p:sp>
        <p:nvSpPr>
          <p:cNvPr id="190" name="Gefaltete Ecke 6">
            <a:extLst>
              <a:ext uri="{FF2B5EF4-FFF2-40B4-BE49-F238E27FC236}">
                <a16:creationId xmlns:a16="http://schemas.microsoft.com/office/drawing/2014/main" id="{CFBDCF17-2610-2E90-6512-65C4E8873461}"/>
              </a:ext>
            </a:extLst>
          </p:cNvPr>
          <p:cNvSpPr/>
          <p:nvPr/>
        </p:nvSpPr>
        <p:spPr bwMode="gray">
          <a:xfrm>
            <a:off x="3053780" y="3229618"/>
            <a:ext cx="45125" cy="898971"/>
          </a:xfrm>
          <a:prstGeom prst="rect">
            <a:avLst/>
          </a:prstGeom>
          <a:solidFill>
            <a:srgbClr val="FFC933"/>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244" name="Gefaltete Ecke 6">
            <a:extLst>
              <a:ext uri="{FF2B5EF4-FFF2-40B4-BE49-F238E27FC236}">
                <a16:creationId xmlns:a16="http://schemas.microsoft.com/office/drawing/2014/main" id="{0DC08160-E171-DEF4-2767-4830C68CA2BA}"/>
              </a:ext>
            </a:extLst>
          </p:cNvPr>
          <p:cNvSpPr/>
          <p:nvPr/>
        </p:nvSpPr>
        <p:spPr bwMode="gray">
          <a:xfrm>
            <a:off x="4992834" y="3229618"/>
            <a:ext cx="45125" cy="898971"/>
          </a:xfrm>
          <a:prstGeom prst="rect">
            <a:avLst/>
          </a:prstGeom>
          <a:solidFill>
            <a:srgbClr val="FFC933"/>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242" name="Gefaltete Ecke 6">
            <a:extLst>
              <a:ext uri="{FF2B5EF4-FFF2-40B4-BE49-F238E27FC236}">
                <a16:creationId xmlns:a16="http://schemas.microsoft.com/office/drawing/2014/main" id="{B6D8888A-376E-5611-14D2-1DA75501A59A}"/>
              </a:ext>
            </a:extLst>
          </p:cNvPr>
          <p:cNvSpPr/>
          <p:nvPr/>
        </p:nvSpPr>
        <p:spPr bwMode="gray">
          <a:xfrm>
            <a:off x="6560687" y="3229618"/>
            <a:ext cx="45125" cy="898971"/>
          </a:xfrm>
          <a:prstGeom prst="rect">
            <a:avLst/>
          </a:prstGeom>
          <a:solidFill>
            <a:srgbClr val="FFC933"/>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269" name="Gefaltete Ecke 6">
            <a:extLst>
              <a:ext uri="{FF2B5EF4-FFF2-40B4-BE49-F238E27FC236}">
                <a16:creationId xmlns:a16="http://schemas.microsoft.com/office/drawing/2014/main" id="{1D9463AF-4E1B-57AA-68FC-E4CE5EF915CA}"/>
              </a:ext>
            </a:extLst>
          </p:cNvPr>
          <p:cNvSpPr/>
          <p:nvPr/>
        </p:nvSpPr>
        <p:spPr bwMode="gray">
          <a:xfrm>
            <a:off x="8501347" y="3229618"/>
            <a:ext cx="45125" cy="898971"/>
          </a:xfrm>
          <a:prstGeom prst="rect">
            <a:avLst/>
          </a:prstGeom>
          <a:solidFill>
            <a:srgbClr val="FFC933"/>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267" name="Gefaltete Ecke 6">
            <a:extLst>
              <a:ext uri="{FF2B5EF4-FFF2-40B4-BE49-F238E27FC236}">
                <a16:creationId xmlns:a16="http://schemas.microsoft.com/office/drawing/2014/main" id="{63302C4E-4ACE-AB56-FFDB-81C0E02FE8F0}"/>
              </a:ext>
            </a:extLst>
          </p:cNvPr>
          <p:cNvSpPr/>
          <p:nvPr/>
        </p:nvSpPr>
        <p:spPr bwMode="gray">
          <a:xfrm>
            <a:off x="10069200" y="3229618"/>
            <a:ext cx="45125" cy="898971"/>
          </a:xfrm>
          <a:prstGeom prst="rect">
            <a:avLst/>
          </a:prstGeom>
          <a:solidFill>
            <a:srgbClr val="FFC933"/>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30" name="Gefaltete Ecke 6">
            <a:extLst>
              <a:ext uri="{FF2B5EF4-FFF2-40B4-BE49-F238E27FC236}">
                <a16:creationId xmlns:a16="http://schemas.microsoft.com/office/drawing/2014/main" id="{5DC5C42E-144A-55A4-DAAD-7DEE34C8FA22}"/>
              </a:ext>
            </a:extLst>
          </p:cNvPr>
          <p:cNvSpPr/>
          <p:nvPr/>
        </p:nvSpPr>
        <p:spPr bwMode="gray">
          <a:xfrm>
            <a:off x="501650" y="3230128"/>
            <a:ext cx="58853" cy="896919"/>
          </a:xfrm>
          <a:prstGeom prst="rect">
            <a:avLst/>
          </a:prstGeom>
          <a:solidFill>
            <a:srgbClr val="FFC933"/>
          </a:solidFill>
          <a:ln w="25400" algn="ctr">
            <a:noFill/>
            <a:miter lim="800000"/>
            <a:headEnd/>
            <a:tailEnd/>
          </a:ln>
        </p:spPr>
        <p:txBody>
          <a:bodyPr lIns="144000" tIns="108000" rIns="108000" bIns="0" rtlCol="0" anchor="t" anchorCtr="0"/>
          <a:lstStyle/>
          <a:p>
            <a:pPr lvl="0" defTabSz="1088558">
              <a:defRPr/>
            </a:pPr>
            <a:endParaRPr lang="en-US" sz="700">
              <a:latin typeface="72 Brand" panose="020B0504030603020204" pitchFamily="34" charset="0"/>
              <a:cs typeface="72" panose="020B0503030000000003" pitchFamily="34" charset="0"/>
            </a:endParaRPr>
          </a:p>
        </p:txBody>
      </p:sp>
      <p:sp>
        <p:nvSpPr>
          <p:cNvPr id="188" name="Gefaltete Ecke 6">
            <a:extLst>
              <a:ext uri="{FF2B5EF4-FFF2-40B4-BE49-F238E27FC236}">
                <a16:creationId xmlns:a16="http://schemas.microsoft.com/office/drawing/2014/main" id="{02D9BB68-4D1D-8517-FC18-89FBA4EC0E29}"/>
              </a:ext>
            </a:extLst>
          </p:cNvPr>
          <p:cNvSpPr/>
          <p:nvPr/>
        </p:nvSpPr>
        <p:spPr bwMode="gray">
          <a:xfrm>
            <a:off x="1485927" y="4186023"/>
            <a:ext cx="45125" cy="898971"/>
          </a:xfrm>
          <a:prstGeom prst="rect">
            <a:avLst/>
          </a:prstGeom>
          <a:solidFill>
            <a:srgbClr val="1B90FF"/>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186" name="Gefaltete Ecke 6">
            <a:extLst>
              <a:ext uri="{FF2B5EF4-FFF2-40B4-BE49-F238E27FC236}">
                <a16:creationId xmlns:a16="http://schemas.microsoft.com/office/drawing/2014/main" id="{6D7C1EAA-B3E6-2C51-D9D7-F42F6CE1B8FE}"/>
              </a:ext>
            </a:extLst>
          </p:cNvPr>
          <p:cNvSpPr/>
          <p:nvPr/>
        </p:nvSpPr>
        <p:spPr bwMode="gray">
          <a:xfrm>
            <a:off x="3053780" y="4186023"/>
            <a:ext cx="45125" cy="898971"/>
          </a:xfrm>
          <a:prstGeom prst="rect">
            <a:avLst/>
          </a:prstGeom>
          <a:solidFill>
            <a:srgbClr val="1B90FF"/>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28" name="Gefaltete Ecke 6">
            <a:extLst>
              <a:ext uri="{FF2B5EF4-FFF2-40B4-BE49-F238E27FC236}">
                <a16:creationId xmlns:a16="http://schemas.microsoft.com/office/drawing/2014/main" id="{3B37B33C-90D4-4855-B1FC-11EAB570B02F}"/>
              </a:ext>
            </a:extLst>
          </p:cNvPr>
          <p:cNvSpPr/>
          <p:nvPr/>
        </p:nvSpPr>
        <p:spPr bwMode="gray">
          <a:xfrm>
            <a:off x="502344" y="4185517"/>
            <a:ext cx="58853" cy="896917"/>
          </a:xfrm>
          <a:prstGeom prst="rect">
            <a:avLst/>
          </a:prstGeom>
          <a:solidFill>
            <a:srgbClr val="1B90FF"/>
          </a:solidFill>
          <a:ln w="25400" algn="ctr">
            <a:noFill/>
            <a:miter lim="800000"/>
            <a:headEnd/>
            <a:tailEnd/>
          </a:ln>
        </p:spPr>
        <p:txBody>
          <a:bodyPr lIns="144000" tIns="108000" rIns="108000" bIns="0" rtlCol="0" anchor="t" anchorCtr="0"/>
          <a:lstStyle/>
          <a:p>
            <a:pPr lvl="0" defTabSz="1088558">
              <a:defRPr/>
            </a:pPr>
            <a:endParaRPr lang="en-US" sz="700">
              <a:latin typeface="72 Brand" panose="020B0504030603020204" pitchFamily="34" charset="0"/>
              <a:cs typeface="72" panose="020B0503030000000003" pitchFamily="34" charset="0"/>
            </a:endParaRPr>
          </a:p>
        </p:txBody>
      </p:sp>
      <p:sp>
        <p:nvSpPr>
          <p:cNvPr id="10" name="Rounded Rectangle 2">
            <a:extLst>
              <a:ext uri="{FF2B5EF4-FFF2-40B4-BE49-F238E27FC236}">
                <a16:creationId xmlns:a16="http://schemas.microsoft.com/office/drawing/2014/main" id="{71890085-8DAC-AA80-898C-EE7144580CCF}"/>
              </a:ext>
            </a:extLst>
          </p:cNvPr>
          <p:cNvSpPr/>
          <p:nvPr/>
        </p:nvSpPr>
        <p:spPr bwMode="gray">
          <a:xfrm>
            <a:off x="4992834" y="974710"/>
            <a:ext cx="3060000" cy="227442"/>
          </a:xfrm>
          <a:prstGeom prst="roundRect">
            <a:avLst>
              <a:gd name="adj" fmla="val 21664"/>
            </a:avLst>
          </a:prstGeom>
          <a:solidFill>
            <a:srgbClr val="36A41D"/>
          </a:solidFill>
          <a:ln w="19050" cap="rnd" cmpd="sng">
            <a:noFill/>
            <a:headEnd/>
            <a:tailEnd/>
          </a:ln>
          <a:effectLst/>
        </p:spPr>
        <p:style>
          <a:lnRef idx="3">
            <a:schemeClr val="lt1"/>
          </a:lnRef>
          <a:fillRef idx="1">
            <a:schemeClr val="accent6"/>
          </a:fillRef>
          <a:effectRef idx="1">
            <a:schemeClr val="accent6"/>
          </a:effectRef>
          <a:fontRef idx="minor">
            <a:schemeClr val="lt1"/>
          </a:fontRef>
        </p:style>
        <p:txBody>
          <a:bodyPr wrap="square" lIns="0" tIns="0" rIns="0" bIns="0" rtlCol="0" anchor="ctr">
            <a:noAutofit/>
          </a:bodyPr>
          <a:lstStyle/>
          <a:p>
            <a:pPr algn="ctr" fontAlgn="base">
              <a:spcBef>
                <a:spcPct val="50000"/>
              </a:spcBef>
              <a:spcAft>
                <a:spcPct val="0"/>
              </a:spcAft>
              <a:buClr>
                <a:srgbClr val="F0AB00"/>
              </a:buClr>
              <a:buSzPct val="80000"/>
            </a:pPr>
            <a:r>
              <a:rPr lang="en-US" sz="1000" kern="0" dirty="0">
                <a:solidFill>
                  <a:schemeClr val="bg1"/>
                </a:solidFill>
                <a:latin typeface="72 Brand" panose="020B0504030603020204" pitchFamily="34" charset="0"/>
                <a:ea typeface="Arial Unicode MS" pitchFamily="34" charset="-128"/>
                <a:cs typeface="Arial Unicode MS" pitchFamily="34" charset="-128"/>
                <a:sym typeface="Arial"/>
              </a:rPr>
              <a:t>Exercise 1.3</a:t>
            </a:r>
          </a:p>
        </p:txBody>
      </p:sp>
      <p:sp>
        <p:nvSpPr>
          <p:cNvPr id="11" name="Rounded Rectangle 2">
            <a:extLst>
              <a:ext uri="{FF2B5EF4-FFF2-40B4-BE49-F238E27FC236}">
                <a16:creationId xmlns:a16="http://schemas.microsoft.com/office/drawing/2014/main" id="{82E5095A-25A2-5D29-AFD2-EB9010ADB1AB}"/>
              </a:ext>
            </a:extLst>
          </p:cNvPr>
          <p:cNvSpPr/>
          <p:nvPr/>
        </p:nvSpPr>
        <p:spPr bwMode="gray">
          <a:xfrm>
            <a:off x="8501347" y="974710"/>
            <a:ext cx="3060000" cy="227442"/>
          </a:xfrm>
          <a:prstGeom prst="roundRect">
            <a:avLst>
              <a:gd name="adj" fmla="val 21664"/>
            </a:avLst>
          </a:prstGeom>
          <a:solidFill>
            <a:srgbClr val="36A41D"/>
          </a:solidFill>
          <a:ln w="19050" cap="rnd" cmpd="sng">
            <a:noFill/>
            <a:headEnd/>
            <a:tailEnd/>
          </a:ln>
          <a:effectLst/>
        </p:spPr>
        <p:style>
          <a:lnRef idx="3">
            <a:schemeClr val="lt1"/>
          </a:lnRef>
          <a:fillRef idx="1">
            <a:schemeClr val="accent6"/>
          </a:fillRef>
          <a:effectRef idx="1">
            <a:schemeClr val="accent6"/>
          </a:effectRef>
          <a:fontRef idx="minor">
            <a:schemeClr val="lt1"/>
          </a:fontRef>
        </p:style>
        <p:txBody>
          <a:bodyPr wrap="square" lIns="0" tIns="0" rIns="0" bIns="0" rtlCol="0" anchor="ctr">
            <a:noAutofit/>
          </a:bodyPr>
          <a:lstStyle/>
          <a:p>
            <a:pPr algn="ctr" fontAlgn="base">
              <a:spcBef>
                <a:spcPct val="50000"/>
              </a:spcBef>
              <a:spcAft>
                <a:spcPct val="0"/>
              </a:spcAft>
              <a:buClr>
                <a:srgbClr val="F0AB00"/>
              </a:buClr>
              <a:buSzPct val="80000"/>
            </a:pPr>
            <a:r>
              <a:rPr lang="en-US" sz="1000" kern="0" dirty="0">
                <a:solidFill>
                  <a:schemeClr val="bg1"/>
                </a:solidFill>
                <a:latin typeface="72 Brand" panose="020B0504030603020204" pitchFamily="34" charset="0"/>
                <a:ea typeface="Arial Unicode MS" pitchFamily="34" charset="-128"/>
                <a:cs typeface="Arial Unicode MS" pitchFamily="34" charset="-128"/>
                <a:sym typeface="Arial"/>
              </a:rPr>
              <a:t>Exercise 1.4</a:t>
            </a:r>
          </a:p>
        </p:txBody>
      </p:sp>
      <p:sp>
        <p:nvSpPr>
          <p:cNvPr id="13" name="Rounded Rectangle 2">
            <a:extLst>
              <a:ext uri="{FF2B5EF4-FFF2-40B4-BE49-F238E27FC236}">
                <a16:creationId xmlns:a16="http://schemas.microsoft.com/office/drawing/2014/main" id="{43DD9565-3A80-A12B-4BFC-74F078B85169}"/>
              </a:ext>
            </a:extLst>
          </p:cNvPr>
          <p:cNvSpPr/>
          <p:nvPr/>
        </p:nvSpPr>
        <p:spPr bwMode="gray">
          <a:xfrm>
            <a:off x="1484319" y="974710"/>
            <a:ext cx="3061607" cy="227442"/>
          </a:xfrm>
          <a:prstGeom prst="roundRect">
            <a:avLst>
              <a:gd name="adj" fmla="val 21664"/>
            </a:avLst>
          </a:prstGeom>
          <a:solidFill>
            <a:srgbClr val="36A41D"/>
          </a:solidFill>
          <a:ln w="19050" cap="rnd" cmpd="sng">
            <a:noFill/>
            <a:headEnd/>
            <a:tailEnd/>
          </a:ln>
          <a:effectLst/>
        </p:spPr>
        <p:style>
          <a:lnRef idx="3">
            <a:schemeClr val="lt1"/>
          </a:lnRef>
          <a:fillRef idx="1">
            <a:schemeClr val="accent6"/>
          </a:fillRef>
          <a:effectRef idx="1">
            <a:schemeClr val="accent6"/>
          </a:effectRef>
          <a:fontRef idx="minor">
            <a:schemeClr val="lt1"/>
          </a:fontRef>
        </p:style>
        <p:txBody>
          <a:bodyPr wrap="square" lIns="0" tIns="0" rIns="0" bIns="0" rtlCol="0" anchor="ctr">
            <a:noAutofit/>
          </a:bodyPr>
          <a:lstStyle/>
          <a:p>
            <a:pPr algn="ctr" fontAlgn="base">
              <a:spcBef>
                <a:spcPct val="50000"/>
              </a:spcBef>
              <a:spcAft>
                <a:spcPct val="0"/>
              </a:spcAft>
              <a:buClr>
                <a:srgbClr val="F0AB00"/>
              </a:buClr>
              <a:buSzPct val="80000"/>
            </a:pPr>
            <a:r>
              <a:rPr lang="en-US" sz="1000" kern="0" dirty="0">
                <a:solidFill>
                  <a:schemeClr val="bg1"/>
                </a:solidFill>
                <a:latin typeface="72 Brand" panose="020B0504030603020204" pitchFamily="34" charset="0"/>
                <a:ea typeface="Arial Unicode MS" pitchFamily="34" charset="-128"/>
                <a:cs typeface="Arial Unicode MS" pitchFamily="34" charset="-128"/>
                <a:sym typeface="Arial"/>
              </a:rPr>
              <a:t>Exercise 1.2</a:t>
            </a:r>
          </a:p>
        </p:txBody>
      </p:sp>
    </p:spTree>
    <p:extLst>
      <p:ext uri="{BB962C8B-B14F-4D97-AF65-F5344CB8AC3E}">
        <p14:creationId xmlns:p14="http://schemas.microsoft.com/office/powerpoint/2010/main" val="99341143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1D7100-D19A-39B8-60B3-756A5BF1B9FD}"/>
            </a:ext>
          </a:extLst>
        </p:cNvPr>
        <p:cNvGrpSpPr/>
        <p:nvPr/>
      </p:nvGrpSpPr>
      <p:grpSpPr>
        <a:xfrm>
          <a:off x="0" y="0"/>
          <a:ext cx="0" cy="0"/>
          <a:chOff x="0" y="0"/>
          <a:chExt cx="0" cy="0"/>
        </a:xfrm>
      </p:grpSpPr>
      <p:sp>
        <p:nvSpPr>
          <p:cNvPr id="12" name="Titel 11">
            <a:extLst>
              <a:ext uri="{FF2B5EF4-FFF2-40B4-BE49-F238E27FC236}">
                <a16:creationId xmlns:a16="http://schemas.microsoft.com/office/drawing/2014/main" id="{6B1933A1-BC82-B5FC-8B5E-E664A468C13D}"/>
              </a:ext>
            </a:extLst>
          </p:cNvPr>
          <p:cNvSpPr>
            <a:spLocks noGrp="1"/>
          </p:cNvSpPr>
          <p:nvPr>
            <p:ph type="title"/>
          </p:nvPr>
        </p:nvSpPr>
        <p:spPr>
          <a:xfrm>
            <a:off x="504001" y="504000"/>
            <a:ext cx="11186476" cy="1231106"/>
          </a:xfrm>
        </p:spPr>
        <p:txBody>
          <a:bodyPr/>
          <a:lstStyle/>
          <a:p>
            <a:r>
              <a:rPr lang="en-US" sz="2000" dirty="0"/>
              <a:t>Extension Technology per Extension Task Mapping – Scene 04 Sales Order post into Cloud ERP</a:t>
            </a:r>
            <a:br>
              <a:rPr lang="en-US" sz="2000" b="1" kern="0" dirty="0">
                <a:highlight>
                  <a:srgbClr val="FF00FF"/>
                </a:highlight>
                <a:latin typeface="72 Brand" panose="020B0504030603020204" pitchFamily="34" charset="0"/>
                <a:ea typeface="Arial Unicode MS" pitchFamily="34" charset="-128"/>
                <a:cs typeface="Arial Unicode MS" pitchFamily="34" charset="-128"/>
              </a:rPr>
            </a:br>
            <a:br>
              <a:rPr lang="en-US" sz="2000" dirty="0"/>
            </a:br>
            <a:br>
              <a:rPr lang="en-US" sz="2000" dirty="0"/>
            </a:br>
            <a:endParaRPr lang="en-US" sz="2000" dirty="0"/>
          </a:p>
        </p:txBody>
      </p:sp>
      <p:sp>
        <p:nvSpPr>
          <p:cNvPr id="171" name="Rechteck 28">
            <a:extLst>
              <a:ext uri="{FF2B5EF4-FFF2-40B4-BE49-F238E27FC236}">
                <a16:creationId xmlns:a16="http://schemas.microsoft.com/office/drawing/2014/main" id="{3C9B4BEC-E4B3-1378-B9E5-E5114573FA60}"/>
              </a:ext>
            </a:extLst>
          </p:cNvPr>
          <p:cNvSpPr/>
          <p:nvPr/>
        </p:nvSpPr>
        <p:spPr bwMode="gray">
          <a:xfrm>
            <a:off x="1340321" y="1254896"/>
            <a:ext cx="3348000" cy="5000248"/>
          </a:xfrm>
          <a:prstGeom prst="roundRect">
            <a:avLst>
              <a:gd name="adj" fmla="val 1619"/>
            </a:avLst>
          </a:prstGeom>
          <a:noFill/>
          <a:ln w="15875" algn="ctr">
            <a:solidFill>
              <a:srgbClr val="A9B4BE"/>
            </a:solidFill>
            <a:miter lim="800000"/>
            <a:headEnd/>
            <a:tailEnd/>
            <a:extLst>
              <a:ext uri="{C807C97D-BFC1-408E-A445-0C87EB9F89A2}">
                <ask:lineSketchStyleProps xmlns:ask="http://schemas.microsoft.com/office/drawing/2018/sketchyshapes" sd="1219033472">
                  <a:custGeom>
                    <a:avLst/>
                    <a:gdLst>
                      <a:gd name="connsiteX0" fmla="*/ 0 w 3384000"/>
                      <a:gd name="connsiteY0" fmla="*/ 0 h 5039142"/>
                      <a:gd name="connsiteX1" fmla="*/ 642960 w 3384000"/>
                      <a:gd name="connsiteY1" fmla="*/ 0 h 5039142"/>
                      <a:gd name="connsiteX2" fmla="*/ 1218240 w 3384000"/>
                      <a:gd name="connsiteY2" fmla="*/ 0 h 5039142"/>
                      <a:gd name="connsiteX3" fmla="*/ 1962720 w 3384000"/>
                      <a:gd name="connsiteY3" fmla="*/ 0 h 5039142"/>
                      <a:gd name="connsiteX4" fmla="*/ 2605680 w 3384000"/>
                      <a:gd name="connsiteY4" fmla="*/ 0 h 5039142"/>
                      <a:gd name="connsiteX5" fmla="*/ 3384000 w 3384000"/>
                      <a:gd name="connsiteY5" fmla="*/ 0 h 5039142"/>
                      <a:gd name="connsiteX6" fmla="*/ 3384000 w 3384000"/>
                      <a:gd name="connsiteY6" fmla="*/ 730676 h 5039142"/>
                      <a:gd name="connsiteX7" fmla="*/ 3384000 w 3384000"/>
                      <a:gd name="connsiteY7" fmla="*/ 1360568 h 5039142"/>
                      <a:gd name="connsiteX8" fmla="*/ 3384000 w 3384000"/>
                      <a:gd name="connsiteY8" fmla="*/ 1990461 h 5039142"/>
                      <a:gd name="connsiteX9" fmla="*/ 3384000 w 3384000"/>
                      <a:gd name="connsiteY9" fmla="*/ 2519571 h 5039142"/>
                      <a:gd name="connsiteX10" fmla="*/ 3384000 w 3384000"/>
                      <a:gd name="connsiteY10" fmla="*/ 3048681 h 5039142"/>
                      <a:gd name="connsiteX11" fmla="*/ 3384000 w 3384000"/>
                      <a:gd name="connsiteY11" fmla="*/ 3678574 h 5039142"/>
                      <a:gd name="connsiteX12" fmla="*/ 3384000 w 3384000"/>
                      <a:gd name="connsiteY12" fmla="*/ 4358858 h 5039142"/>
                      <a:gd name="connsiteX13" fmla="*/ 3384000 w 3384000"/>
                      <a:gd name="connsiteY13" fmla="*/ 5039142 h 5039142"/>
                      <a:gd name="connsiteX14" fmla="*/ 2707200 w 3384000"/>
                      <a:gd name="connsiteY14" fmla="*/ 5039142 h 5039142"/>
                      <a:gd name="connsiteX15" fmla="*/ 2098080 w 3384000"/>
                      <a:gd name="connsiteY15" fmla="*/ 5039142 h 5039142"/>
                      <a:gd name="connsiteX16" fmla="*/ 1421280 w 3384000"/>
                      <a:gd name="connsiteY16" fmla="*/ 5039142 h 5039142"/>
                      <a:gd name="connsiteX17" fmla="*/ 676800 w 3384000"/>
                      <a:gd name="connsiteY17" fmla="*/ 5039142 h 5039142"/>
                      <a:gd name="connsiteX18" fmla="*/ 0 w 3384000"/>
                      <a:gd name="connsiteY18" fmla="*/ 5039142 h 5039142"/>
                      <a:gd name="connsiteX19" fmla="*/ 0 w 3384000"/>
                      <a:gd name="connsiteY19" fmla="*/ 4560424 h 5039142"/>
                      <a:gd name="connsiteX20" fmla="*/ 0 w 3384000"/>
                      <a:gd name="connsiteY20" fmla="*/ 4031314 h 5039142"/>
                      <a:gd name="connsiteX21" fmla="*/ 0 w 3384000"/>
                      <a:gd name="connsiteY21" fmla="*/ 3451812 h 5039142"/>
                      <a:gd name="connsiteX22" fmla="*/ 0 w 3384000"/>
                      <a:gd name="connsiteY22" fmla="*/ 2721137 h 5039142"/>
                      <a:gd name="connsiteX23" fmla="*/ 0 w 3384000"/>
                      <a:gd name="connsiteY23" fmla="*/ 2091244 h 5039142"/>
                      <a:gd name="connsiteX24" fmla="*/ 0 w 3384000"/>
                      <a:gd name="connsiteY24" fmla="*/ 1511743 h 5039142"/>
                      <a:gd name="connsiteX25" fmla="*/ 0 w 3384000"/>
                      <a:gd name="connsiteY25" fmla="*/ 1033024 h 5039142"/>
                      <a:gd name="connsiteX26" fmla="*/ 0 w 3384000"/>
                      <a:gd name="connsiteY26" fmla="*/ 554306 h 5039142"/>
                      <a:gd name="connsiteX27" fmla="*/ 0 w 3384000"/>
                      <a:gd name="connsiteY27" fmla="*/ 0 h 50391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3384000" h="5039142" extrusionOk="0">
                        <a:moveTo>
                          <a:pt x="0" y="0"/>
                        </a:moveTo>
                        <a:cubicBezTo>
                          <a:pt x="271185" y="29039"/>
                          <a:pt x="328782" y="-28129"/>
                          <a:pt x="642960" y="0"/>
                        </a:cubicBezTo>
                        <a:cubicBezTo>
                          <a:pt x="957138" y="28129"/>
                          <a:pt x="1032733" y="9365"/>
                          <a:pt x="1218240" y="0"/>
                        </a:cubicBezTo>
                        <a:cubicBezTo>
                          <a:pt x="1403747" y="-9365"/>
                          <a:pt x="1722595" y="19949"/>
                          <a:pt x="1962720" y="0"/>
                        </a:cubicBezTo>
                        <a:cubicBezTo>
                          <a:pt x="2202845" y="-19949"/>
                          <a:pt x="2294374" y="-15471"/>
                          <a:pt x="2605680" y="0"/>
                        </a:cubicBezTo>
                        <a:cubicBezTo>
                          <a:pt x="2916986" y="15471"/>
                          <a:pt x="3056482" y="-1523"/>
                          <a:pt x="3384000" y="0"/>
                        </a:cubicBezTo>
                        <a:cubicBezTo>
                          <a:pt x="3391804" y="351232"/>
                          <a:pt x="3398473" y="465272"/>
                          <a:pt x="3384000" y="730676"/>
                        </a:cubicBezTo>
                        <a:cubicBezTo>
                          <a:pt x="3369527" y="996080"/>
                          <a:pt x="3364958" y="1100114"/>
                          <a:pt x="3384000" y="1360568"/>
                        </a:cubicBezTo>
                        <a:cubicBezTo>
                          <a:pt x="3403042" y="1621022"/>
                          <a:pt x="3401480" y="1745457"/>
                          <a:pt x="3384000" y="1990461"/>
                        </a:cubicBezTo>
                        <a:cubicBezTo>
                          <a:pt x="3366520" y="2235465"/>
                          <a:pt x="3400781" y="2334793"/>
                          <a:pt x="3384000" y="2519571"/>
                        </a:cubicBezTo>
                        <a:cubicBezTo>
                          <a:pt x="3367220" y="2704349"/>
                          <a:pt x="3395504" y="2938777"/>
                          <a:pt x="3384000" y="3048681"/>
                        </a:cubicBezTo>
                        <a:cubicBezTo>
                          <a:pt x="3372497" y="3158585"/>
                          <a:pt x="3379870" y="3417460"/>
                          <a:pt x="3384000" y="3678574"/>
                        </a:cubicBezTo>
                        <a:cubicBezTo>
                          <a:pt x="3388130" y="3939688"/>
                          <a:pt x="3390425" y="4135215"/>
                          <a:pt x="3384000" y="4358858"/>
                        </a:cubicBezTo>
                        <a:cubicBezTo>
                          <a:pt x="3377575" y="4582501"/>
                          <a:pt x="3393976" y="4724127"/>
                          <a:pt x="3384000" y="5039142"/>
                        </a:cubicBezTo>
                        <a:cubicBezTo>
                          <a:pt x="3046876" y="5050303"/>
                          <a:pt x="2922171" y="5035741"/>
                          <a:pt x="2707200" y="5039142"/>
                        </a:cubicBezTo>
                        <a:cubicBezTo>
                          <a:pt x="2492229" y="5042543"/>
                          <a:pt x="2335721" y="5011483"/>
                          <a:pt x="2098080" y="5039142"/>
                        </a:cubicBezTo>
                        <a:cubicBezTo>
                          <a:pt x="1860439" y="5066801"/>
                          <a:pt x="1648647" y="5069859"/>
                          <a:pt x="1421280" y="5039142"/>
                        </a:cubicBezTo>
                        <a:cubicBezTo>
                          <a:pt x="1193913" y="5008425"/>
                          <a:pt x="980245" y="5075806"/>
                          <a:pt x="676800" y="5039142"/>
                        </a:cubicBezTo>
                        <a:cubicBezTo>
                          <a:pt x="373355" y="5002478"/>
                          <a:pt x="186733" y="5035812"/>
                          <a:pt x="0" y="5039142"/>
                        </a:cubicBezTo>
                        <a:cubicBezTo>
                          <a:pt x="18411" y="4868054"/>
                          <a:pt x="-5364" y="4775031"/>
                          <a:pt x="0" y="4560424"/>
                        </a:cubicBezTo>
                        <a:cubicBezTo>
                          <a:pt x="5364" y="4345817"/>
                          <a:pt x="-22783" y="4255096"/>
                          <a:pt x="0" y="4031314"/>
                        </a:cubicBezTo>
                        <a:cubicBezTo>
                          <a:pt x="22783" y="3807532"/>
                          <a:pt x="-17666" y="3647596"/>
                          <a:pt x="0" y="3451812"/>
                        </a:cubicBezTo>
                        <a:cubicBezTo>
                          <a:pt x="17666" y="3256028"/>
                          <a:pt x="-29825" y="2916710"/>
                          <a:pt x="0" y="2721137"/>
                        </a:cubicBezTo>
                        <a:cubicBezTo>
                          <a:pt x="29825" y="2525565"/>
                          <a:pt x="-727" y="2310220"/>
                          <a:pt x="0" y="2091244"/>
                        </a:cubicBezTo>
                        <a:cubicBezTo>
                          <a:pt x="727" y="1872268"/>
                          <a:pt x="14542" y="1755568"/>
                          <a:pt x="0" y="1511743"/>
                        </a:cubicBezTo>
                        <a:cubicBezTo>
                          <a:pt x="-14542" y="1267918"/>
                          <a:pt x="6462" y="1213297"/>
                          <a:pt x="0" y="1033024"/>
                        </a:cubicBezTo>
                        <a:cubicBezTo>
                          <a:pt x="-6462" y="852751"/>
                          <a:pt x="-17725" y="738390"/>
                          <a:pt x="0" y="554306"/>
                        </a:cubicBezTo>
                        <a:cubicBezTo>
                          <a:pt x="17725" y="370222"/>
                          <a:pt x="-24059" y="115157"/>
                          <a:pt x="0" y="0"/>
                        </a:cubicBezTo>
                        <a:close/>
                      </a:path>
                    </a:pathLst>
                  </a:custGeom>
                  <ask:type>
                    <ask:lineSketchNone/>
                  </ask:type>
                </ask:lineSketchStyleProps>
              </a:ext>
            </a:extLst>
          </a:ln>
        </p:spPr>
        <p:txBody>
          <a:bodyPr lIns="90000" tIns="54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000" b="0" i="0" u="none" strike="noStrike" kern="0" cap="none" spc="0" normalizeH="0" baseline="0" noProof="0">
                <a:ln>
                  <a:noFill/>
                </a:ln>
                <a:solidFill>
                  <a:srgbClr val="12171C"/>
                </a:solidFill>
                <a:effectLst/>
                <a:uLnTx/>
                <a:uFillTx/>
                <a:latin typeface="72 Brand" panose="020B0504030603020204" pitchFamily="34" charset="0"/>
                <a:ea typeface="Arial Unicode MS" pitchFamily="34" charset="-128"/>
                <a:cs typeface="72" panose="020B0503030000000003" pitchFamily="34" charset="0"/>
              </a:rPr>
              <a:t>Phase 1</a:t>
            </a:r>
            <a:endParaRPr kumimoji="0" lang="en-US" sz="1000" b="0" u="none" strike="noStrike" kern="0" cap="none" spc="0" normalizeH="0" baseline="0" noProof="0">
              <a:ln>
                <a:noFill/>
              </a:ln>
              <a:solidFill>
                <a:srgbClr val="12171C"/>
              </a:solidFill>
              <a:effectLst/>
              <a:uLnTx/>
              <a:uFillTx/>
              <a:latin typeface="72 Brand" panose="020B0504030603020204" pitchFamily="34" charset="0"/>
              <a:ea typeface="Arial Unicode MS" pitchFamily="34" charset="-128"/>
              <a:cs typeface="72" panose="020B0503030000000003" pitchFamily="34" charset="0"/>
            </a:endParaRPr>
          </a:p>
        </p:txBody>
      </p:sp>
      <p:sp>
        <p:nvSpPr>
          <p:cNvPr id="172" name="Gefaltete Ecke 13">
            <a:extLst>
              <a:ext uri="{FF2B5EF4-FFF2-40B4-BE49-F238E27FC236}">
                <a16:creationId xmlns:a16="http://schemas.microsoft.com/office/drawing/2014/main" id="{B17C07CE-D4E0-8A3A-76F3-C7974FD75B61}"/>
              </a:ext>
            </a:extLst>
          </p:cNvPr>
          <p:cNvSpPr/>
          <p:nvPr/>
        </p:nvSpPr>
        <p:spPr bwMode="gray">
          <a:xfrm>
            <a:off x="1484320" y="1574264"/>
            <a:ext cx="3061607" cy="634069"/>
          </a:xfrm>
          <a:prstGeom prst="rect">
            <a:avLst/>
          </a:prstGeom>
          <a:solidFill>
            <a:srgbClr val="EAECEE"/>
          </a:solidFill>
          <a:ln w="25400" algn="ctr">
            <a:noFill/>
            <a:miter lim="800000"/>
            <a:headEnd/>
            <a:tailEnd/>
          </a:ln>
        </p:spPr>
        <p:txBody>
          <a:bodyPr lIns="0" tIns="0" rIns="0" bIns="0" rtlCol="0" anchor="ctr" anchorCtr="0"/>
          <a:lstStyle/>
          <a:p>
            <a:pPr algn="ctr" defTabSz="914400" fontAlgn="base">
              <a:spcBef>
                <a:spcPct val="50000"/>
              </a:spcBef>
              <a:spcAft>
                <a:spcPct val="0"/>
              </a:spcAft>
              <a:buClr>
                <a:srgbClr val="F0AB00"/>
              </a:buClr>
              <a:buSzPct val="80000"/>
            </a:pPr>
            <a:r>
              <a:rPr lang="en-US" sz="900" kern="0" dirty="0">
                <a:latin typeface="72 Brand" panose="020B0504030603020204" pitchFamily="34" charset="0"/>
                <a:ea typeface="Arial Unicode MS" pitchFamily="34" charset="-128"/>
                <a:cs typeface="Arial Unicode MS" pitchFamily="34" charset="-128"/>
              </a:rPr>
              <a:t>Scene 04:</a:t>
            </a:r>
          </a:p>
          <a:p>
            <a:pPr algn="ctr" defTabSz="914400" fontAlgn="base">
              <a:spcBef>
                <a:spcPct val="50000"/>
              </a:spcBef>
              <a:spcAft>
                <a:spcPct val="0"/>
              </a:spcAft>
              <a:buClr>
                <a:srgbClr val="F0AB00"/>
              </a:buClr>
              <a:buSzPct val="80000"/>
            </a:pPr>
            <a:r>
              <a:rPr lang="en-US" sz="900" b="1" kern="0" dirty="0">
                <a:latin typeface="72 Brand" panose="020B0504030603020204" pitchFamily="34" charset="0"/>
                <a:ea typeface="Arial Unicode MS" pitchFamily="34" charset="-128"/>
                <a:cs typeface="Arial Unicode MS" pitchFamily="34" charset="-128"/>
              </a:rPr>
              <a:t>Sales Order post into Cloud ERP </a:t>
            </a:r>
          </a:p>
        </p:txBody>
      </p:sp>
      <p:sp>
        <p:nvSpPr>
          <p:cNvPr id="193" name="Gefaltete Ecke 6">
            <a:extLst>
              <a:ext uri="{FF2B5EF4-FFF2-40B4-BE49-F238E27FC236}">
                <a16:creationId xmlns:a16="http://schemas.microsoft.com/office/drawing/2014/main" id="{C8CE3DFD-49DB-BCE8-398A-52ADA6038152}"/>
              </a:ext>
            </a:extLst>
          </p:cNvPr>
          <p:cNvSpPr/>
          <p:nvPr/>
        </p:nvSpPr>
        <p:spPr bwMode="gray">
          <a:xfrm>
            <a:off x="1526191" y="3230647"/>
            <a:ext cx="1451883" cy="898971"/>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Post sales order</a:t>
            </a:r>
          </a:p>
        </p:txBody>
      </p:sp>
      <p:sp>
        <p:nvSpPr>
          <p:cNvPr id="189" name="Gefaltete Ecke 6">
            <a:extLst>
              <a:ext uri="{FF2B5EF4-FFF2-40B4-BE49-F238E27FC236}">
                <a16:creationId xmlns:a16="http://schemas.microsoft.com/office/drawing/2014/main" id="{4A68F9E7-F117-1553-C492-769406E076AD}"/>
              </a:ext>
            </a:extLst>
          </p:cNvPr>
          <p:cNvSpPr/>
          <p:nvPr/>
        </p:nvSpPr>
        <p:spPr bwMode="gray">
          <a:xfrm>
            <a:off x="1526191" y="4187052"/>
            <a:ext cx="1451883" cy="898971"/>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SAP S/4HANA Cloud Public Edition</a:t>
            </a:r>
          </a:p>
        </p:txBody>
      </p:sp>
      <p:sp>
        <p:nvSpPr>
          <p:cNvPr id="184" name="Gefaltete Ecke 6">
            <a:extLst>
              <a:ext uri="{FF2B5EF4-FFF2-40B4-BE49-F238E27FC236}">
                <a16:creationId xmlns:a16="http://schemas.microsoft.com/office/drawing/2014/main" id="{8E2FBAF0-D4F2-D205-3010-0D97DDA95CCD}"/>
              </a:ext>
            </a:extLst>
          </p:cNvPr>
          <p:cNvSpPr/>
          <p:nvPr/>
        </p:nvSpPr>
        <p:spPr bwMode="gray">
          <a:xfrm>
            <a:off x="1485927" y="5142428"/>
            <a:ext cx="45125" cy="898971"/>
          </a:xfrm>
          <a:prstGeom prst="rect">
            <a:avLst/>
          </a:prstGeom>
          <a:solidFill>
            <a:srgbClr val="7858FF"/>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185" name="Gefaltete Ecke 6">
            <a:extLst>
              <a:ext uri="{FF2B5EF4-FFF2-40B4-BE49-F238E27FC236}">
                <a16:creationId xmlns:a16="http://schemas.microsoft.com/office/drawing/2014/main" id="{535FC18E-1916-3A52-0999-ADC195AD64DD}"/>
              </a:ext>
            </a:extLst>
          </p:cNvPr>
          <p:cNvSpPr/>
          <p:nvPr/>
        </p:nvSpPr>
        <p:spPr bwMode="gray">
          <a:xfrm>
            <a:off x="1526191" y="5143457"/>
            <a:ext cx="1451883" cy="898971"/>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Sales order</a:t>
            </a:r>
          </a:p>
        </p:txBody>
      </p:sp>
      <p:sp>
        <p:nvSpPr>
          <p:cNvPr id="198" name="Rechteck 28">
            <a:extLst>
              <a:ext uri="{FF2B5EF4-FFF2-40B4-BE49-F238E27FC236}">
                <a16:creationId xmlns:a16="http://schemas.microsoft.com/office/drawing/2014/main" id="{A9DE1785-58B8-87B9-D725-7A4D43C57A34}"/>
              </a:ext>
            </a:extLst>
          </p:cNvPr>
          <p:cNvSpPr/>
          <p:nvPr/>
        </p:nvSpPr>
        <p:spPr bwMode="gray">
          <a:xfrm>
            <a:off x="4848834" y="1254896"/>
            <a:ext cx="3348000" cy="5000248"/>
          </a:xfrm>
          <a:prstGeom prst="roundRect">
            <a:avLst>
              <a:gd name="adj" fmla="val 1619"/>
            </a:avLst>
          </a:prstGeom>
          <a:noFill/>
          <a:ln w="15875" algn="ctr">
            <a:solidFill>
              <a:srgbClr val="A9B4BE"/>
            </a:solidFill>
            <a:miter lim="800000"/>
            <a:headEnd/>
            <a:tailEnd/>
            <a:extLst>
              <a:ext uri="{C807C97D-BFC1-408E-A445-0C87EB9F89A2}">
                <ask:lineSketchStyleProps xmlns:ask="http://schemas.microsoft.com/office/drawing/2018/sketchyshapes" sd="1219033472">
                  <a:custGeom>
                    <a:avLst/>
                    <a:gdLst>
                      <a:gd name="connsiteX0" fmla="*/ 0 w 3384000"/>
                      <a:gd name="connsiteY0" fmla="*/ 0 h 5039142"/>
                      <a:gd name="connsiteX1" fmla="*/ 642960 w 3384000"/>
                      <a:gd name="connsiteY1" fmla="*/ 0 h 5039142"/>
                      <a:gd name="connsiteX2" fmla="*/ 1218240 w 3384000"/>
                      <a:gd name="connsiteY2" fmla="*/ 0 h 5039142"/>
                      <a:gd name="connsiteX3" fmla="*/ 1962720 w 3384000"/>
                      <a:gd name="connsiteY3" fmla="*/ 0 h 5039142"/>
                      <a:gd name="connsiteX4" fmla="*/ 2605680 w 3384000"/>
                      <a:gd name="connsiteY4" fmla="*/ 0 h 5039142"/>
                      <a:gd name="connsiteX5" fmla="*/ 3384000 w 3384000"/>
                      <a:gd name="connsiteY5" fmla="*/ 0 h 5039142"/>
                      <a:gd name="connsiteX6" fmla="*/ 3384000 w 3384000"/>
                      <a:gd name="connsiteY6" fmla="*/ 730676 h 5039142"/>
                      <a:gd name="connsiteX7" fmla="*/ 3384000 w 3384000"/>
                      <a:gd name="connsiteY7" fmla="*/ 1360568 h 5039142"/>
                      <a:gd name="connsiteX8" fmla="*/ 3384000 w 3384000"/>
                      <a:gd name="connsiteY8" fmla="*/ 1990461 h 5039142"/>
                      <a:gd name="connsiteX9" fmla="*/ 3384000 w 3384000"/>
                      <a:gd name="connsiteY9" fmla="*/ 2519571 h 5039142"/>
                      <a:gd name="connsiteX10" fmla="*/ 3384000 w 3384000"/>
                      <a:gd name="connsiteY10" fmla="*/ 3048681 h 5039142"/>
                      <a:gd name="connsiteX11" fmla="*/ 3384000 w 3384000"/>
                      <a:gd name="connsiteY11" fmla="*/ 3678574 h 5039142"/>
                      <a:gd name="connsiteX12" fmla="*/ 3384000 w 3384000"/>
                      <a:gd name="connsiteY12" fmla="*/ 4358858 h 5039142"/>
                      <a:gd name="connsiteX13" fmla="*/ 3384000 w 3384000"/>
                      <a:gd name="connsiteY13" fmla="*/ 5039142 h 5039142"/>
                      <a:gd name="connsiteX14" fmla="*/ 2707200 w 3384000"/>
                      <a:gd name="connsiteY14" fmla="*/ 5039142 h 5039142"/>
                      <a:gd name="connsiteX15" fmla="*/ 2098080 w 3384000"/>
                      <a:gd name="connsiteY15" fmla="*/ 5039142 h 5039142"/>
                      <a:gd name="connsiteX16" fmla="*/ 1421280 w 3384000"/>
                      <a:gd name="connsiteY16" fmla="*/ 5039142 h 5039142"/>
                      <a:gd name="connsiteX17" fmla="*/ 676800 w 3384000"/>
                      <a:gd name="connsiteY17" fmla="*/ 5039142 h 5039142"/>
                      <a:gd name="connsiteX18" fmla="*/ 0 w 3384000"/>
                      <a:gd name="connsiteY18" fmla="*/ 5039142 h 5039142"/>
                      <a:gd name="connsiteX19" fmla="*/ 0 w 3384000"/>
                      <a:gd name="connsiteY19" fmla="*/ 4560424 h 5039142"/>
                      <a:gd name="connsiteX20" fmla="*/ 0 w 3384000"/>
                      <a:gd name="connsiteY20" fmla="*/ 4031314 h 5039142"/>
                      <a:gd name="connsiteX21" fmla="*/ 0 w 3384000"/>
                      <a:gd name="connsiteY21" fmla="*/ 3451812 h 5039142"/>
                      <a:gd name="connsiteX22" fmla="*/ 0 w 3384000"/>
                      <a:gd name="connsiteY22" fmla="*/ 2721137 h 5039142"/>
                      <a:gd name="connsiteX23" fmla="*/ 0 w 3384000"/>
                      <a:gd name="connsiteY23" fmla="*/ 2091244 h 5039142"/>
                      <a:gd name="connsiteX24" fmla="*/ 0 w 3384000"/>
                      <a:gd name="connsiteY24" fmla="*/ 1511743 h 5039142"/>
                      <a:gd name="connsiteX25" fmla="*/ 0 w 3384000"/>
                      <a:gd name="connsiteY25" fmla="*/ 1033024 h 5039142"/>
                      <a:gd name="connsiteX26" fmla="*/ 0 w 3384000"/>
                      <a:gd name="connsiteY26" fmla="*/ 554306 h 5039142"/>
                      <a:gd name="connsiteX27" fmla="*/ 0 w 3384000"/>
                      <a:gd name="connsiteY27" fmla="*/ 0 h 50391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3384000" h="5039142" extrusionOk="0">
                        <a:moveTo>
                          <a:pt x="0" y="0"/>
                        </a:moveTo>
                        <a:cubicBezTo>
                          <a:pt x="271185" y="29039"/>
                          <a:pt x="328782" y="-28129"/>
                          <a:pt x="642960" y="0"/>
                        </a:cubicBezTo>
                        <a:cubicBezTo>
                          <a:pt x="957138" y="28129"/>
                          <a:pt x="1032733" y="9365"/>
                          <a:pt x="1218240" y="0"/>
                        </a:cubicBezTo>
                        <a:cubicBezTo>
                          <a:pt x="1403747" y="-9365"/>
                          <a:pt x="1722595" y="19949"/>
                          <a:pt x="1962720" y="0"/>
                        </a:cubicBezTo>
                        <a:cubicBezTo>
                          <a:pt x="2202845" y="-19949"/>
                          <a:pt x="2294374" y="-15471"/>
                          <a:pt x="2605680" y="0"/>
                        </a:cubicBezTo>
                        <a:cubicBezTo>
                          <a:pt x="2916986" y="15471"/>
                          <a:pt x="3056482" y="-1523"/>
                          <a:pt x="3384000" y="0"/>
                        </a:cubicBezTo>
                        <a:cubicBezTo>
                          <a:pt x="3391804" y="351232"/>
                          <a:pt x="3398473" y="465272"/>
                          <a:pt x="3384000" y="730676"/>
                        </a:cubicBezTo>
                        <a:cubicBezTo>
                          <a:pt x="3369527" y="996080"/>
                          <a:pt x="3364958" y="1100114"/>
                          <a:pt x="3384000" y="1360568"/>
                        </a:cubicBezTo>
                        <a:cubicBezTo>
                          <a:pt x="3403042" y="1621022"/>
                          <a:pt x="3401480" y="1745457"/>
                          <a:pt x="3384000" y="1990461"/>
                        </a:cubicBezTo>
                        <a:cubicBezTo>
                          <a:pt x="3366520" y="2235465"/>
                          <a:pt x="3400781" y="2334793"/>
                          <a:pt x="3384000" y="2519571"/>
                        </a:cubicBezTo>
                        <a:cubicBezTo>
                          <a:pt x="3367220" y="2704349"/>
                          <a:pt x="3395504" y="2938777"/>
                          <a:pt x="3384000" y="3048681"/>
                        </a:cubicBezTo>
                        <a:cubicBezTo>
                          <a:pt x="3372497" y="3158585"/>
                          <a:pt x="3379870" y="3417460"/>
                          <a:pt x="3384000" y="3678574"/>
                        </a:cubicBezTo>
                        <a:cubicBezTo>
                          <a:pt x="3388130" y="3939688"/>
                          <a:pt x="3390425" y="4135215"/>
                          <a:pt x="3384000" y="4358858"/>
                        </a:cubicBezTo>
                        <a:cubicBezTo>
                          <a:pt x="3377575" y="4582501"/>
                          <a:pt x="3393976" y="4724127"/>
                          <a:pt x="3384000" y="5039142"/>
                        </a:cubicBezTo>
                        <a:cubicBezTo>
                          <a:pt x="3046876" y="5050303"/>
                          <a:pt x="2922171" y="5035741"/>
                          <a:pt x="2707200" y="5039142"/>
                        </a:cubicBezTo>
                        <a:cubicBezTo>
                          <a:pt x="2492229" y="5042543"/>
                          <a:pt x="2335721" y="5011483"/>
                          <a:pt x="2098080" y="5039142"/>
                        </a:cubicBezTo>
                        <a:cubicBezTo>
                          <a:pt x="1860439" y="5066801"/>
                          <a:pt x="1648647" y="5069859"/>
                          <a:pt x="1421280" y="5039142"/>
                        </a:cubicBezTo>
                        <a:cubicBezTo>
                          <a:pt x="1193913" y="5008425"/>
                          <a:pt x="980245" y="5075806"/>
                          <a:pt x="676800" y="5039142"/>
                        </a:cubicBezTo>
                        <a:cubicBezTo>
                          <a:pt x="373355" y="5002478"/>
                          <a:pt x="186733" y="5035812"/>
                          <a:pt x="0" y="5039142"/>
                        </a:cubicBezTo>
                        <a:cubicBezTo>
                          <a:pt x="18411" y="4868054"/>
                          <a:pt x="-5364" y="4775031"/>
                          <a:pt x="0" y="4560424"/>
                        </a:cubicBezTo>
                        <a:cubicBezTo>
                          <a:pt x="5364" y="4345817"/>
                          <a:pt x="-22783" y="4255096"/>
                          <a:pt x="0" y="4031314"/>
                        </a:cubicBezTo>
                        <a:cubicBezTo>
                          <a:pt x="22783" y="3807532"/>
                          <a:pt x="-17666" y="3647596"/>
                          <a:pt x="0" y="3451812"/>
                        </a:cubicBezTo>
                        <a:cubicBezTo>
                          <a:pt x="17666" y="3256028"/>
                          <a:pt x="-29825" y="2916710"/>
                          <a:pt x="0" y="2721137"/>
                        </a:cubicBezTo>
                        <a:cubicBezTo>
                          <a:pt x="29825" y="2525565"/>
                          <a:pt x="-727" y="2310220"/>
                          <a:pt x="0" y="2091244"/>
                        </a:cubicBezTo>
                        <a:cubicBezTo>
                          <a:pt x="727" y="1872268"/>
                          <a:pt x="14542" y="1755568"/>
                          <a:pt x="0" y="1511743"/>
                        </a:cubicBezTo>
                        <a:cubicBezTo>
                          <a:pt x="-14542" y="1267918"/>
                          <a:pt x="6462" y="1213297"/>
                          <a:pt x="0" y="1033024"/>
                        </a:cubicBezTo>
                        <a:cubicBezTo>
                          <a:pt x="-6462" y="852751"/>
                          <a:pt x="-17725" y="738390"/>
                          <a:pt x="0" y="554306"/>
                        </a:cubicBezTo>
                        <a:cubicBezTo>
                          <a:pt x="17725" y="370222"/>
                          <a:pt x="-24059" y="115157"/>
                          <a:pt x="0" y="0"/>
                        </a:cubicBezTo>
                        <a:close/>
                      </a:path>
                    </a:pathLst>
                  </a:custGeom>
                  <ask:type>
                    <ask:lineSketchNone/>
                  </ask:type>
                </ask:lineSketchStyleProps>
              </a:ext>
            </a:extLst>
          </a:ln>
        </p:spPr>
        <p:txBody>
          <a:bodyPr lIns="90000" tIns="54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000" b="0" i="0" u="none" strike="noStrike" kern="0" cap="none" spc="0" normalizeH="0" baseline="0" noProof="0">
                <a:ln>
                  <a:noFill/>
                </a:ln>
                <a:solidFill>
                  <a:srgbClr val="12171C"/>
                </a:solidFill>
                <a:effectLst/>
                <a:uLnTx/>
                <a:uFillTx/>
                <a:latin typeface="72 Brand" panose="020B0504030603020204" pitchFamily="34" charset="0"/>
                <a:ea typeface="Arial Unicode MS" pitchFamily="34" charset="-128"/>
                <a:cs typeface="72" panose="020B0503030000000003" pitchFamily="34" charset="0"/>
              </a:rPr>
              <a:t>Phase 2</a:t>
            </a:r>
            <a:endParaRPr kumimoji="0" lang="en-US" sz="1000" b="0" u="none" strike="noStrike" kern="0" cap="none" spc="0" normalizeH="0" baseline="0" noProof="0">
              <a:ln>
                <a:noFill/>
              </a:ln>
              <a:solidFill>
                <a:srgbClr val="12171C"/>
              </a:solidFill>
              <a:effectLst/>
              <a:uLnTx/>
              <a:uFillTx/>
              <a:latin typeface="72 Brand" panose="020B0504030603020204" pitchFamily="34" charset="0"/>
              <a:ea typeface="Arial Unicode MS" pitchFamily="34" charset="-128"/>
              <a:cs typeface="72" panose="020B0503030000000003" pitchFamily="34" charset="0"/>
            </a:endParaRPr>
          </a:p>
        </p:txBody>
      </p:sp>
      <p:sp>
        <p:nvSpPr>
          <p:cNvPr id="199" name="Gefaltete Ecke 13">
            <a:extLst>
              <a:ext uri="{FF2B5EF4-FFF2-40B4-BE49-F238E27FC236}">
                <a16:creationId xmlns:a16="http://schemas.microsoft.com/office/drawing/2014/main" id="{992282EA-9ECB-28B6-B898-E1E34ACB5F9D}"/>
              </a:ext>
            </a:extLst>
          </p:cNvPr>
          <p:cNvSpPr/>
          <p:nvPr/>
        </p:nvSpPr>
        <p:spPr bwMode="gray">
          <a:xfrm>
            <a:off x="4992834" y="1574264"/>
            <a:ext cx="3060000" cy="634069"/>
          </a:xfrm>
          <a:prstGeom prst="rect">
            <a:avLst/>
          </a:prstGeom>
          <a:solidFill>
            <a:srgbClr val="EAECEE"/>
          </a:solidFill>
          <a:ln w="25400" algn="ctr">
            <a:noFill/>
            <a:miter lim="800000"/>
            <a:headEnd/>
            <a:tailEnd/>
          </a:ln>
        </p:spPr>
        <p:txBody>
          <a:bodyPr lIns="0" tIns="0" rIns="0" bIns="0" rtlCol="0" anchor="ctr" anchorCtr="0"/>
          <a:lstStyle/>
          <a:p>
            <a:pPr algn="ctr" defTabSz="914400" fontAlgn="base">
              <a:spcBef>
                <a:spcPct val="50000"/>
              </a:spcBef>
              <a:spcAft>
                <a:spcPct val="0"/>
              </a:spcAft>
              <a:buClr>
                <a:srgbClr val="F0AB00"/>
              </a:buClr>
              <a:buSzPct val="80000"/>
            </a:pPr>
            <a:r>
              <a:rPr lang="en-US" sz="900" kern="0">
                <a:solidFill>
                  <a:srgbClr val="12171C"/>
                </a:solidFill>
                <a:latin typeface="72 Brand" panose="020B0504030603020204" pitchFamily="34" charset="0"/>
                <a:ea typeface="Arial Unicode MS" pitchFamily="34" charset="-128"/>
                <a:cs typeface="72" panose="020B0503030000000003" pitchFamily="34" charset="0"/>
              </a:rPr>
              <a:t>Extension tasks</a:t>
            </a:r>
          </a:p>
        </p:txBody>
      </p:sp>
      <p:sp>
        <p:nvSpPr>
          <p:cNvPr id="200" name="Gefaltete Ecke 13">
            <a:extLst>
              <a:ext uri="{FF2B5EF4-FFF2-40B4-BE49-F238E27FC236}">
                <a16:creationId xmlns:a16="http://schemas.microsoft.com/office/drawing/2014/main" id="{EBEC1F76-21A3-A51C-4486-42F2647E2A39}"/>
              </a:ext>
            </a:extLst>
          </p:cNvPr>
          <p:cNvSpPr/>
          <p:nvPr/>
        </p:nvSpPr>
        <p:spPr bwMode="gray">
          <a:xfrm>
            <a:off x="8501347" y="1574264"/>
            <a:ext cx="3060000" cy="634069"/>
          </a:xfrm>
          <a:prstGeom prst="rect">
            <a:avLst/>
          </a:prstGeom>
          <a:solidFill>
            <a:srgbClr val="EAECEE"/>
          </a:solidFill>
          <a:ln w="25400" algn="ctr">
            <a:noFill/>
            <a:miter lim="800000"/>
            <a:headEnd/>
            <a:tailEnd/>
          </a:ln>
        </p:spPr>
        <p:txBody>
          <a:bodyPr lIns="0" tIns="0" rIns="0" bIns="0" rtlCol="0" anchor="ctr" anchorCtr="0"/>
          <a:lstStyle/>
          <a:p>
            <a:pPr algn="ctr" defTabSz="914400" fontAlgn="base">
              <a:spcBef>
                <a:spcPct val="50000"/>
              </a:spcBef>
              <a:spcAft>
                <a:spcPct val="0"/>
              </a:spcAft>
              <a:buClr>
                <a:srgbClr val="F0AB00"/>
              </a:buClr>
              <a:buSzPct val="80000"/>
            </a:pPr>
            <a:r>
              <a:rPr lang="en-US" sz="900" kern="0">
                <a:solidFill>
                  <a:srgbClr val="12171C"/>
                </a:solidFill>
                <a:latin typeface="72 Brand" panose="020B0504030603020204" pitchFamily="34" charset="0"/>
                <a:ea typeface="Arial Unicode MS" pitchFamily="34" charset="-128"/>
                <a:cs typeface="72" panose="020B0503030000000003" pitchFamily="34" charset="0"/>
              </a:rPr>
              <a:t>Technical extension building blocks</a:t>
            </a:r>
          </a:p>
        </p:txBody>
      </p:sp>
      <p:sp>
        <p:nvSpPr>
          <p:cNvPr id="201" name="Rechteck 28">
            <a:extLst>
              <a:ext uri="{FF2B5EF4-FFF2-40B4-BE49-F238E27FC236}">
                <a16:creationId xmlns:a16="http://schemas.microsoft.com/office/drawing/2014/main" id="{6C957DA1-1FA0-FF99-348F-F9FA9E5F8EAB}"/>
              </a:ext>
            </a:extLst>
          </p:cNvPr>
          <p:cNvSpPr/>
          <p:nvPr/>
        </p:nvSpPr>
        <p:spPr bwMode="gray">
          <a:xfrm>
            <a:off x="8357347" y="1254896"/>
            <a:ext cx="3348000" cy="5000248"/>
          </a:xfrm>
          <a:prstGeom prst="roundRect">
            <a:avLst>
              <a:gd name="adj" fmla="val 1619"/>
            </a:avLst>
          </a:prstGeom>
          <a:noFill/>
          <a:ln w="15875" algn="ctr">
            <a:solidFill>
              <a:srgbClr val="A9B4BE"/>
            </a:solidFill>
            <a:miter lim="800000"/>
            <a:headEnd/>
            <a:tailEnd/>
            <a:extLst>
              <a:ext uri="{C807C97D-BFC1-408E-A445-0C87EB9F89A2}">
                <ask:lineSketchStyleProps xmlns:ask="http://schemas.microsoft.com/office/drawing/2018/sketchyshapes" sd="1219033472">
                  <a:custGeom>
                    <a:avLst/>
                    <a:gdLst>
                      <a:gd name="connsiteX0" fmla="*/ 0 w 3384000"/>
                      <a:gd name="connsiteY0" fmla="*/ 0 h 5039142"/>
                      <a:gd name="connsiteX1" fmla="*/ 642960 w 3384000"/>
                      <a:gd name="connsiteY1" fmla="*/ 0 h 5039142"/>
                      <a:gd name="connsiteX2" fmla="*/ 1218240 w 3384000"/>
                      <a:gd name="connsiteY2" fmla="*/ 0 h 5039142"/>
                      <a:gd name="connsiteX3" fmla="*/ 1962720 w 3384000"/>
                      <a:gd name="connsiteY3" fmla="*/ 0 h 5039142"/>
                      <a:gd name="connsiteX4" fmla="*/ 2605680 w 3384000"/>
                      <a:gd name="connsiteY4" fmla="*/ 0 h 5039142"/>
                      <a:gd name="connsiteX5" fmla="*/ 3384000 w 3384000"/>
                      <a:gd name="connsiteY5" fmla="*/ 0 h 5039142"/>
                      <a:gd name="connsiteX6" fmla="*/ 3384000 w 3384000"/>
                      <a:gd name="connsiteY6" fmla="*/ 730676 h 5039142"/>
                      <a:gd name="connsiteX7" fmla="*/ 3384000 w 3384000"/>
                      <a:gd name="connsiteY7" fmla="*/ 1360568 h 5039142"/>
                      <a:gd name="connsiteX8" fmla="*/ 3384000 w 3384000"/>
                      <a:gd name="connsiteY8" fmla="*/ 1990461 h 5039142"/>
                      <a:gd name="connsiteX9" fmla="*/ 3384000 w 3384000"/>
                      <a:gd name="connsiteY9" fmla="*/ 2519571 h 5039142"/>
                      <a:gd name="connsiteX10" fmla="*/ 3384000 w 3384000"/>
                      <a:gd name="connsiteY10" fmla="*/ 3048681 h 5039142"/>
                      <a:gd name="connsiteX11" fmla="*/ 3384000 w 3384000"/>
                      <a:gd name="connsiteY11" fmla="*/ 3678574 h 5039142"/>
                      <a:gd name="connsiteX12" fmla="*/ 3384000 w 3384000"/>
                      <a:gd name="connsiteY12" fmla="*/ 4358858 h 5039142"/>
                      <a:gd name="connsiteX13" fmla="*/ 3384000 w 3384000"/>
                      <a:gd name="connsiteY13" fmla="*/ 5039142 h 5039142"/>
                      <a:gd name="connsiteX14" fmla="*/ 2707200 w 3384000"/>
                      <a:gd name="connsiteY14" fmla="*/ 5039142 h 5039142"/>
                      <a:gd name="connsiteX15" fmla="*/ 2098080 w 3384000"/>
                      <a:gd name="connsiteY15" fmla="*/ 5039142 h 5039142"/>
                      <a:gd name="connsiteX16" fmla="*/ 1421280 w 3384000"/>
                      <a:gd name="connsiteY16" fmla="*/ 5039142 h 5039142"/>
                      <a:gd name="connsiteX17" fmla="*/ 676800 w 3384000"/>
                      <a:gd name="connsiteY17" fmla="*/ 5039142 h 5039142"/>
                      <a:gd name="connsiteX18" fmla="*/ 0 w 3384000"/>
                      <a:gd name="connsiteY18" fmla="*/ 5039142 h 5039142"/>
                      <a:gd name="connsiteX19" fmla="*/ 0 w 3384000"/>
                      <a:gd name="connsiteY19" fmla="*/ 4560424 h 5039142"/>
                      <a:gd name="connsiteX20" fmla="*/ 0 w 3384000"/>
                      <a:gd name="connsiteY20" fmla="*/ 4031314 h 5039142"/>
                      <a:gd name="connsiteX21" fmla="*/ 0 w 3384000"/>
                      <a:gd name="connsiteY21" fmla="*/ 3451812 h 5039142"/>
                      <a:gd name="connsiteX22" fmla="*/ 0 w 3384000"/>
                      <a:gd name="connsiteY22" fmla="*/ 2721137 h 5039142"/>
                      <a:gd name="connsiteX23" fmla="*/ 0 w 3384000"/>
                      <a:gd name="connsiteY23" fmla="*/ 2091244 h 5039142"/>
                      <a:gd name="connsiteX24" fmla="*/ 0 w 3384000"/>
                      <a:gd name="connsiteY24" fmla="*/ 1511743 h 5039142"/>
                      <a:gd name="connsiteX25" fmla="*/ 0 w 3384000"/>
                      <a:gd name="connsiteY25" fmla="*/ 1033024 h 5039142"/>
                      <a:gd name="connsiteX26" fmla="*/ 0 w 3384000"/>
                      <a:gd name="connsiteY26" fmla="*/ 554306 h 5039142"/>
                      <a:gd name="connsiteX27" fmla="*/ 0 w 3384000"/>
                      <a:gd name="connsiteY27" fmla="*/ 0 h 50391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3384000" h="5039142" extrusionOk="0">
                        <a:moveTo>
                          <a:pt x="0" y="0"/>
                        </a:moveTo>
                        <a:cubicBezTo>
                          <a:pt x="271185" y="29039"/>
                          <a:pt x="328782" y="-28129"/>
                          <a:pt x="642960" y="0"/>
                        </a:cubicBezTo>
                        <a:cubicBezTo>
                          <a:pt x="957138" y="28129"/>
                          <a:pt x="1032733" y="9365"/>
                          <a:pt x="1218240" y="0"/>
                        </a:cubicBezTo>
                        <a:cubicBezTo>
                          <a:pt x="1403747" y="-9365"/>
                          <a:pt x="1722595" y="19949"/>
                          <a:pt x="1962720" y="0"/>
                        </a:cubicBezTo>
                        <a:cubicBezTo>
                          <a:pt x="2202845" y="-19949"/>
                          <a:pt x="2294374" y="-15471"/>
                          <a:pt x="2605680" y="0"/>
                        </a:cubicBezTo>
                        <a:cubicBezTo>
                          <a:pt x="2916986" y="15471"/>
                          <a:pt x="3056482" y="-1523"/>
                          <a:pt x="3384000" y="0"/>
                        </a:cubicBezTo>
                        <a:cubicBezTo>
                          <a:pt x="3391804" y="351232"/>
                          <a:pt x="3398473" y="465272"/>
                          <a:pt x="3384000" y="730676"/>
                        </a:cubicBezTo>
                        <a:cubicBezTo>
                          <a:pt x="3369527" y="996080"/>
                          <a:pt x="3364958" y="1100114"/>
                          <a:pt x="3384000" y="1360568"/>
                        </a:cubicBezTo>
                        <a:cubicBezTo>
                          <a:pt x="3403042" y="1621022"/>
                          <a:pt x="3401480" y="1745457"/>
                          <a:pt x="3384000" y="1990461"/>
                        </a:cubicBezTo>
                        <a:cubicBezTo>
                          <a:pt x="3366520" y="2235465"/>
                          <a:pt x="3400781" y="2334793"/>
                          <a:pt x="3384000" y="2519571"/>
                        </a:cubicBezTo>
                        <a:cubicBezTo>
                          <a:pt x="3367220" y="2704349"/>
                          <a:pt x="3395504" y="2938777"/>
                          <a:pt x="3384000" y="3048681"/>
                        </a:cubicBezTo>
                        <a:cubicBezTo>
                          <a:pt x="3372497" y="3158585"/>
                          <a:pt x="3379870" y="3417460"/>
                          <a:pt x="3384000" y="3678574"/>
                        </a:cubicBezTo>
                        <a:cubicBezTo>
                          <a:pt x="3388130" y="3939688"/>
                          <a:pt x="3390425" y="4135215"/>
                          <a:pt x="3384000" y="4358858"/>
                        </a:cubicBezTo>
                        <a:cubicBezTo>
                          <a:pt x="3377575" y="4582501"/>
                          <a:pt x="3393976" y="4724127"/>
                          <a:pt x="3384000" y="5039142"/>
                        </a:cubicBezTo>
                        <a:cubicBezTo>
                          <a:pt x="3046876" y="5050303"/>
                          <a:pt x="2922171" y="5035741"/>
                          <a:pt x="2707200" y="5039142"/>
                        </a:cubicBezTo>
                        <a:cubicBezTo>
                          <a:pt x="2492229" y="5042543"/>
                          <a:pt x="2335721" y="5011483"/>
                          <a:pt x="2098080" y="5039142"/>
                        </a:cubicBezTo>
                        <a:cubicBezTo>
                          <a:pt x="1860439" y="5066801"/>
                          <a:pt x="1648647" y="5069859"/>
                          <a:pt x="1421280" y="5039142"/>
                        </a:cubicBezTo>
                        <a:cubicBezTo>
                          <a:pt x="1193913" y="5008425"/>
                          <a:pt x="980245" y="5075806"/>
                          <a:pt x="676800" y="5039142"/>
                        </a:cubicBezTo>
                        <a:cubicBezTo>
                          <a:pt x="373355" y="5002478"/>
                          <a:pt x="186733" y="5035812"/>
                          <a:pt x="0" y="5039142"/>
                        </a:cubicBezTo>
                        <a:cubicBezTo>
                          <a:pt x="18411" y="4868054"/>
                          <a:pt x="-5364" y="4775031"/>
                          <a:pt x="0" y="4560424"/>
                        </a:cubicBezTo>
                        <a:cubicBezTo>
                          <a:pt x="5364" y="4345817"/>
                          <a:pt x="-22783" y="4255096"/>
                          <a:pt x="0" y="4031314"/>
                        </a:cubicBezTo>
                        <a:cubicBezTo>
                          <a:pt x="22783" y="3807532"/>
                          <a:pt x="-17666" y="3647596"/>
                          <a:pt x="0" y="3451812"/>
                        </a:cubicBezTo>
                        <a:cubicBezTo>
                          <a:pt x="17666" y="3256028"/>
                          <a:pt x="-29825" y="2916710"/>
                          <a:pt x="0" y="2721137"/>
                        </a:cubicBezTo>
                        <a:cubicBezTo>
                          <a:pt x="29825" y="2525565"/>
                          <a:pt x="-727" y="2310220"/>
                          <a:pt x="0" y="2091244"/>
                        </a:cubicBezTo>
                        <a:cubicBezTo>
                          <a:pt x="727" y="1872268"/>
                          <a:pt x="14542" y="1755568"/>
                          <a:pt x="0" y="1511743"/>
                        </a:cubicBezTo>
                        <a:cubicBezTo>
                          <a:pt x="-14542" y="1267918"/>
                          <a:pt x="6462" y="1213297"/>
                          <a:pt x="0" y="1033024"/>
                        </a:cubicBezTo>
                        <a:cubicBezTo>
                          <a:pt x="-6462" y="852751"/>
                          <a:pt x="-17725" y="738390"/>
                          <a:pt x="0" y="554306"/>
                        </a:cubicBezTo>
                        <a:cubicBezTo>
                          <a:pt x="17725" y="370222"/>
                          <a:pt x="-24059" y="115157"/>
                          <a:pt x="0" y="0"/>
                        </a:cubicBezTo>
                        <a:close/>
                      </a:path>
                    </a:pathLst>
                  </a:custGeom>
                  <ask:type>
                    <ask:lineSketchNone/>
                  </ask:type>
                </ask:lineSketchStyleProps>
              </a:ext>
            </a:extLst>
          </a:ln>
        </p:spPr>
        <p:txBody>
          <a:bodyPr lIns="90000" tIns="54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000" b="0" i="0" u="none" strike="noStrike" kern="0" cap="none" spc="0" normalizeH="0" baseline="0" noProof="0">
                <a:ln>
                  <a:noFill/>
                </a:ln>
                <a:solidFill>
                  <a:srgbClr val="12171C"/>
                </a:solidFill>
                <a:effectLst/>
                <a:uLnTx/>
                <a:uFillTx/>
                <a:latin typeface="72 Brand" panose="020B0504030603020204" pitchFamily="34" charset="0"/>
                <a:ea typeface="Arial Unicode MS" pitchFamily="34" charset="-128"/>
                <a:cs typeface="72" panose="020B0503030000000003" pitchFamily="34" charset="0"/>
              </a:rPr>
              <a:t>Phase 3</a:t>
            </a:r>
            <a:endParaRPr kumimoji="0" lang="en-US" sz="1000" b="0" u="none" strike="noStrike" kern="0" cap="none" spc="0" normalizeH="0" baseline="0" noProof="0">
              <a:ln>
                <a:noFill/>
              </a:ln>
              <a:solidFill>
                <a:srgbClr val="12171C"/>
              </a:solidFill>
              <a:effectLst/>
              <a:uLnTx/>
              <a:uFillTx/>
              <a:latin typeface="72 Brand" panose="020B0504030603020204" pitchFamily="34" charset="0"/>
              <a:ea typeface="Arial Unicode MS" pitchFamily="34" charset="-128"/>
              <a:cs typeface="72" panose="020B0503030000000003" pitchFamily="34" charset="0"/>
            </a:endParaRPr>
          </a:p>
        </p:txBody>
      </p:sp>
      <p:sp>
        <p:nvSpPr>
          <p:cNvPr id="245" name="Gefaltete Ecke 6">
            <a:extLst>
              <a:ext uri="{FF2B5EF4-FFF2-40B4-BE49-F238E27FC236}">
                <a16:creationId xmlns:a16="http://schemas.microsoft.com/office/drawing/2014/main" id="{F9683EB7-1757-EBE2-85EF-5C3F4C161A70}"/>
              </a:ext>
            </a:extLst>
          </p:cNvPr>
          <p:cNvSpPr/>
          <p:nvPr/>
        </p:nvSpPr>
        <p:spPr bwMode="gray">
          <a:xfrm>
            <a:off x="5033098" y="3222334"/>
            <a:ext cx="1451883" cy="898971"/>
          </a:xfrm>
          <a:prstGeom prst="rect">
            <a:avLst/>
          </a:prstGeom>
          <a:solidFill>
            <a:srgbClr val="EAECEE"/>
          </a:solidFill>
          <a:ln w="25400" algn="ctr">
            <a:noFill/>
            <a:miter lim="800000"/>
            <a:headEnd/>
            <a:tailEnd/>
          </a:ln>
        </p:spPr>
        <p:txBody>
          <a:bodyPr lIns="36000" tIns="72000" rIns="36000" bIns="0" rtlCol="0" anchor="ctr" anchorCtr="0"/>
          <a:lstStyle/>
          <a:p>
            <a:pPr algn="ctr" defTabSz="1088558"/>
            <a:r>
              <a:rPr lang="en-US" sz="1050" dirty="0">
                <a:solidFill>
                  <a:srgbClr val="12171C"/>
                </a:solidFill>
                <a:latin typeface="72 Brand" panose="020B0504030603020204" pitchFamily="34" charset="0"/>
                <a:cs typeface="Times New Roman"/>
              </a:rPr>
              <a:t>&lt; Choose a suitable extension task &gt;</a:t>
            </a:r>
          </a:p>
        </p:txBody>
      </p:sp>
      <p:sp>
        <p:nvSpPr>
          <p:cNvPr id="270" name="Gefaltete Ecke 6">
            <a:extLst>
              <a:ext uri="{FF2B5EF4-FFF2-40B4-BE49-F238E27FC236}">
                <a16:creationId xmlns:a16="http://schemas.microsoft.com/office/drawing/2014/main" id="{E4F9D8E1-ACBE-B3D0-7A97-9D40DA675365}"/>
              </a:ext>
            </a:extLst>
          </p:cNvPr>
          <p:cNvSpPr/>
          <p:nvPr/>
        </p:nvSpPr>
        <p:spPr bwMode="gray">
          <a:xfrm>
            <a:off x="8541611" y="3230647"/>
            <a:ext cx="1451883" cy="898971"/>
          </a:xfrm>
          <a:prstGeom prst="rect">
            <a:avLst/>
          </a:prstGeom>
          <a:solidFill>
            <a:srgbClr val="EAECEE"/>
          </a:solidFill>
          <a:ln w="25400" algn="ctr">
            <a:noFill/>
            <a:miter lim="800000"/>
            <a:headEnd/>
            <a:tailEnd/>
          </a:ln>
        </p:spPr>
        <p:txBody>
          <a:bodyPr lIns="36000" tIns="72000" rIns="36000" bIns="0" rtlCol="0" anchor="ctr" anchorCtr="0"/>
          <a:lstStyle/>
          <a:p>
            <a:pPr algn="ctr" defTabSz="1088558"/>
            <a:r>
              <a:rPr lang="en-US" sz="1050" dirty="0">
                <a:solidFill>
                  <a:srgbClr val="12171C"/>
                </a:solidFill>
                <a:latin typeface="72 Brand" panose="020B0504030603020204" pitchFamily="34" charset="0"/>
                <a:cs typeface="Times New Roman"/>
              </a:rPr>
              <a:t>&lt; Choose a suitable t</a:t>
            </a:r>
            <a:r>
              <a:rPr lang="en-US" sz="1050" kern="0" dirty="0">
                <a:solidFill>
                  <a:srgbClr val="12171C"/>
                </a:solidFill>
                <a:latin typeface="72 Brand" panose="020B0504030603020204" pitchFamily="34" charset="0"/>
                <a:ea typeface="Arial Unicode MS" pitchFamily="34" charset="-128"/>
                <a:cs typeface="72" panose="020B0503030000000003" pitchFamily="34" charset="0"/>
              </a:rPr>
              <a:t>echnical extension building blocks </a:t>
            </a:r>
            <a:r>
              <a:rPr lang="en-US" sz="1050" dirty="0">
                <a:solidFill>
                  <a:srgbClr val="12171C"/>
                </a:solidFill>
                <a:latin typeface="72 Brand" panose="020B0504030603020204" pitchFamily="34" charset="0"/>
                <a:cs typeface="Times New Roman"/>
              </a:rPr>
              <a:t>&gt;</a:t>
            </a:r>
          </a:p>
        </p:txBody>
      </p:sp>
      <p:sp>
        <p:nvSpPr>
          <p:cNvPr id="31" name="Gefaltete Ecke 7">
            <a:extLst>
              <a:ext uri="{FF2B5EF4-FFF2-40B4-BE49-F238E27FC236}">
                <a16:creationId xmlns:a16="http://schemas.microsoft.com/office/drawing/2014/main" id="{78AE53C5-ABF1-EE23-F37B-E45C31593699}"/>
              </a:ext>
            </a:extLst>
          </p:cNvPr>
          <p:cNvSpPr>
            <a:spLocks/>
          </p:cNvSpPr>
          <p:nvPr/>
        </p:nvSpPr>
        <p:spPr bwMode="gray">
          <a:xfrm>
            <a:off x="501651" y="2273212"/>
            <a:ext cx="722700" cy="898971"/>
          </a:xfrm>
          <a:prstGeom prst="rect">
            <a:avLst/>
          </a:prstGeom>
          <a:solidFill>
            <a:srgbClr val="EAECEE"/>
          </a:solidFill>
          <a:ln w="25400" algn="ctr">
            <a:noFill/>
            <a:miter lim="800000"/>
            <a:headEnd/>
            <a:tailEnd/>
          </a:ln>
        </p:spPr>
        <p:txBody>
          <a:bodyPr lIns="144000" tIns="144000" rIns="36000" bIns="0" rtlCol="0" anchor="t" anchorCtr="0"/>
          <a:lstStyle/>
          <a:p>
            <a:pPr defTabSz="914400" fontAlgn="base">
              <a:spcBef>
                <a:spcPct val="50000"/>
              </a:spcBef>
              <a:spcAft>
                <a:spcPct val="0"/>
              </a:spcAft>
              <a:buClr>
                <a:srgbClr val="F0AB00"/>
              </a:buClr>
              <a:buSzPct val="80000"/>
            </a:pPr>
            <a:r>
              <a:rPr lang="en-US" sz="700" kern="0">
                <a:solidFill>
                  <a:srgbClr val="12171C"/>
                </a:solidFill>
                <a:latin typeface="72 Brand Medium" panose="020B0504030603020204" pitchFamily="34" charset="0"/>
                <a:ea typeface="Arial Unicode MS" pitchFamily="34" charset="-128"/>
                <a:cs typeface="72" panose="020B0503030000000003" pitchFamily="34" charset="0"/>
              </a:rPr>
              <a:t>Actions</a:t>
            </a:r>
            <a:endParaRPr kumimoji="0" lang="en-US" sz="700" u="none" strike="noStrike" kern="0" cap="none" spc="0" normalizeH="0" baseline="0" noProof="0">
              <a:ln>
                <a:noFill/>
              </a:ln>
              <a:solidFill>
                <a:srgbClr val="12171C"/>
              </a:solidFill>
              <a:effectLst/>
              <a:uLnTx/>
              <a:uFillTx/>
              <a:latin typeface="72 Brand Medium" panose="020B0504030603020204" pitchFamily="34" charset="0"/>
              <a:ea typeface="Arial Unicode MS" pitchFamily="34" charset="-128"/>
              <a:cs typeface="72" panose="020B0503030000000003" pitchFamily="34" charset="0"/>
            </a:endParaRPr>
          </a:p>
        </p:txBody>
      </p:sp>
      <p:sp>
        <p:nvSpPr>
          <p:cNvPr id="29" name="Gefaltete Ecke 8">
            <a:extLst>
              <a:ext uri="{FF2B5EF4-FFF2-40B4-BE49-F238E27FC236}">
                <a16:creationId xmlns:a16="http://schemas.microsoft.com/office/drawing/2014/main" id="{00CDF88D-8D05-C412-A59D-3291255A7EEA}"/>
              </a:ext>
            </a:extLst>
          </p:cNvPr>
          <p:cNvSpPr>
            <a:spLocks/>
          </p:cNvSpPr>
          <p:nvPr/>
        </p:nvSpPr>
        <p:spPr bwMode="gray">
          <a:xfrm>
            <a:off x="501650" y="3229618"/>
            <a:ext cx="722699" cy="897944"/>
          </a:xfrm>
          <a:prstGeom prst="rect">
            <a:avLst/>
          </a:prstGeom>
          <a:solidFill>
            <a:srgbClr val="EAECEE"/>
          </a:solidFill>
          <a:ln w="25400" algn="ctr">
            <a:noFill/>
            <a:miter lim="800000"/>
            <a:headEnd/>
            <a:tailEnd/>
          </a:ln>
        </p:spPr>
        <p:txBody>
          <a:bodyPr lIns="144000" tIns="144000" rIns="36000" bIns="0" rtlCol="0" anchor="t" anchorCtr="0"/>
          <a:lstStyle/>
          <a:p>
            <a:pPr defTabSz="914400" fontAlgn="base">
              <a:spcBef>
                <a:spcPct val="50000"/>
              </a:spcBef>
              <a:spcAft>
                <a:spcPct val="0"/>
              </a:spcAft>
              <a:buClr>
                <a:srgbClr val="F0AB00"/>
              </a:buClr>
              <a:buSzPct val="80000"/>
            </a:pPr>
            <a:r>
              <a:rPr lang="en-US" sz="700" kern="0">
                <a:solidFill>
                  <a:srgbClr val="12171C"/>
                </a:solidFill>
                <a:latin typeface="72 Brand Medium" panose="020B0504030603020204" pitchFamily="34" charset="0"/>
                <a:ea typeface="Arial Unicode MS" pitchFamily="34" charset="-128"/>
                <a:cs typeface="72" panose="020B0503030000000003" pitchFamily="34" charset="0"/>
              </a:rPr>
              <a:t>Application Logic</a:t>
            </a:r>
            <a:endParaRPr kumimoji="0" lang="en-US" sz="700" u="none" strike="noStrike" kern="0" cap="none" spc="0" normalizeH="0" baseline="0" noProof="0">
              <a:ln>
                <a:noFill/>
              </a:ln>
              <a:solidFill>
                <a:srgbClr val="12171C"/>
              </a:solidFill>
              <a:effectLst/>
              <a:uLnTx/>
              <a:uFillTx/>
              <a:latin typeface="72 Brand Medium" panose="020B0504030603020204" pitchFamily="34" charset="0"/>
              <a:ea typeface="Arial Unicode MS" pitchFamily="34" charset="-128"/>
              <a:cs typeface="72" panose="020B0503030000000003" pitchFamily="34" charset="0"/>
            </a:endParaRPr>
          </a:p>
        </p:txBody>
      </p:sp>
      <p:sp>
        <p:nvSpPr>
          <p:cNvPr id="27" name="Gefaltete Ecke 9">
            <a:extLst>
              <a:ext uri="{FF2B5EF4-FFF2-40B4-BE49-F238E27FC236}">
                <a16:creationId xmlns:a16="http://schemas.microsoft.com/office/drawing/2014/main" id="{07E27A5A-78D6-C925-5735-AE52F8FA5D9E}"/>
              </a:ext>
            </a:extLst>
          </p:cNvPr>
          <p:cNvSpPr>
            <a:spLocks/>
          </p:cNvSpPr>
          <p:nvPr/>
        </p:nvSpPr>
        <p:spPr bwMode="gray">
          <a:xfrm>
            <a:off x="501650" y="4184997"/>
            <a:ext cx="722699" cy="897943"/>
          </a:xfrm>
          <a:prstGeom prst="rect">
            <a:avLst/>
          </a:prstGeom>
          <a:solidFill>
            <a:srgbClr val="EAECEE"/>
          </a:solidFill>
          <a:ln w="25400" algn="ctr">
            <a:noFill/>
            <a:miter lim="800000"/>
            <a:headEnd/>
            <a:tailEnd/>
          </a:ln>
        </p:spPr>
        <p:txBody>
          <a:bodyPr lIns="144000" tIns="144000" rIns="36000" bIns="0" rtlCol="0" anchor="t" anchorCtr="0"/>
          <a:lstStyle/>
          <a:p>
            <a:pPr defTabSz="914400" fontAlgn="base">
              <a:spcBef>
                <a:spcPct val="50000"/>
              </a:spcBef>
              <a:spcAft>
                <a:spcPct val="0"/>
              </a:spcAft>
              <a:buClr>
                <a:srgbClr val="F0AB00"/>
              </a:buClr>
              <a:buSzPct val="80000"/>
            </a:pPr>
            <a:r>
              <a:rPr lang="en-US" sz="700" kern="0">
                <a:solidFill>
                  <a:srgbClr val="12171C"/>
                </a:solidFill>
                <a:latin typeface="72 Brand Medium" panose="020B0504030603020204" pitchFamily="34" charset="0"/>
                <a:ea typeface="Arial Unicode MS" pitchFamily="34" charset="-128"/>
                <a:cs typeface="72" panose="020B0503030000000003" pitchFamily="34" charset="0"/>
              </a:rPr>
              <a:t>System</a:t>
            </a:r>
            <a:endParaRPr kumimoji="0" lang="en-US" sz="700" u="none" strike="noStrike" kern="0" cap="none" spc="0" normalizeH="0" baseline="0" noProof="0" err="1">
              <a:ln>
                <a:noFill/>
              </a:ln>
              <a:solidFill>
                <a:srgbClr val="12171C"/>
              </a:solidFill>
              <a:effectLst/>
              <a:uLnTx/>
              <a:uFillTx/>
              <a:latin typeface="72 Brand Medium" panose="020B0504030603020204" pitchFamily="34" charset="0"/>
              <a:ea typeface="Arial Unicode MS" pitchFamily="34" charset="-128"/>
              <a:cs typeface="72" panose="020B0503030000000003" pitchFamily="34" charset="0"/>
            </a:endParaRPr>
          </a:p>
        </p:txBody>
      </p:sp>
      <p:sp>
        <p:nvSpPr>
          <p:cNvPr id="25" name="Gefaltete Ecke 10">
            <a:extLst>
              <a:ext uri="{FF2B5EF4-FFF2-40B4-BE49-F238E27FC236}">
                <a16:creationId xmlns:a16="http://schemas.microsoft.com/office/drawing/2014/main" id="{D008E991-9B58-490F-D35E-F14F8993297F}"/>
              </a:ext>
            </a:extLst>
          </p:cNvPr>
          <p:cNvSpPr>
            <a:spLocks/>
          </p:cNvSpPr>
          <p:nvPr/>
        </p:nvSpPr>
        <p:spPr bwMode="gray">
          <a:xfrm>
            <a:off x="501650" y="5140375"/>
            <a:ext cx="722699" cy="897943"/>
          </a:xfrm>
          <a:prstGeom prst="rect">
            <a:avLst/>
          </a:prstGeom>
          <a:solidFill>
            <a:srgbClr val="EAECEE"/>
          </a:solidFill>
          <a:ln w="25400" algn="ctr">
            <a:noFill/>
            <a:miter lim="800000"/>
            <a:headEnd/>
            <a:tailEnd/>
          </a:ln>
        </p:spPr>
        <p:txBody>
          <a:bodyPr lIns="144000" tIns="144000" rIns="36000" bIns="0" rtlCol="0" anchor="t" anchorCtr="0"/>
          <a:lstStyle/>
          <a:p>
            <a:pPr defTabSz="914400" fontAlgn="base">
              <a:spcBef>
                <a:spcPct val="50000"/>
              </a:spcBef>
              <a:spcAft>
                <a:spcPct val="0"/>
              </a:spcAft>
              <a:buClr>
                <a:srgbClr val="F0AB00"/>
              </a:buClr>
              <a:buSzPct val="80000"/>
            </a:pPr>
            <a:r>
              <a:rPr lang="en-US" sz="700" kern="0">
                <a:solidFill>
                  <a:srgbClr val="12171C"/>
                </a:solidFill>
                <a:latin typeface="72 Brand Medium" panose="020B0504030603020204" pitchFamily="34" charset="0"/>
                <a:ea typeface="Arial Unicode MS" pitchFamily="34" charset="-128"/>
                <a:cs typeface="72" panose="020B0503030000000003" pitchFamily="34" charset="0"/>
              </a:rPr>
              <a:t>Required </a:t>
            </a:r>
            <a:br>
              <a:rPr lang="en-US" sz="700" kern="0">
                <a:solidFill>
                  <a:srgbClr val="12171C"/>
                </a:solidFill>
                <a:latin typeface="72 Brand Medium" panose="020B0504030603020204" pitchFamily="34" charset="0"/>
                <a:ea typeface="Arial Unicode MS" pitchFamily="34" charset="-128"/>
                <a:cs typeface="72" panose="020B0503030000000003" pitchFamily="34" charset="0"/>
              </a:rPr>
            </a:br>
            <a:r>
              <a:rPr lang="en-US" sz="700" kern="0">
                <a:solidFill>
                  <a:srgbClr val="12171C"/>
                </a:solidFill>
                <a:latin typeface="72 Brand Medium" panose="020B0504030603020204" pitchFamily="34" charset="0"/>
                <a:ea typeface="Arial Unicode MS" pitchFamily="34" charset="-128"/>
                <a:cs typeface="72" panose="020B0503030000000003" pitchFamily="34" charset="0"/>
              </a:rPr>
              <a:t>Data</a:t>
            </a:r>
            <a:endParaRPr kumimoji="0" lang="en-US" sz="700" u="none" strike="noStrike" kern="0" cap="none" spc="0" normalizeH="0" baseline="0" noProof="0">
              <a:ln>
                <a:noFill/>
              </a:ln>
              <a:solidFill>
                <a:srgbClr val="12171C"/>
              </a:solidFill>
              <a:effectLst/>
              <a:uLnTx/>
              <a:uFillTx/>
              <a:latin typeface="72 Brand Medium" panose="020B0504030603020204" pitchFamily="34" charset="0"/>
              <a:ea typeface="Arial Unicode MS" pitchFamily="34" charset="-128"/>
              <a:cs typeface="72" panose="020B0503030000000003" pitchFamily="34" charset="0"/>
            </a:endParaRPr>
          </a:p>
        </p:txBody>
      </p:sp>
      <p:sp>
        <p:nvSpPr>
          <p:cNvPr id="26" name="Gefaltete Ecke 6">
            <a:extLst>
              <a:ext uri="{FF2B5EF4-FFF2-40B4-BE49-F238E27FC236}">
                <a16:creationId xmlns:a16="http://schemas.microsoft.com/office/drawing/2014/main" id="{6D360F43-5100-8E44-469D-C9F5F3DDD9C0}"/>
              </a:ext>
            </a:extLst>
          </p:cNvPr>
          <p:cNvSpPr/>
          <p:nvPr/>
        </p:nvSpPr>
        <p:spPr bwMode="gray">
          <a:xfrm>
            <a:off x="501650" y="5140907"/>
            <a:ext cx="58853" cy="896917"/>
          </a:xfrm>
          <a:prstGeom prst="rect">
            <a:avLst/>
          </a:prstGeom>
          <a:solidFill>
            <a:srgbClr val="7858FF"/>
          </a:solidFill>
          <a:ln w="25400" algn="ctr">
            <a:noFill/>
            <a:miter lim="800000"/>
            <a:headEnd/>
            <a:tailEnd/>
          </a:ln>
        </p:spPr>
        <p:txBody>
          <a:bodyPr lIns="144000" tIns="108000" rIns="108000" bIns="0" rtlCol="0" anchor="t" anchorCtr="0"/>
          <a:lstStyle/>
          <a:p>
            <a:pPr lvl="0" defTabSz="1088558">
              <a:defRPr/>
            </a:pPr>
            <a:endParaRPr lang="en-US" sz="700">
              <a:latin typeface="72 Brand" panose="020B0504030603020204" pitchFamily="34" charset="0"/>
              <a:cs typeface="72" panose="020B0503030000000003" pitchFamily="34" charset="0"/>
            </a:endParaRPr>
          </a:p>
        </p:txBody>
      </p:sp>
      <p:sp>
        <p:nvSpPr>
          <p:cNvPr id="32" name="Gefaltete Ecke 6">
            <a:extLst>
              <a:ext uri="{FF2B5EF4-FFF2-40B4-BE49-F238E27FC236}">
                <a16:creationId xmlns:a16="http://schemas.microsoft.com/office/drawing/2014/main" id="{274BD467-C06B-6BE4-23A0-114983D23886}"/>
              </a:ext>
            </a:extLst>
          </p:cNvPr>
          <p:cNvSpPr/>
          <p:nvPr/>
        </p:nvSpPr>
        <p:spPr bwMode="gray">
          <a:xfrm>
            <a:off x="501650" y="2273213"/>
            <a:ext cx="58853" cy="897944"/>
          </a:xfrm>
          <a:prstGeom prst="rect">
            <a:avLst/>
          </a:prstGeom>
          <a:solidFill>
            <a:srgbClr val="97DD40"/>
          </a:solidFill>
          <a:ln w="25400" algn="ctr">
            <a:noFill/>
            <a:miter lim="800000"/>
            <a:headEnd/>
            <a:tailEnd/>
          </a:ln>
        </p:spPr>
        <p:txBody>
          <a:bodyPr lIns="144000" tIns="108000" rIns="108000" bIns="0" rtlCol="0" anchor="t" anchorCtr="0"/>
          <a:lstStyle/>
          <a:p>
            <a:pPr lvl="0" defTabSz="1088558">
              <a:defRPr/>
            </a:pPr>
            <a:endParaRPr lang="en-US" sz="700">
              <a:latin typeface="72 Brand" panose="020B0504030603020204" pitchFamily="34" charset="0"/>
              <a:cs typeface="72" panose="020B0503030000000003" pitchFamily="34" charset="0"/>
            </a:endParaRPr>
          </a:p>
        </p:txBody>
      </p:sp>
      <p:sp>
        <p:nvSpPr>
          <p:cNvPr id="192" name="Gefaltete Ecke 6">
            <a:extLst>
              <a:ext uri="{FF2B5EF4-FFF2-40B4-BE49-F238E27FC236}">
                <a16:creationId xmlns:a16="http://schemas.microsoft.com/office/drawing/2014/main" id="{FF82799C-C3EC-C8FD-5D67-A8641E9BC91F}"/>
              </a:ext>
            </a:extLst>
          </p:cNvPr>
          <p:cNvSpPr/>
          <p:nvPr/>
        </p:nvSpPr>
        <p:spPr bwMode="gray">
          <a:xfrm>
            <a:off x="1485927" y="3229618"/>
            <a:ext cx="45125" cy="898971"/>
          </a:xfrm>
          <a:prstGeom prst="rect">
            <a:avLst/>
          </a:prstGeom>
          <a:solidFill>
            <a:srgbClr val="FFC933"/>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244" name="Gefaltete Ecke 6">
            <a:extLst>
              <a:ext uri="{FF2B5EF4-FFF2-40B4-BE49-F238E27FC236}">
                <a16:creationId xmlns:a16="http://schemas.microsoft.com/office/drawing/2014/main" id="{7D8619EA-0F19-8A6B-8549-1D75C47B4D8E}"/>
              </a:ext>
            </a:extLst>
          </p:cNvPr>
          <p:cNvSpPr/>
          <p:nvPr/>
        </p:nvSpPr>
        <p:spPr bwMode="gray">
          <a:xfrm>
            <a:off x="4992834" y="3229618"/>
            <a:ext cx="45125" cy="898971"/>
          </a:xfrm>
          <a:prstGeom prst="rect">
            <a:avLst/>
          </a:prstGeom>
          <a:solidFill>
            <a:srgbClr val="FFC933"/>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269" name="Gefaltete Ecke 6">
            <a:extLst>
              <a:ext uri="{FF2B5EF4-FFF2-40B4-BE49-F238E27FC236}">
                <a16:creationId xmlns:a16="http://schemas.microsoft.com/office/drawing/2014/main" id="{BECE4C41-38CF-E2E4-B346-614EB1D8507B}"/>
              </a:ext>
            </a:extLst>
          </p:cNvPr>
          <p:cNvSpPr/>
          <p:nvPr/>
        </p:nvSpPr>
        <p:spPr bwMode="gray">
          <a:xfrm>
            <a:off x="8501347" y="3229618"/>
            <a:ext cx="45125" cy="898971"/>
          </a:xfrm>
          <a:prstGeom prst="rect">
            <a:avLst/>
          </a:prstGeom>
          <a:solidFill>
            <a:srgbClr val="FFC933"/>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30" name="Gefaltete Ecke 6">
            <a:extLst>
              <a:ext uri="{FF2B5EF4-FFF2-40B4-BE49-F238E27FC236}">
                <a16:creationId xmlns:a16="http://schemas.microsoft.com/office/drawing/2014/main" id="{8A89365C-E1DD-F30E-1259-765500E07E04}"/>
              </a:ext>
            </a:extLst>
          </p:cNvPr>
          <p:cNvSpPr/>
          <p:nvPr/>
        </p:nvSpPr>
        <p:spPr bwMode="gray">
          <a:xfrm>
            <a:off x="501650" y="3230128"/>
            <a:ext cx="58853" cy="896919"/>
          </a:xfrm>
          <a:prstGeom prst="rect">
            <a:avLst/>
          </a:prstGeom>
          <a:solidFill>
            <a:srgbClr val="FFC933"/>
          </a:solidFill>
          <a:ln w="25400" algn="ctr">
            <a:noFill/>
            <a:miter lim="800000"/>
            <a:headEnd/>
            <a:tailEnd/>
          </a:ln>
        </p:spPr>
        <p:txBody>
          <a:bodyPr lIns="144000" tIns="108000" rIns="108000" bIns="0" rtlCol="0" anchor="t" anchorCtr="0"/>
          <a:lstStyle/>
          <a:p>
            <a:pPr lvl="0" defTabSz="1088558">
              <a:defRPr/>
            </a:pPr>
            <a:endParaRPr lang="en-US" sz="700">
              <a:latin typeface="72 Brand" panose="020B0504030603020204" pitchFamily="34" charset="0"/>
              <a:cs typeface="72" panose="020B0503030000000003" pitchFamily="34" charset="0"/>
            </a:endParaRPr>
          </a:p>
        </p:txBody>
      </p:sp>
      <p:sp>
        <p:nvSpPr>
          <p:cNvPr id="188" name="Gefaltete Ecke 6">
            <a:extLst>
              <a:ext uri="{FF2B5EF4-FFF2-40B4-BE49-F238E27FC236}">
                <a16:creationId xmlns:a16="http://schemas.microsoft.com/office/drawing/2014/main" id="{15E19F3E-D800-8424-F1E4-F6EB115CB323}"/>
              </a:ext>
            </a:extLst>
          </p:cNvPr>
          <p:cNvSpPr/>
          <p:nvPr/>
        </p:nvSpPr>
        <p:spPr bwMode="gray">
          <a:xfrm>
            <a:off x="1485927" y="4186023"/>
            <a:ext cx="45125" cy="898971"/>
          </a:xfrm>
          <a:prstGeom prst="rect">
            <a:avLst/>
          </a:prstGeom>
          <a:solidFill>
            <a:srgbClr val="1B90FF"/>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28" name="Gefaltete Ecke 6">
            <a:extLst>
              <a:ext uri="{FF2B5EF4-FFF2-40B4-BE49-F238E27FC236}">
                <a16:creationId xmlns:a16="http://schemas.microsoft.com/office/drawing/2014/main" id="{437F85BA-AE03-48D8-18FF-54FAE066810E}"/>
              </a:ext>
            </a:extLst>
          </p:cNvPr>
          <p:cNvSpPr/>
          <p:nvPr/>
        </p:nvSpPr>
        <p:spPr bwMode="gray">
          <a:xfrm>
            <a:off x="502344" y="4185517"/>
            <a:ext cx="58853" cy="896917"/>
          </a:xfrm>
          <a:prstGeom prst="rect">
            <a:avLst/>
          </a:prstGeom>
          <a:solidFill>
            <a:srgbClr val="1B90FF"/>
          </a:solidFill>
          <a:ln w="25400" algn="ctr">
            <a:noFill/>
            <a:miter lim="800000"/>
            <a:headEnd/>
            <a:tailEnd/>
          </a:ln>
        </p:spPr>
        <p:txBody>
          <a:bodyPr lIns="144000" tIns="108000" rIns="108000" bIns="0" rtlCol="0" anchor="t" anchorCtr="0"/>
          <a:lstStyle/>
          <a:p>
            <a:pPr lvl="0" defTabSz="1088558">
              <a:defRPr/>
            </a:pPr>
            <a:endParaRPr lang="en-US" sz="700">
              <a:latin typeface="72 Brand" panose="020B0504030603020204" pitchFamily="34" charset="0"/>
              <a:cs typeface="72" panose="020B0503030000000003" pitchFamily="34" charset="0"/>
            </a:endParaRPr>
          </a:p>
        </p:txBody>
      </p:sp>
      <p:sp>
        <p:nvSpPr>
          <p:cNvPr id="11" name="Rounded Rectangle 2">
            <a:extLst>
              <a:ext uri="{FF2B5EF4-FFF2-40B4-BE49-F238E27FC236}">
                <a16:creationId xmlns:a16="http://schemas.microsoft.com/office/drawing/2014/main" id="{A6446A9A-24B9-E157-BA02-73B18DB0A5E3}"/>
              </a:ext>
            </a:extLst>
          </p:cNvPr>
          <p:cNvSpPr/>
          <p:nvPr/>
        </p:nvSpPr>
        <p:spPr bwMode="gray">
          <a:xfrm>
            <a:off x="4992834" y="974710"/>
            <a:ext cx="3060000" cy="227442"/>
          </a:xfrm>
          <a:prstGeom prst="roundRect">
            <a:avLst>
              <a:gd name="adj" fmla="val 21664"/>
            </a:avLst>
          </a:prstGeom>
          <a:solidFill>
            <a:srgbClr val="36A41D"/>
          </a:solidFill>
          <a:ln w="19050" cap="rnd" cmpd="sng">
            <a:noFill/>
            <a:headEnd/>
            <a:tailEnd/>
          </a:ln>
          <a:effectLst/>
        </p:spPr>
        <p:style>
          <a:lnRef idx="3">
            <a:schemeClr val="lt1"/>
          </a:lnRef>
          <a:fillRef idx="1">
            <a:schemeClr val="accent6"/>
          </a:fillRef>
          <a:effectRef idx="1">
            <a:schemeClr val="accent6"/>
          </a:effectRef>
          <a:fontRef idx="minor">
            <a:schemeClr val="lt1"/>
          </a:fontRef>
        </p:style>
        <p:txBody>
          <a:bodyPr wrap="square" lIns="0" tIns="0" rIns="0" bIns="0" rtlCol="0" anchor="ctr">
            <a:noAutofit/>
          </a:bodyPr>
          <a:lstStyle/>
          <a:p>
            <a:pPr algn="ctr" fontAlgn="base">
              <a:spcBef>
                <a:spcPct val="50000"/>
              </a:spcBef>
              <a:spcAft>
                <a:spcPct val="0"/>
              </a:spcAft>
              <a:buClr>
                <a:srgbClr val="F0AB00"/>
              </a:buClr>
              <a:buSzPct val="80000"/>
            </a:pPr>
            <a:r>
              <a:rPr lang="en-US" sz="1000" kern="0" dirty="0">
                <a:solidFill>
                  <a:schemeClr val="bg1"/>
                </a:solidFill>
                <a:latin typeface="72 Brand" panose="020B0504030603020204" pitchFamily="34" charset="0"/>
                <a:ea typeface="Arial Unicode MS" pitchFamily="34" charset="-128"/>
                <a:cs typeface="Arial Unicode MS" pitchFamily="34" charset="-128"/>
                <a:sym typeface="Arial"/>
              </a:rPr>
              <a:t>Exercise 1.3</a:t>
            </a:r>
          </a:p>
        </p:txBody>
      </p:sp>
      <p:sp>
        <p:nvSpPr>
          <p:cNvPr id="13" name="Rounded Rectangle 2">
            <a:extLst>
              <a:ext uri="{FF2B5EF4-FFF2-40B4-BE49-F238E27FC236}">
                <a16:creationId xmlns:a16="http://schemas.microsoft.com/office/drawing/2014/main" id="{1C23D426-0D83-3CED-F17E-17D7DF248C1E}"/>
              </a:ext>
            </a:extLst>
          </p:cNvPr>
          <p:cNvSpPr/>
          <p:nvPr/>
        </p:nvSpPr>
        <p:spPr bwMode="gray">
          <a:xfrm>
            <a:off x="8501347" y="974710"/>
            <a:ext cx="3060000" cy="227442"/>
          </a:xfrm>
          <a:prstGeom prst="roundRect">
            <a:avLst>
              <a:gd name="adj" fmla="val 21664"/>
            </a:avLst>
          </a:prstGeom>
          <a:solidFill>
            <a:srgbClr val="36A41D"/>
          </a:solidFill>
          <a:ln w="19050" cap="rnd" cmpd="sng">
            <a:noFill/>
            <a:headEnd/>
            <a:tailEnd/>
          </a:ln>
          <a:effectLst/>
        </p:spPr>
        <p:style>
          <a:lnRef idx="3">
            <a:schemeClr val="lt1"/>
          </a:lnRef>
          <a:fillRef idx="1">
            <a:schemeClr val="accent6"/>
          </a:fillRef>
          <a:effectRef idx="1">
            <a:schemeClr val="accent6"/>
          </a:effectRef>
          <a:fontRef idx="minor">
            <a:schemeClr val="lt1"/>
          </a:fontRef>
        </p:style>
        <p:txBody>
          <a:bodyPr wrap="square" lIns="0" tIns="0" rIns="0" bIns="0" rtlCol="0" anchor="ctr">
            <a:noAutofit/>
          </a:bodyPr>
          <a:lstStyle/>
          <a:p>
            <a:pPr algn="ctr" fontAlgn="base">
              <a:spcBef>
                <a:spcPct val="50000"/>
              </a:spcBef>
              <a:spcAft>
                <a:spcPct val="0"/>
              </a:spcAft>
              <a:buClr>
                <a:srgbClr val="F0AB00"/>
              </a:buClr>
              <a:buSzPct val="80000"/>
            </a:pPr>
            <a:r>
              <a:rPr lang="en-US" sz="1000" kern="0" dirty="0">
                <a:solidFill>
                  <a:schemeClr val="bg1"/>
                </a:solidFill>
                <a:latin typeface="72 Brand" panose="020B0504030603020204" pitchFamily="34" charset="0"/>
                <a:ea typeface="Arial Unicode MS" pitchFamily="34" charset="-128"/>
                <a:cs typeface="Arial Unicode MS" pitchFamily="34" charset="-128"/>
                <a:sym typeface="Arial"/>
              </a:rPr>
              <a:t>Exercise 1.4</a:t>
            </a:r>
          </a:p>
        </p:txBody>
      </p:sp>
      <p:sp>
        <p:nvSpPr>
          <p:cNvPr id="14" name="Rounded Rectangle 2">
            <a:extLst>
              <a:ext uri="{FF2B5EF4-FFF2-40B4-BE49-F238E27FC236}">
                <a16:creationId xmlns:a16="http://schemas.microsoft.com/office/drawing/2014/main" id="{E0BB1852-928C-AFC3-9429-CFB069E1EE9B}"/>
              </a:ext>
            </a:extLst>
          </p:cNvPr>
          <p:cNvSpPr/>
          <p:nvPr/>
        </p:nvSpPr>
        <p:spPr bwMode="gray">
          <a:xfrm>
            <a:off x="1484319" y="974710"/>
            <a:ext cx="3061607" cy="227442"/>
          </a:xfrm>
          <a:prstGeom prst="roundRect">
            <a:avLst>
              <a:gd name="adj" fmla="val 21664"/>
            </a:avLst>
          </a:prstGeom>
          <a:solidFill>
            <a:srgbClr val="36A41D"/>
          </a:solidFill>
          <a:ln w="19050" cap="rnd" cmpd="sng">
            <a:noFill/>
            <a:headEnd/>
            <a:tailEnd/>
          </a:ln>
          <a:effectLst/>
        </p:spPr>
        <p:style>
          <a:lnRef idx="3">
            <a:schemeClr val="lt1"/>
          </a:lnRef>
          <a:fillRef idx="1">
            <a:schemeClr val="accent6"/>
          </a:fillRef>
          <a:effectRef idx="1">
            <a:schemeClr val="accent6"/>
          </a:effectRef>
          <a:fontRef idx="minor">
            <a:schemeClr val="lt1"/>
          </a:fontRef>
        </p:style>
        <p:txBody>
          <a:bodyPr wrap="square" lIns="0" tIns="0" rIns="0" bIns="0" rtlCol="0" anchor="ctr">
            <a:noAutofit/>
          </a:bodyPr>
          <a:lstStyle/>
          <a:p>
            <a:pPr algn="ctr" fontAlgn="base">
              <a:spcBef>
                <a:spcPct val="50000"/>
              </a:spcBef>
              <a:spcAft>
                <a:spcPct val="0"/>
              </a:spcAft>
              <a:buClr>
                <a:srgbClr val="F0AB00"/>
              </a:buClr>
              <a:buSzPct val="80000"/>
            </a:pPr>
            <a:r>
              <a:rPr lang="en-US" sz="1000" kern="0" dirty="0">
                <a:solidFill>
                  <a:schemeClr val="bg1"/>
                </a:solidFill>
                <a:latin typeface="72 Brand" panose="020B0504030603020204" pitchFamily="34" charset="0"/>
                <a:ea typeface="Arial Unicode MS" pitchFamily="34" charset="-128"/>
                <a:cs typeface="Arial Unicode MS" pitchFamily="34" charset="-128"/>
                <a:sym typeface="Arial"/>
              </a:rPr>
              <a:t>Exercise 1.2</a:t>
            </a:r>
          </a:p>
        </p:txBody>
      </p:sp>
    </p:spTree>
    <p:extLst>
      <p:ext uri="{BB962C8B-B14F-4D97-AF65-F5344CB8AC3E}">
        <p14:creationId xmlns:p14="http://schemas.microsoft.com/office/powerpoint/2010/main" val="170364922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1E1EA7-CEE7-DC9C-1B07-5F41EBA0EBF1}"/>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A7CF839E-88AB-8A04-EFDA-FF55C4A2A26C}"/>
              </a:ext>
            </a:extLst>
          </p:cNvPr>
          <p:cNvSpPr>
            <a:spLocks noGrp="1"/>
          </p:cNvSpPr>
          <p:nvPr>
            <p:ph type="ctrTitle"/>
          </p:nvPr>
        </p:nvSpPr>
        <p:spPr/>
        <p:txBody>
          <a:bodyPr/>
          <a:lstStyle/>
          <a:p>
            <a:r>
              <a:rPr lang="en-US" b="1" noProof="0" dirty="0"/>
              <a:t>Exercise 1.4.1: </a:t>
            </a:r>
            <a:br>
              <a:rPr lang="en-US" b="1" noProof="0" dirty="0"/>
            </a:br>
            <a:br>
              <a:rPr lang="en-US" b="1" noProof="0" dirty="0"/>
            </a:br>
            <a:r>
              <a:rPr lang="en-US" sz="3200" dirty="0"/>
              <a:t>Extension Target Solution Diagram</a:t>
            </a:r>
            <a:endParaRPr lang="en-US" noProof="0" dirty="0"/>
          </a:p>
        </p:txBody>
      </p:sp>
    </p:spTree>
    <p:extLst>
      <p:ext uri="{BB962C8B-B14F-4D97-AF65-F5344CB8AC3E}">
        <p14:creationId xmlns:p14="http://schemas.microsoft.com/office/powerpoint/2010/main" val="394657093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AE36A5-4717-8F9E-9442-8ECADDF29747}"/>
            </a:ext>
          </a:extLst>
        </p:cNvPr>
        <p:cNvGrpSpPr/>
        <p:nvPr/>
      </p:nvGrpSpPr>
      <p:grpSpPr>
        <a:xfrm>
          <a:off x="0" y="0"/>
          <a:ext cx="0" cy="0"/>
          <a:chOff x="0" y="0"/>
          <a:chExt cx="0" cy="0"/>
        </a:xfrm>
      </p:grpSpPr>
      <p:sp>
        <p:nvSpPr>
          <p:cNvPr id="23" name="Rounded Rectangle 22">
            <a:extLst>
              <a:ext uri="{FF2B5EF4-FFF2-40B4-BE49-F238E27FC236}">
                <a16:creationId xmlns:a16="http://schemas.microsoft.com/office/drawing/2014/main" id="{2C5EAEDF-6240-87C5-E8EC-0ACA5BBA7861}"/>
              </a:ext>
            </a:extLst>
          </p:cNvPr>
          <p:cNvSpPr/>
          <p:nvPr/>
        </p:nvSpPr>
        <p:spPr>
          <a:xfrm>
            <a:off x="8808329" y="1140264"/>
            <a:ext cx="2314002" cy="3667126"/>
          </a:xfrm>
          <a:prstGeom prst="roundRect">
            <a:avLst>
              <a:gd name="adj" fmla="val 5659"/>
            </a:avLst>
          </a:prstGeom>
          <a:solidFill>
            <a:schemeClr val="bg1"/>
          </a:solidFill>
          <a:ln w="19050">
            <a:solidFill>
              <a:srgbClr val="0070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400"/>
            <a:endParaRPr lang="en-DE" sz="1100" dirty="0">
              <a:solidFill>
                <a:srgbClr val="FFFFFF"/>
              </a:solidFill>
              <a:latin typeface="72" panose="020B0503030000000003" pitchFamily="34" charset="0"/>
              <a:cs typeface="72" panose="020B0503030000000003" pitchFamily="34" charset="0"/>
            </a:endParaRPr>
          </a:p>
        </p:txBody>
      </p:sp>
      <p:sp>
        <p:nvSpPr>
          <p:cNvPr id="203" name="Rounded Rectangle 19">
            <a:extLst>
              <a:ext uri="{FF2B5EF4-FFF2-40B4-BE49-F238E27FC236}">
                <a16:creationId xmlns:a16="http://schemas.microsoft.com/office/drawing/2014/main" id="{A8167649-8EB6-1B8A-9AC1-228E275100E8}"/>
              </a:ext>
            </a:extLst>
          </p:cNvPr>
          <p:cNvSpPr/>
          <p:nvPr/>
        </p:nvSpPr>
        <p:spPr>
          <a:xfrm>
            <a:off x="8928435" y="2184528"/>
            <a:ext cx="2038531" cy="351396"/>
          </a:xfrm>
          <a:prstGeom prst="roundRect">
            <a:avLst>
              <a:gd name="adj" fmla="val 7872"/>
            </a:avLst>
          </a:prstGeom>
          <a:solidFill>
            <a:schemeClr val="bg1"/>
          </a:solidFill>
          <a:ln w="12700">
            <a:solidFill>
              <a:srgbClr val="0070F2"/>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202" name="Rounded Rectangle 19">
            <a:extLst>
              <a:ext uri="{FF2B5EF4-FFF2-40B4-BE49-F238E27FC236}">
                <a16:creationId xmlns:a16="http://schemas.microsoft.com/office/drawing/2014/main" id="{C47646F1-409F-6114-2488-91082C610111}"/>
              </a:ext>
            </a:extLst>
          </p:cNvPr>
          <p:cNvSpPr/>
          <p:nvPr/>
        </p:nvSpPr>
        <p:spPr>
          <a:xfrm>
            <a:off x="8928436" y="1723789"/>
            <a:ext cx="2038531" cy="351396"/>
          </a:xfrm>
          <a:prstGeom prst="roundRect">
            <a:avLst>
              <a:gd name="adj" fmla="val 7872"/>
            </a:avLst>
          </a:prstGeom>
          <a:solidFill>
            <a:schemeClr val="bg1"/>
          </a:solidFill>
          <a:ln w="12700">
            <a:solidFill>
              <a:srgbClr val="0070F2"/>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178" name="Straight Arrow Connector 177">
            <a:extLst>
              <a:ext uri="{FF2B5EF4-FFF2-40B4-BE49-F238E27FC236}">
                <a16:creationId xmlns:a16="http://schemas.microsoft.com/office/drawing/2014/main" id="{776E745C-28D1-7ACB-DF59-AE926EA03315}"/>
              </a:ext>
            </a:extLst>
          </p:cNvPr>
          <p:cNvCxnSpPr>
            <a:cxnSpLocks/>
          </p:cNvCxnSpPr>
          <p:nvPr/>
        </p:nvCxnSpPr>
        <p:spPr>
          <a:xfrm>
            <a:off x="7897437" y="1199411"/>
            <a:ext cx="0" cy="4915573"/>
          </a:xfrm>
          <a:prstGeom prst="straightConnector1">
            <a:avLst/>
          </a:prstGeom>
          <a:ln w="38100">
            <a:solidFill>
              <a:srgbClr val="5B738B"/>
            </a:solidFill>
            <a:headEnd w="sm" len="sm"/>
            <a:tailEnd type="none" w="sm" len="sm"/>
          </a:ln>
        </p:spPr>
        <p:style>
          <a:lnRef idx="1">
            <a:schemeClr val="accent1"/>
          </a:lnRef>
          <a:fillRef idx="0">
            <a:schemeClr val="accent1"/>
          </a:fillRef>
          <a:effectRef idx="0">
            <a:schemeClr val="accent1"/>
          </a:effectRef>
          <a:fontRef idx="minor">
            <a:schemeClr val="tx1"/>
          </a:fontRef>
        </p:style>
      </p:cxnSp>
      <p:sp>
        <p:nvSpPr>
          <p:cNvPr id="4" name="Rounded Rectangle 3">
            <a:extLst>
              <a:ext uri="{FF2B5EF4-FFF2-40B4-BE49-F238E27FC236}">
                <a16:creationId xmlns:a16="http://schemas.microsoft.com/office/drawing/2014/main" id="{F3A5573F-A596-63A3-3E97-B559518EECF7}"/>
              </a:ext>
            </a:extLst>
          </p:cNvPr>
          <p:cNvSpPr/>
          <p:nvPr/>
        </p:nvSpPr>
        <p:spPr>
          <a:xfrm>
            <a:off x="2290964" y="1140264"/>
            <a:ext cx="4719297" cy="5091584"/>
          </a:xfrm>
          <a:prstGeom prst="roundRect">
            <a:avLst>
              <a:gd name="adj" fmla="val 3112"/>
            </a:avLst>
          </a:prstGeom>
          <a:solidFill>
            <a:srgbClr val="EBF8FF"/>
          </a:solidFill>
          <a:ln w="19050">
            <a:solidFill>
              <a:srgbClr val="0070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sz="1400"/>
          </a:p>
        </p:txBody>
      </p:sp>
      <p:sp>
        <p:nvSpPr>
          <p:cNvPr id="6" name="Rounded Rectangle 5">
            <a:extLst>
              <a:ext uri="{FF2B5EF4-FFF2-40B4-BE49-F238E27FC236}">
                <a16:creationId xmlns:a16="http://schemas.microsoft.com/office/drawing/2014/main" id="{F394285D-C33E-5468-A31A-4B7B0EFBA51D}"/>
              </a:ext>
            </a:extLst>
          </p:cNvPr>
          <p:cNvSpPr/>
          <p:nvPr/>
        </p:nvSpPr>
        <p:spPr>
          <a:xfrm>
            <a:off x="2450945" y="1622388"/>
            <a:ext cx="4354460" cy="2370190"/>
          </a:xfrm>
          <a:prstGeom prst="roundRect">
            <a:avLst>
              <a:gd name="adj" fmla="val 3984"/>
            </a:avLst>
          </a:prstGeom>
          <a:solidFill>
            <a:schemeClr val="bg1"/>
          </a:solidFill>
          <a:ln w="19050">
            <a:solidFill>
              <a:srgbClr val="0070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400"/>
            <a:endParaRPr lang="en-DE" sz="1100" dirty="0">
              <a:solidFill>
                <a:srgbClr val="FFFFFF"/>
              </a:solidFill>
              <a:latin typeface="72" panose="020B0503030000000003" pitchFamily="34" charset="0"/>
              <a:cs typeface="72" panose="020B0503030000000003" pitchFamily="34" charset="0"/>
            </a:endParaRPr>
          </a:p>
        </p:txBody>
      </p:sp>
      <p:sp>
        <p:nvSpPr>
          <p:cNvPr id="131" name="Rounded Rectangle 19">
            <a:extLst>
              <a:ext uri="{FF2B5EF4-FFF2-40B4-BE49-F238E27FC236}">
                <a16:creationId xmlns:a16="http://schemas.microsoft.com/office/drawing/2014/main" id="{978B935E-0F66-2D10-0C6E-D23847736C1E}"/>
              </a:ext>
            </a:extLst>
          </p:cNvPr>
          <p:cNvSpPr/>
          <p:nvPr/>
        </p:nvSpPr>
        <p:spPr>
          <a:xfrm>
            <a:off x="2533064" y="2083230"/>
            <a:ext cx="2649596" cy="1612768"/>
          </a:xfrm>
          <a:prstGeom prst="roundRect">
            <a:avLst>
              <a:gd name="adj" fmla="val 7872"/>
            </a:avLst>
          </a:prstGeom>
          <a:solidFill>
            <a:srgbClr val="EBF8FF"/>
          </a:solidFill>
          <a:ln w="19050">
            <a:solidFill>
              <a:srgbClr val="0070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sz="1400"/>
          </a:p>
        </p:txBody>
      </p:sp>
      <p:sp>
        <p:nvSpPr>
          <p:cNvPr id="7" name="Text 26">
            <a:extLst>
              <a:ext uri="{FF2B5EF4-FFF2-40B4-BE49-F238E27FC236}">
                <a16:creationId xmlns:a16="http://schemas.microsoft.com/office/drawing/2014/main" id="{CC0D14C0-E2A9-8683-F7C6-7FCBFB619841}"/>
              </a:ext>
            </a:extLst>
          </p:cNvPr>
          <p:cNvSpPr/>
          <p:nvPr/>
        </p:nvSpPr>
        <p:spPr>
          <a:xfrm>
            <a:off x="2582072" y="1758994"/>
            <a:ext cx="928569" cy="128901"/>
          </a:xfrm>
          <a:prstGeom prst="rect">
            <a:avLst/>
          </a:prstGeom>
          <a:noFill/>
          <a:ln/>
        </p:spPr>
        <p:txBody>
          <a:bodyPr wrap="square" lIns="0" tIns="0" rIns="0" bIns="0" rtlCol="0" anchor="t"/>
          <a:lstStyle/>
          <a:p>
            <a:pPr marL="0" indent="0" algn="l">
              <a:lnSpc>
                <a:spcPts val="1100"/>
              </a:lnSpc>
              <a:buNone/>
            </a:pPr>
            <a:r>
              <a:rPr lang="en-US" sz="900" dirty="0">
                <a:solidFill>
                  <a:srgbClr val="354A5F"/>
                </a:solidFill>
                <a:latin typeface="72 Bold" pitchFamily="34" charset="0"/>
                <a:ea typeface="72 Bold" pitchFamily="34" charset="-122"/>
                <a:cs typeface="72 Bold" pitchFamily="34" charset="-120"/>
              </a:rPr>
              <a:t>Subaccount</a:t>
            </a:r>
            <a:endParaRPr lang="en-US" sz="900" dirty="0">
              <a:solidFill>
                <a:srgbClr val="354A5F"/>
              </a:solidFill>
            </a:endParaRPr>
          </a:p>
        </p:txBody>
      </p:sp>
      <p:sp>
        <p:nvSpPr>
          <p:cNvPr id="8" name="Text 29">
            <a:extLst>
              <a:ext uri="{FF2B5EF4-FFF2-40B4-BE49-F238E27FC236}">
                <a16:creationId xmlns:a16="http://schemas.microsoft.com/office/drawing/2014/main" id="{31A4B44F-DCB7-511F-894F-D05A855F0114}"/>
              </a:ext>
            </a:extLst>
          </p:cNvPr>
          <p:cNvSpPr/>
          <p:nvPr/>
        </p:nvSpPr>
        <p:spPr>
          <a:xfrm>
            <a:off x="2579238" y="1899901"/>
            <a:ext cx="739609" cy="153113"/>
          </a:xfrm>
          <a:prstGeom prst="rect">
            <a:avLst/>
          </a:prstGeom>
          <a:noFill/>
          <a:ln/>
        </p:spPr>
        <p:txBody>
          <a:bodyPr wrap="square" lIns="0" tIns="0" rIns="0" bIns="0" rtlCol="0" anchor="t"/>
          <a:lstStyle/>
          <a:p>
            <a:pPr marL="0" indent="0" algn="l">
              <a:buNone/>
            </a:pPr>
            <a:r>
              <a:rPr lang="en-US" sz="800" dirty="0">
                <a:solidFill>
                  <a:srgbClr val="1D2D3E"/>
                </a:solidFill>
                <a:latin typeface="72" panose="020B0503030000000003" pitchFamily="34" charset="0"/>
                <a:ea typeface="72 Semibold" pitchFamily="34" charset="-122"/>
                <a:cs typeface="72" panose="020B0503030000000003" pitchFamily="34" charset="0"/>
              </a:rPr>
              <a:t>Multi-Cloud</a:t>
            </a:r>
            <a:endParaRPr lang="en-US" sz="800" dirty="0">
              <a:solidFill>
                <a:srgbClr val="1D2D3E"/>
              </a:solidFill>
              <a:latin typeface="72" panose="020B0503030000000003" pitchFamily="34" charset="0"/>
              <a:cs typeface="72" panose="020B0503030000000003" pitchFamily="34" charset="0"/>
            </a:endParaRPr>
          </a:p>
        </p:txBody>
      </p:sp>
      <p:sp>
        <p:nvSpPr>
          <p:cNvPr id="21" name="Rounded Rectangle 20">
            <a:extLst>
              <a:ext uri="{FF2B5EF4-FFF2-40B4-BE49-F238E27FC236}">
                <a16:creationId xmlns:a16="http://schemas.microsoft.com/office/drawing/2014/main" id="{36E9DCF5-8F32-A89E-C9B6-732AE80D169C}"/>
              </a:ext>
            </a:extLst>
          </p:cNvPr>
          <p:cNvSpPr/>
          <p:nvPr/>
        </p:nvSpPr>
        <p:spPr>
          <a:xfrm>
            <a:off x="2450946" y="5112339"/>
            <a:ext cx="1548697" cy="969789"/>
          </a:xfrm>
          <a:prstGeom prst="roundRect">
            <a:avLst>
              <a:gd name="adj" fmla="val 6525"/>
            </a:avLst>
          </a:prstGeom>
          <a:solidFill>
            <a:schemeClr val="bg1"/>
          </a:solidFill>
          <a:ln w="19050">
            <a:solidFill>
              <a:srgbClr val="0070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400"/>
            <a:endParaRPr lang="en-DE" sz="1100" dirty="0">
              <a:solidFill>
                <a:srgbClr val="FFFFFF"/>
              </a:solidFill>
              <a:latin typeface="72" panose="020B0503030000000003" pitchFamily="34" charset="0"/>
              <a:cs typeface="72" panose="020B0503030000000003" pitchFamily="34" charset="0"/>
            </a:endParaRPr>
          </a:p>
        </p:txBody>
      </p:sp>
      <p:sp>
        <p:nvSpPr>
          <p:cNvPr id="26" name="Text 36">
            <a:extLst>
              <a:ext uri="{FF2B5EF4-FFF2-40B4-BE49-F238E27FC236}">
                <a16:creationId xmlns:a16="http://schemas.microsoft.com/office/drawing/2014/main" id="{D9C27EED-EFB5-ABC3-CF3E-F3ECBC5322F5}"/>
              </a:ext>
            </a:extLst>
          </p:cNvPr>
          <p:cNvSpPr/>
          <p:nvPr/>
        </p:nvSpPr>
        <p:spPr>
          <a:xfrm>
            <a:off x="7984907" y="1310343"/>
            <a:ext cx="823422" cy="228600"/>
          </a:xfrm>
          <a:prstGeom prst="rect">
            <a:avLst/>
          </a:prstGeom>
          <a:noFill/>
          <a:ln/>
        </p:spPr>
        <p:txBody>
          <a:bodyPr wrap="square" lIns="0" tIns="0" rIns="0" bIns="0" rtlCol="0" anchor="t"/>
          <a:lstStyle/>
          <a:p>
            <a:pPr>
              <a:lnSpc>
                <a:spcPts val="1400"/>
              </a:lnSpc>
            </a:pPr>
            <a:r>
              <a:rPr lang="en-US" sz="700" dirty="0">
                <a:solidFill>
                  <a:srgbClr val="475E75"/>
                </a:solidFill>
                <a:latin typeface="72" panose="020B0503030000000003" pitchFamily="34" charset="0"/>
                <a:ea typeface="72 Black" pitchFamily="34" charset="-122"/>
                <a:cs typeface="72" panose="020B0503030000000003" pitchFamily="34" charset="0"/>
              </a:rPr>
              <a:t>NETWORK</a:t>
            </a:r>
            <a:endParaRPr lang="en-US" sz="700" dirty="0">
              <a:solidFill>
                <a:srgbClr val="475E75"/>
              </a:solidFill>
              <a:latin typeface="72" panose="020B0503030000000003" pitchFamily="34" charset="0"/>
              <a:cs typeface="72" panose="020B0503030000000003" pitchFamily="34" charset="0"/>
            </a:endParaRPr>
          </a:p>
        </p:txBody>
      </p:sp>
      <p:pic>
        <p:nvPicPr>
          <p:cNvPr id="28" name="Graphic 27">
            <a:extLst>
              <a:ext uri="{FF2B5EF4-FFF2-40B4-BE49-F238E27FC236}">
                <a16:creationId xmlns:a16="http://schemas.microsoft.com/office/drawing/2014/main" id="{F2A2612A-BF47-645D-6965-CC4F5A6BF4E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006393" y="5228673"/>
            <a:ext cx="417600" cy="417600"/>
          </a:xfrm>
          <a:prstGeom prst="rect">
            <a:avLst/>
          </a:prstGeom>
        </p:spPr>
      </p:pic>
      <p:sp>
        <p:nvSpPr>
          <p:cNvPr id="29" name="Text 26">
            <a:extLst>
              <a:ext uri="{FF2B5EF4-FFF2-40B4-BE49-F238E27FC236}">
                <a16:creationId xmlns:a16="http://schemas.microsoft.com/office/drawing/2014/main" id="{90BCCCCC-C1C6-3228-D32F-52DF97E8D985}"/>
              </a:ext>
            </a:extLst>
          </p:cNvPr>
          <p:cNvSpPr/>
          <p:nvPr/>
        </p:nvSpPr>
        <p:spPr>
          <a:xfrm>
            <a:off x="2578539" y="5730683"/>
            <a:ext cx="1274516" cy="233253"/>
          </a:xfrm>
          <a:prstGeom prst="rect">
            <a:avLst/>
          </a:prstGeom>
          <a:noFill/>
          <a:ln/>
        </p:spPr>
        <p:txBody>
          <a:bodyPr wrap="square" lIns="0" tIns="0" rIns="0" bIns="0" rtlCol="0" anchor="t"/>
          <a:lstStyle/>
          <a:p>
            <a:pPr marL="0" indent="0" algn="ctr">
              <a:lnSpc>
                <a:spcPts val="1100"/>
              </a:lnSpc>
              <a:buNone/>
            </a:pPr>
            <a:r>
              <a:rPr lang="en-US" sz="900" dirty="0">
                <a:solidFill>
                  <a:srgbClr val="1D2D3E"/>
                </a:solidFill>
                <a:latin typeface="72 Bold" pitchFamily="34" charset="0"/>
                <a:ea typeface="72 Bold" pitchFamily="34" charset="-122"/>
                <a:cs typeface="72 Bold" pitchFamily="34" charset="-120"/>
              </a:rPr>
              <a:t>SAP Cloud Identity Service</a:t>
            </a:r>
            <a:endParaRPr lang="en-US" sz="900" dirty="0">
              <a:solidFill>
                <a:srgbClr val="1D2D3E"/>
              </a:solidFill>
            </a:endParaRPr>
          </a:p>
        </p:txBody>
      </p:sp>
      <p:cxnSp>
        <p:nvCxnSpPr>
          <p:cNvPr id="70" name="Straight Arrow Connector 69">
            <a:extLst>
              <a:ext uri="{FF2B5EF4-FFF2-40B4-BE49-F238E27FC236}">
                <a16:creationId xmlns:a16="http://schemas.microsoft.com/office/drawing/2014/main" id="{134ABDCA-FFD7-E95B-C776-CD0FF023A2E2}"/>
              </a:ext>
            </a:extLst>
          </p:cNvPr>
          <p:cNvCxnSpPr>
            <a:cxnSpLocks/>
            <a:endCxn id="141" idx="1"/>
          </p:cNvCxnSpPr>
          <p:nvPr/>
        </p:nvCxnSpPr>
        <p:spPr>
          <a:xfrm flipH="1">
            <a:off x="1651652" y="5882173"/>
            <a:ext cx="808723" cy="0"/>
          </a:xfrm>
          <a:prstGeom prst="straightConnector1">
            <a:avLst/>
          </a:prstGeom>
          <a:ln w="19050">
            <a:solidFill>
              <a:srgbClr val="354A5F"/>
            </a:solidFill>
            <a:prstDash val="dash"/>
            <a:headEnd w="sm" len="sm"/>
            <a:tailEnd type="none" w="med" len="lg"/>
          </a:ln>
        </p:spPr>
        <p:style>
          <a:lnRef idx="1">
            <a:schemeClr val="accent1"/>
          </a:lnRef>
          <a:fillRef idx="0">
            <a:schemeClr val="accent1"/>
          </a:fillRef>
          <a:effectRef idx="0">
            <a:schemeClr val="accent1"/>
          </a:effectRef>
          <a:fontRef idx="minor">
            <a:schemeClr val="tx1"/>
          </a:fontRef>
        </p:style>
      </p:cxnSp>
      <p:pic>
        <p:nvPicPr>
          <p:cNvPr id="5" name="Graphic 4">
            <a:extLst>
              <a:ext uri="{FF2B5EF4-FFF2-40B4-BE49-F238E27FC236}">
                <a16:creationId xmlns:a16="http://schemas.microsoft.com/office/drawing/2014/main" id="{1348512D-A255-4A1C-80D9-965565989C6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460375" y="1311609"/>
            <a:ext cx="551797" cy="153277"/>
          </a:xfrm>
          <a:prstGeom prst="rect">
            <a:avLst/>
          </a:prstGeom>
        </p:spPr>
      </p:pic>
      <p:cxnSp>
        <p:nvCxnSpPr>
          <p:cNvPr id="170" name="Elbow Connector 169">
            <a:extLst>
              <a:ext uri="{FF2B5EF4-FFF2-40B4-BE49-F238E27FC236}">
                <a16:creationId xmlns:a16="http://schemas.microsoft.com/office/drawing/2014/main" id="{55F622F1-A713-BF06-2FA1-55FCE45B0837}"/>
              </a:ext>
            </a:extLst>
          </p:cNvPr>
          <p:cNvCxnSpPr>
            <a:cxnSpLocks/>
            <a:stCxn id="21" idx="3"/>
            <a:endCxn id="23" idx="2"/>
          </p:cNvCxnSpPr>
          <p:nvPr/>
        </p:nvCxnSpPr>
        <p:spPr>
          <a:xfrm flipV="1">
            <a:off x="3999643" y="4807390"/>
            <a:ext cx="5965687" cy="789844"/>
          </a:xfrm>
          <a:prstGeom prst="bentConnector2">
            <a:avLst/>
          </a:prstGeom>
          <a:ln w="19050" cap="rnd">
            <a:solidFill>
              <a:srgbClr val="188918"/>
            </a:solidFill>
            <a:round/>
            <a:headEnd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4" name="Rounded Rectangle 19">
            <a:extLst>
              <a:ext uri="{FF2B5EF4-FFF2-40B4-BE49-F238E27FC236}">
                <a16:creationId xmlns:a16="http://schemas.microsoft.com/office/drawing/2014/main" id="{F81821A9-139C-7F3E-79BC-5FF09004FA2B}"/>
              </a:ext>
            </a:extLst>
          </p:cNvPr>
          <p:cNvSpPr/>
          <p:nvPr/>
        </p:nvSpPr>
        <p:spPr>
          <a:xfrm>
            <a:off x="2660514" y="2447129"/>
            <a:ext cx="2394124" cy="1047273"/>
          </a:xfrm>
          <a:prstGeom prst="roundRect">
            <a:avLst>
              <a:gd name="adj" fmla="val 7872"/>
            </a:avLst>
          </a:prstGeom>
          <a:solidFill>
            <a:schemeClr val="bg1"/>
          </a:solidFill>
          <a:ln w="12700">
            <a:solidFill>
              <a:srgbClr val="0070F2"/>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pic>
        <p:nvPicPr>
          <p:cNvPr id="13" name="Graphic 12">
            <a:extLst>
              <a:ext uri="{FF2B5EF4-FFF2-40B4-BE49-F238E27FC236}">
                <a16:creationId xmlns:a16="http://schemas.microsoft.com/office/drawing/2014/main" id="{1B196EAC-1B51-C9D5-E734-0E649A00170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728184" y="2763894"/>
            <a:ext cx="417600" cy="417600"/>
          </a:xfrm>
          <a:prstGeom prst="rect">
            <a:avLst/>
          </a:prstGeom>
        </p:spPr>
      </p:pic>
      <p:sp>
        <p:nvSpPr>
          <p:cNvPr id="14" name="Text 26">
            <a:extLst>
              <a:ext uri="{FF2B5EF4-FFF2-40B4-BE49-F238E27FC236}">
                <a16:creationId xmlns:a16="http://schemas.microsoft.com/office/drawing/2014/main" id="{0B7D93BE-8034-3C9D-303E-78216B33016A}"/>
              </a:ext>
            </a:extLst>
          </p:cNvPr>
          <p:cNvSpPr/>
          <p:nvPr/>
        </p:nvSpPr>
        <p:spPr>
          <a:xfrm>
            <a:off x="5270129" y="3254345"/>
            <a:ext cx="1274516" cy="233253"/>
          </a:xfrm>
          <a:prstGeom prst="rect">
            <a:avLst/>
          </a:prstGeom>
          <a:noFill/>
          <a:ln/>
        </p:spPr>
        <p:txBody>
          <a:bodyPr wrap="square" lIns="0" tIns="0" rIns="0" bIns="0" rtlCol="0" anchor="t"/>
          <a:lstStyle/>
          <a:p>
            <a:pPr marL="0" indent="0" algn="ctr">
              <a:lnSpc>
                <a:spcPts val="1100"/>
              </a:lnSpc>
              <a:buNone/>
            </a:pPr>
            <a:r>
              <a:rPr lang="en-US" sz="900" dirty="0">
                <a:solidFill>
                  <a:srgbClr val="1D2D3E"/>
                </a:solidFill>
                <a:latin typeface="72 Bold" pitchFamily="34" charset="0"/>
                <a:ea typeface="72 Bold" pitchFamily="34" charset="-122"/>
                <a:cs typeface="72 Bold" pitchFamily="34" charset="-120"/>
              </a:rPr>
              <a:t>Destination</a:t>
            </a:r>
            <a:endParaRPr lang="en-US" sz="900" dirty="0">
              <a:solidFill>
                <a:srgbClr val="1D2D3E"/>
              </a:solidFill>
            </a:endParaRPr>
          </a:p>
        </p:txBody>
      </p:sp>
      <p:cxnSp>
        <p:nvCxnSpPr>
          <p:cNvPr id="18" name="Straight Arrow Connector 17">
            <a:extLst>
              <a:ext uri="{FF2B5EF4-FFF2-40B4-BE49-F238E27FC236}">
                <a16:creationId xmlns:a16="http://schemas.microsoft.com/office/drawing/2014/main" id="{5D4E84A0-678D-9249-CEBB-6DBFA48E6B1D}"/>
              </a:ext>
            </a:extLst>
          </p:cNvPr>
          <p:cNvCxnSpPr>
            <a:cxnSpLocks/>
            <a:stCxn id="74" idx="3"/>
            <a:endCxn id="13" idx="1"/>
          </p:cNvCxnSpPr>
          <p:nvPr/>
        </p:nvCxnSpPr>
        <p:spPr>
          <a:xfrm>
            <a:off x="5054638" y="2970766"/>
            <a:ext cx="673546" cy="1928"/>
          </a:xfrm>
          <a:prstGeom prst="straightConnector1">
            <a:avLst/>
          </a:prstGeom>
          <a:ln w="19050">
            <a:solidFill>
              <a:srgbClr val="354A5F"/>
            </a:solidFill>
            <a:headEnd w="med" len="med"/>
            <a:tailEnd type="triangle" w="sm" len="med"/>
          </a:ln>
        </p:spPr>
        <p:style>
          <a:lnRef idx="1">
            <a:schemeClr val="accent1"/>
          </a:lnRef>
          <a:fillRef idx="0">
            <a:schemeClr val="accent1"/>
          </a:fillRef>
          <a:effectRef idx="0">
            <a:schemeClr val="accent1"/>
          </a:effectRef>
          <a:fontRef idx="minor">
            <a:schemeClr val="tx1"/>
          </a:fontRef>
        </p:style>
      </p:cxnSp>
      <p:cxnSp>
        <p:nvCxnSpPr>
          <p:cNvPr id="110" name="Straight Arrow Connector 17">
            <a:extLst>
              <a:ext uri="{FF2B5EF4-FFF2-40B4-BE49-F238E27FC236}">
                <a16:creationId xmlns:a16="http://schemas.microsoft.com/office/drawing/2014/main" id="{7316A430-8DE8-0EA1-8F9F-D9A156626C7B}"/>
              </a:ext>
            </a:extLst>
          </p:cNvPr>
          <p:cNvCxnSpPr>
            <a:cxnSpLocks/>
            <a:stCxn id="13" idx="3"/>
            <a:endCxn id="23" idx="1"/>
          </p:cNvCxnSpPr>
          <p:nvPr/>
        </p:nvCxnSpPr>
        <p:spPr>
          <a:xfrm>
            <a:off x="6145784" y="2972694"/>
            <a:ext cx="2662545" cy="1133"/>
          </a:xfrm>
          <a:prstGeom prst="straightConnector1">
            <a:avLst/>
          </a:prstGeom>
          <a:ln w="19050">
            <a:solidFill>
              <a:srgbClr val="354A5F"/>
            </a:solidFill>
            <a:headEnd w="med" len="med"/>
            <a:tailEnd type="triangle" w="sm" len="med"/>
          </a:ln>
        </p:spPr>
        <p:style>
          <a:lnRef idx="1">
            <a:schemeClr val="accent1"/>
          </a:lnRef>
          <a:fillRef idx="0">
            <a:schemeClr val="accent1"/>
          </a:fillRef>
          <a:effectRef idx="0">
            <a:schemeClr val="accent1"/>
          </a:effectRef>
          <a:fontRef idx="minor">
            <a:schemeClr val="tx1"/>
          </a:fontRef>
        </p:style>
      </p:cxnSp>
      <p:sp>
        <p:nvSpPr>
          <p:cNvPr id="113" name="Text 29">
            <a:extLst>
              <a:ext uri="{FF2B5EF4-FFF2-40B4-BE49-F238E27FC236}">
                <a16:creationId xmlns:a16="http://schemas.microsoft.com/office/drawing/2014/main" id="{AF34BAD7-A468-7938-CCB1-90E0690C2AFB}"/>
              </a:ext>
            </a:extLst>
          </p:cNvPr>
          <p:cNvSpPr/>
          <p:nvPr/>
        </p:nvSpPr>
        <p:spPr>
          <a:xfrm>
            <a:off x="9035714" y="1831612"/>
            <a:ext cx="739609" cy="176014"/>
          </a:xfrm>
          <a:prstGeom prst="rect">
            <a:avLst/>
          </a:prstGeom>
          <a:noFill/>
          <a:ln/>
        </p:spPr>
        <p:txBody>
          <a:bodyPr wrap="square" lIns="0" tIns="0" rIns="0" bIns="0" rtlCol="0" anchor="t"/>
          <a:lstStyle/>
          <a:p>
            <a:pPr marL="0" indent="0" algn="l">
              <a:buNone/>
            </a:pPr>
            <a:r>
              <a:rPr lang="en-US" sz="1000" dirty="0">
                <a:solidFill>
                  <a:srgbClr val="1D2D3E"/>
                </a:solidFill>
                <a:latin typeface="72" panose="020B0503030000000003" pitchFamily="34" charset="0"/>
                <a:cs typeface="72" panose="020B0503030000000003" pitchFamily="34" charset="0"/>
              </a:rPr>
              <a:t>..</a:t>
            </a:r>
          </a:p>
        </p:txBody>
      </p:sp>
      <p:sp>
        <p:nvSpPr>
          <p:cNvPr id="114" name="Text 29">
            <a:extLst>
              <a:ext uri="{FF2B5EF4-FFF2-40B4-BE49-F238E27FC236}">
                <a16:creationId xmlns:a16="http://schemas.microsoft.com/office/drawing/2014/main" id="{DFF3898A-19E7-E64E-6967-3DCEC3376D55}"/>
              </a:ext>
            </a:extLst>
          </p:cNvPr>
          <p:cNvSpPr/>
          <p:nvPr/>
        </p:nvSpPr>
        <p:spPr>
          <a:xfrm>
            <a:off x="9015586" y="2279587"/>
            <a:ext cx="942943" cy="153113"/>
          </a:xfrm>
          <a:prstGeom prst="rect">
            <a:avLst/>
          </a:prstGeom>
          <a:noFill/>
          <a:ln/>
        </p:spPr>
        <p:txBody>
          <a:bodyPr wrap="square" lIns="0" tIns="0" rIns="0" bIns="0" rtlCol="0" anchor="t"/>
          <a:lstStyle/>
          <a:p>
            <a:pPr marL="0" indent="0" algn="l">
              <a:buNone/>
            </a:pPr>
            <a:r>
              <a:rPr lang="en-US" sz="1000">
                <a:solidFill>
                  <a:srgbClr val="1D2D3E"/>
                </a:solidFill>
                <a:latin typeface="72" panose="020B0503030000000003" pitchFamily="34" charset="0"/>
                <a:cs typeface="72" panose="020B0503030000000003" pitchFamily="34" charset="0"/>
              </a:rPr>
              <a:t>..</a:t>
            </a:r>
            <a:endParaRPr lang="en-US" sz="1000" dirty="0">
              <a:solidFill>
                <a:srgbClr val="1D2D3E"/>
              </a:solidFill>
              <a:latin typeface="72" panose="020B0503030000000003" pitchFamily="34" charset="0"/>
              <a:cs typeface="72" panose="020B0503030000000003" pitchFamily="34" charset="0"/>
            </a:endParaRPr>
          </a:p>
        </p:txBody>
      </p:sp>
      <p:grpSp>
        <p:nvGrpSpPr>
          <p:cNvPr id="220" name="Group 219">
            <a:extLst>
              <a:ext uri="{FF2B5EF4-FFF2-40B4-BE49-F238E27FC236}">
                <a16:creationId xmlns:a16="http://schemas.microsoft.com/office/drawing/2014/main" id="{C10369E0-02FA-1FE5-BD88-874D9B82DD2F}"/>
              </a:ext>
            </a:extLst>
          </p:cNvPr>
          <p:cNvGrpSpPr/>
          <p:nvPr/>
        </p:nvGrpSpPr>
        <p:grpSpPr>
          <a:xfrm>
            <a:off x="9452867" y="5867529"/>
            <a:ext cx="1428800" cy="842799"/>
            <a:chOff x="1975412" y="5009002"/>
            <a:chExt cx="1428800" cy="842799"/>
          </a:xfrm>
        </p:grpSpPr>
        <p:sp>
          <p:nvSpPr>
            <p:cNvPr id="210" name="Rectangle 209">
              <a:extLst>
                <a:ext uri="{FF2B5EF4-FFF2-40B4-BE49-F238E27FC236}">
                  <a16:creationId xmlns:a16="http://schemas.microsoft.com/office/drawing/2014/main" id="{E48BC28C-7E70-F0B1-C6EA-F041FC18DD04}"/>
                </a:ext>
              </a:extLst>
            </p:cNvPr>
            <p:cNvSpPr/>
            <p:nvPr/>
          </p:nvSpPr>
          <p:spPr bwMode="gray">
            <a:xfrm>
              <a:off x="1975412" y="5009002"/>
              <a:ext cx="1428800" cy="842799"/>
            </a:xfrm>
            <a:prstGeom prst="rect">
              <a:avLst/>
            </a:prstGeom>
            <a:solidFill>
              <a:srgbClr val="F5F6F8"/>
            </a:solidFill>
            <a:ln w="2540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DE"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12" name="Text 29">
              <a:extLst>
                <a:ext uri="{FF2B5EF4-FFF2-40B4-BE49-F238E27FC236}">
                  <a16:creationId xmlns:a16="http://schemas.microsoft.com/office/drawing/2014/main" id="{9F3F889F-618E-8E06-7EDD-00286B5A0E37}"/>
                </a:ext>
              </a:extLst>
            </p:cNvPr>
            <p:cNvSpPr/>
            <p:nvPr/>
          </p:nvSpPr>
          <p:spPr>
            <a:xfrm>
              <a:off x="2059443" y="5071708"/>
              <a:ext cx="588600" cy="120909"/>
            </a:xfrm>
            <a:prstGeom prst="rect">
              <a:avLst/>
            </a:prstGeom>
            <a:noFill/>
            <a:ln/>
          </p:spPr>
          <p:txBody>
            <a:bodyPr wrap="square" lIns="0" tIns="0" rIns="0" bIns="0" rtlCol="0" anchor="t"/>
            <a:lstStyle/>
            <a:p>
              <a:pPr marL="0" indent="0" algn="l">
                <a:buNone/>
              </a:pPr>
              <a:r>
                <a:rPr lang="en-US" sz="800" dirty="0">
                  <a:solidFill>
                    <a:srgbClr val="1D2D3E"/>
                  </a:solidFill>
                  <a:latin typeface="72 Semibold" pitchFamily="34" charset="0"/>
                  <a:ea typeface="72 Semibold" pitchFamily="34" charset="-122"/>
                  <a:cs typeface="72 Semibold" pitchFamily="34" charset="-120"/>
                </a:rPr>
                <a:t>Legend</a:t>
              </a:r>
              <a:endParaRPr lang="en-US" sz="800" dirty="0">
                <a:solidFill>
                  <a:srgbClr val="1D2D3E"/>
                </a:solidFill>
              </a:endParaRPr>
            </a:p>
          </p:txBody>
        </p:sp>
        <p:sp>
          <p:nvSpPr>
            <p:cNvPr id="213" name="Text 32">
              <a:extLst>
                <a:ext uri="{FF2B5EF4-FFF2-40B4-BE49-F238E27FC236}">
                  <a16:creationId xmlns:a16="http://schemas.microsoft.com/office/drawing/2014/main" id="{453C6DAB-4C4A-D348-7CFD-B343B2A6E1E2}"/>
                </a:ext>
              </a:extLst>
            </p:cNvPr>
            <p:cNvSpPr/>
            <p:nvPr/>
          </p:nvSpPr>
          <p:spPr>
            <a:xfrm>
              <a:off x="2494963" y="5369946"/>
              <a:ext cx="868854" cy="120909"/>
            </a:xfrm>
            <a:prstGeom prst="rect">
              <a:avLst/>
            </a:prstGeom>
            <a:noFill/>
            <a:ln/>
          </p:spPr>
          <p:txBody>
            <a:bodyPr wrap="square" lIns="0" tIns="0" rIns="0" bIns="0" rtlCol="0" anchor="t"/>
            <a:lstStyle/>
            <a:p>
              <a:pPr marL="0" indent="0" algn="l">
                <a:buNone/>
              </a:pPr>
              <a:r>
                <a:rPr lang="en-US" sz="700" dirty="0">
                  <a:solidFill>
                    <a:srgbClr val="5B738B">
                      <a:alpha val="100000"/>
                    </a:srgbClr>
                  </a:solidFill>
                  <a:latin typeface="72 Semibold" pitchFamily="34" charset="0"/>
                  <a:ea typeface="72 Semibold" pitchFamily="34" charset="-122"/>
                  <a:cs typeface="72 Semibold" pitchFamily="34" charset="-120"/>
                </a:rPr>
                <a:t>Request - Response</a:t>
              </a:r>
              <a:endParaRPr lang="en-US" sz="700" dirty="0"/>
            </a:p>
          </p:txBody>
        </p:sp>
        <p:cxnSp>
          <p:nvCxnSpPr>
            <p:cNvPr id="215" name="Straight Arrow Connector 214">
              <a:extLst>
                <a:ext uri="{FF2B5EF4-FFF2-40B4-BE49-F238E27FC236}">
                  <a16:creationId xmlns:a16="http://schemas.microsoft.com/office/drawing/2014/main" id="{4D056DBC-6791-F7D6-B5B6-C1D2A533F572}"/>
                </a:ext>
              </a:extLst>
            </p:cNvPr>
            <p:cNvCxnSpPr>
              <a:cxnSpLocks/>
            </p:cNvCxnSpPr>
            <p:nvPr/>
          </p:nvCxnSpPr>
          <p:spPr>
            <a:xfrm>
              <a:off x="2058899" y="5434206"/>
              <a:ext cx="352577" cy="0"/>
            </a:xfrm>
            <a:prstGeom prst="straightConnector1">
              <a:avLst/>
            </a:prstGeom>
            <a:ln w="19050">
              <a:solidFill>
                <a:srgbClr val="354A5F"/>
              </a:solidFill>
              <a:headEnd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216" name="Straight Arrow Connector 215">
              <a:extLst>
                <a:ext uri="{FF2B5EF4-FFF2-40B4-BE49-F238E27FC236}">
                  <a16:creationId xmlns:a16="http://schemas.microsoft.com/office/drawing/2014/main" id="{6A54435F-1ADA-A122-FBAC-0A784BBF3F2A}"/>
                </a:ext>
              </a:extLst>
            </p:cNvPr>
            <p:cNvCxnSpPr>
              <a:cxnSpLocks/>
            </p:cNvCxnSpPr>
            <p:nvPr/>
          </p:nvCxnSpPr>
          <p:spPr>
            <a:xfrm>
              <a:off x="2063989" y="5588530"/>
              <a:ext cx="347487" cy="0"/>
            </a:xfrm>
            <a:prstGeom prst="straightConnector1">
              <a:avLst/>
            </a:prstGeom>
            <a:ln w="19050">
              <a:solidFill>
                <a:srgbClr val="188918"/>
              </a:solidFill>
              <a:headEnd w="sm" len="sm"/>
              <a:tailEnd type="triangle" w="sm" len="sm"/>
            </a:ln>
          </p:spPr>
          <p:style>
            <a:lnRef idx="1">
              <a:schemeClr val="accent1"/>
            </a:lnRef>
            <a:fillRef idx="0">
              <a:schemeClr val="accent1"/>
            </a:fillRef>
            <a:effectRef idx="0">
              <a:schemeClr val="accent1"/>
            </a:effectRef>
            <a:fontRef idx="minor">
              <a:schemeClr val="tx1"/>
            </a:fontRef>
          </p:style>
        </p:cxnSp>
        <p:sp>
          <p:nvSpPr>
            <p:cNvPr id="219" name="Text 32">
              <a:extLst>
                <a:ext uri="{FF2B5EF4-FFF2-40B4-BE49-F238E27FC236}">
                  <a16:creationId xmlns:a16="http://schemas.microsoft.com/office/drawing/2014/main" id="{B71DB64C-CD50-0F76-46E2-D97374B69765}"/>
                </a:ext>
              </a:extLst>
            </p:cNvPr>
            <p:cNvSpPr/>
            <p:nvPr/>
          </p:nvSpPr>
          <p:spPr>
            <a:xfrm>
              <a:off x="2494963" y="5528075"/>
              <a:ext cx="868854" cy="120909"/>
            </a:xfrm>
            <a:prstGeom prst="rect">
              <a:avLst/>
            </a:prstGeom>
            <a:noFill/>
            <a:ln/>
          </p:spPr>
          <p:txBody>
            <a:bodyPr wrap="square" lIns="0" tIns="0" rIns="0" bIns="0" rtlCol="0" anchor="t"/>
            <a:lstStyle/>
            <a:p>
              <a:pPr marL="0" indent="0" algn="l">
                <a:buNone/>
              </a:pPr>
              <a:r>
                <a:rPr lang="en-US" sz="700" dirty="0">
                  <a:solidFill>
                    <a:srgbClr val="5B738B">
                      <a:alpha val="100000"/>
                    </a:srgbClr>
                  </a:solidFill>
                  <a:latin typeface="72 Semibold" pitchFamily="34" charset="0"/>
                  <a:ea typeface="72 Semibold" pitchFamily="34" charset="-122"/>
                  <a:cs typeface="72 Semibold" pitchFamily="34" charset="-120"/>
                </a:rPr>
                <a:t>Authenticate</a:t>
              </a:r>
              <a:endParaRPr lang="en-US" sz="700" dirty="0"/>
            </a:p>
          </p:txBody>
        </p:sp>
      </p:grpSp>
      <p:sp>
        <p:nvSpPr>
          <p:cNvPr id="2" name="Titel 1">
            <a:extLst>
              <a:ext uri="{FF2B5EF4-FFF2-40B4-BE49-F238E27FC236}">
                <a16:creationId xmlns:a16="http://schemas.microsoft.com/office/drawing/2014/main" id="{42E08E89-6196-B36A-0A11-BDCACA2FDC4D}"/>
              </a:ext>
            </a:extLst>
          </p:cNvPr>
          <p:cNvSpPr>
            <a:spLocks noGrp="1"/>
          </p:cNvSpPr>
          <p:nvPr>
            <p:ph type="title"/>
          </p:nvPr>
        </p:nvSpPr>
        <p:spPr>
          <a:xfrm>
            <a:off x="504001" y="504000"/>
            <a:ext cx="11186476" cy="369332"/>
          </a:xfrm>
        </p:spPr>
        <p:txBody>
          <a:bodyPr/>
          <a:lstStyle/>
          <a:p>
            <a:r>
              <a:rPr lang="en-US" dirty="0">
                <a:solidFill>
                  <a:srgbClr val="000000"/>
                </a:solidFill>
              </a:rPr>
              <a:t>XP262 – Solution Diagram </a:t>
            </a:r>
            <a:r>
              <a:rPr lang="en-US" dirty="0">
                <a:solidFill>
                  <a:srgbClr val="12171C"/>
                </a:solidFill>
              </a:rPr>
              <a:t>Sales order process extension</a:t>
            </a:r>
            <a:endParaRPr lang="de-DE" dirty="0"/>
          </a:p>
        </p:txBody>
      </p:sp>
      <p:grpSp>
        <p:nvGrpSpPr>
          <p:cNvPr id="205" name="Gruppieren 204">
            <a:extLst>
              <a:ext uri="{FF2B5EF4-FFF2-40B4-BE49-F238E27FC236}">
                <a16:creationId xmlns:a16="http://schemas.microsoft.com/office/drawing/2014/main" id="{19C42E5A-822B-C16F-CF73-663A6F873535}"/>
              </a:ext>
            </a:extLst>
          </p:cNvPr>
          <p:cNvGrpSpPr/>
          <p:nvPr/>
        </p:nvGrpSpPr>
        <p:grpSpPr>
          <a:xfrm>
            <a:off x="2565006" y="2170782"/>
            <a:ext cx="1274516" cy="271938"/>
            <a:chOff x="2510688" y="2134570"/>
            <a:chExt cx="1274516" cy="271938"/>
          </a:xfrm>
        </p:grpSpPr>
        <p:sp>
          <p:nvSpPr>
            <p:cNvPr id="129" name="Text 26">
              <a:extLst>
                <a:ext uri="{FF2B5EF4-FFF2-40B4-BE49-F238E27FC236}">
                  <a16:creationId xmlns:a16="http://schemas.microsoft.com/office/drawing/2014/main" id="{2555C3E5-3EF3-94F9-AED2-6C93562E21E8}"/>
                </a:ext>
              </a:extLst>
            </p:cNvPr>
            <p:cNvSpPr/>
            <p:nvPr/>
          </p:nvSpPr>
          <p:spPr>
            <a:xfrm>
              <a:off x="2510688" y="2173255"/>
              <a:ext cx="1274516" cy="233253"/>
            </a:xfrm>
            <a:prstGeom prst="rect">
              <a:avLst/>
            </a:prstGeom>
            <a:noFill/>
            <a:ln/>
          </p:spPr>
          <p:txBody>
            <a:bodyPr wrap="square" lIns="0" tIns="0" rIns="0" bIns="0" rtlCol="0" anchor="t"/>
            <a:lstStyle/>
            <a:p>
              <a:pPr marL="0" indent="0" algn="ctr">
                <a:lnSpc>
                  <a:spcPts val="1100"/>
                </a:lnSpc>
                <a:buNone/>
              </a:pPr>
              <a:r>
                <a:rPr lang="en-US" sz="900" dirty="0">
                  <a:solidFill>
                    <a:srgbClr val="1D2D3E"/>
                  </a:solidFill>
                  <a:latin typeface="72 Bold" pitchFamily="34" charset="0"/>
                  <a:ea typeface="72 Bold" pitchFamily="34" charset="-122"/>
                  <a:cs typeface="72 Bold" pitchFamily="34" charset="-120"/>
                </a:rPr>
                <a:t>SAP Build</a:t>
              </a:r>
            </a:p>
          </p:txBody>
        </p:sp>
        <p:pic>
          <p:nvPicPr>
            <p:cNvPr id="137" name="Grafik 136">
              <a:extLst>
                <a:ext uri="{FF2B5EF4-FFF2-40B4-BE49-F238E27FC236}">
                  <a16:creationId xmlns:a16="http://schemas.microsoft.com/office/drawing/2014/main" id="{7F5D6AAF-43F2-CBB3-2BFD-CDAA244679A0}"/>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2615244" y="2134570"/>
              <a:ext cx="210643" cy="210643"/>
            </a:xfrm>
            <a:prstGeom prst="rect">
              <a:avLst/>
            </a:prstGeom>
          </p:spPr>
        </p:pic>
      </p:grpSp>
      <p:pic>
        <p:nvPicPr>
          <p:cNvPr id="140" name="Picture 26">
            <a:extLst>
              <a:ext uri="{FF2B5EF4-FFF2-40B4-BE49-F238E27FC236}">
                <a16:creationId xmlns:a16="http://schemas.microsoft.com/office/drawing/2014/main" id="{B6CB2CAC-F92B-712A-40C0-0DF769C2394F}"/>
              </a:ext>
            </a:extLst>
          </p:cNvPr>
          <p:cNvPicPr>
            <a:picLocks noChangeAspect="1"/>
          </p:cNvPicPr>
          <p:nvPr/>
        </p:nvPicPr>
        <p:blipFill>
          <a:blip r:embed="rId10"/>
          <a:stretch>
            <a:fillRect/>
          </a:stretch>
        </p:blipFill>
        <p:spPr>
          <a:xfrm>
            <a:off x="8981396" y="1309975"/>
            <a:ext cx="1293659" cy="154800"/>
          </a:xfrm>
          <a:prstGeom prst="rect">
            <a:avLst/>
          </a:prstGeom>
        </p:spPr>
      </p:pic>
      <p:pic>
        <p:nvPicPr>
          <p:cNvPr id="141" name="Graphic 45">
            <a:extLst>
              <a:ext uri="{FF2B5EF4-FFF2-40B4-BE49-F238E27FC236}">
                <a16:creationId xmlns:a16="http://schemas.microsoft.com/office/drawing/2014/main" id="{96475159-914F-F03D-B4B4-63D48C1B9070}"/>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rot="10800000" flipV="1">
            <a:off x="1234052" y="5673373"/>
            <a:ext cx="417600" cy="417600"/>
          </a:xfrm>
          <a:prstGeom prst="rect">
            <a:avLst/>
          </a:prstGeom>
        </p:spPr>
      </p:pic>
      <p:sp>
        <p:nvSpPr>
          <p:cNvPr id="142" name="Text 32">
            <a:extLst>
              <a:ext uri="{FF2B5EF4-FFF2-40B4-BE49-F238E27FC236}">
                <a16:creationId xmlns:a16="http://schemas.microsoft.com/office/drawing/2014/main" id="{06E949BC-9CEC-155B-67EB-55DE1E39BBB0}"/>
              </a:ext>
            </a:extLst>
          </p:cNvPr>
          <p:cNvSpPr/>
          <p:nvPr/>
        </p:nvSpPr>
        <p:spPr>
          <a:xfrm>
            <a:off x="709436" y="6178717"/>
            <a:ext cx="1371257" cy="220424"/>
          </a:xfrm>
          <a:prstGeom prst="rect">
            <a:avLst/>
          </a:prstGeom>
          <a:noFill/>
          <a:ln/>
        </p:spPr>
        <p:txBody>
          <a:bodyPr wrap="square" lIns="0" tIns="0" rIns="0" bIns="0" rtlCol="0" anchor="t"/>
          <a:lstStyle/>
          <a:p>
            <a:pPr algn="ctr"/>
            <a:r>
              <a:rPr lang="en-US" sz="700" dirty="0">
                <a:solidFill>
                  <a:srgbClr val="5B738B">
                    <a:alpha val="100000"/>
                  </a:srgbClr>
                </a:solidFill>
                <a:latin typeface="72 Semibold" pitchFamily="34" charset="0"/>
                <a:ea typeface="72 Semibold" pitchFamily="34" charset="-122"/>
                <a:cs typeface="72 Semibold" pitchFamily="34" charset="-120"/>
              </a:rPr>
              <a:t>3rd party identity provider /</a:t>
            </a:r>
          </a:p>
          <a:p>
            <a:pPr algn="ctr"/>
            <a:r>
              <a:rPr lang="en-US" sz="700" dirty="0">
                <a:solidFill>
                  <a:srgbClr val="5B738B">
                    <a:alpha val="100000"/>
                  </a:srgbClr>
                </a:solidFill>
                <a:latin typeface="72 Semibold" pitchFamily="34" charset="0"/>
                <a:ea typeface="72 Semibold" pitchFamily="34" charset="-122"/>
                <a:cs typeface="72 Semibold" pitchFamily="34" charset="-120"/>
              </a:rPr>
              <a:t>Identity management</a:t>
            </a:r>
          </a:p>
          <a:p>
            <a:pPr algn="ctr"/>
            <a:endParaRPr lang="en-US" sz="700" dirty="0"/>
          </a:p>
        </p:txBody>
      </p:sp>
      <p:sp>
        <p:nvSpPr>
          <p:cNvPr id="143" name="Text 26">
            <a:extLst>
              <a:ext uri="{FF2B5EF4-FFF2-40B4-BE49-F238E27FC236}">
                <a16:creationId xmlns:a16="http://schemas.microsoft.com/office/drawing/2014/main" id="{F1B7D3B3-5256-2795-143B-E01BD324BDAD}"/>
              </a:ext>
            </a:extLst>
          </p:cNvPr>
          <p:cNvSpPr/>
          <p:nvPr/>
        </p:nvSpPr>
        <p:spPr>
          <a:xfrm>
            <a:off x="746492" y="3210983"/>
            <a:ext cx="1371257" cy="218017"/>
          </a:xfrm>
          <a:prstGeom prst="rect">
            <a:avLst/>
          </a:prstGeom>
          <a:noFill/>
          <a:ln/>
        </p:spPr>
        <p:txBody>
          <a:bodyPr wrap="square" lIns="0" tIns="0" rIns="0" bIns="0" rtlCol="0" anchor="t"/>
          <a:lstStyle/>
          <a:p>
            <a:pPr marL="0" indent="0" algn="ctr">
              <a:lnSpc>
                <a:spcPts val="1100"/>
              </a:lnSpc>
              <a:buNone/>
            </a:pPr>
            <a:r>
              <a:rPr lang="en-US" sz="1100" dirty="0">
                <a:solidFill>
                  <a:srgbClr val="1D2D3E"/>
                </a:solidFill>
                <a:latin typeface="72 Bold" pitchFamily="34" charset="0"/>
                <a:ea typeface="72 Bold" pitchFamily="34" charset="-122"/>
                <a:cs typeface="72 Bold" pitchFamily="34" charset="-120"/>
              </a:rPr>
              <a:t>Application Clients</a:t>
            </a:r>
            <a:endParaRPr lang="en-US" sz="1100" dirty="0">
              <a:solidFill>
                <a:srgbClr val="1D2D3E"/>
              </a:solidFill>
            </a:endParaRPr>
          </a:p>
        </p:txBody>
      </p:sp>
      <p:sp>
        <p:nvSpPr>
          <p:cNvPr id="144" name="Text 26">
            <a:extLst>
              <a:ext uri="{FF2B5EF4-FFF2-40B4-BE49-F238E27FC236}">
                <a16:creationId xmlns:a16="http://schemas.microsoft.com/office/drawing/2014/main" id="{34C0A365-3A19-4C74-9FA1-7F9C486584AF}"/>
              </a:ext>
            </a:extLst>
          </p:cNvPr>
          <p:cNvSpPr/>
          <p:nvPr/>
        </p:nvSpPr>
        <p:spPr>
          <a:xfrm>
            <a:off x="1014247" y="2142924"/>
            <a:ext cx="835746" cy="141456"/>
          </a:xfrm>
          <a:prstGeom prst="rect">
            <a:avLst/>
          </a:prstGeom>
          <a:noFill/>
          <a:ln/>
        </p:spPr>
        <p:txBody>
          <a:bodyPr wrap="square" lIns="0" tIns="0" rIns="0" bIns="0" rtlCol="0" anchor="t"/>
          <a:lstStyle/>
          <a:p>
            <a:pPr marL="0" indent="0" algn="ctr">
              <a:lnSpc>
                <a:spcPts val="1100"/>
              </a:lnSpc>
              <a:buNone/>
            </a:pPr>
            <a:r>
              <a:rPr lang="en-US" sz="1000" dirty="0">
                <a:solidFill>
                  <a:srgbClr val="1D2D3E"/>
                </a:solidFill>
                <a:latin typeface="72 Bold" pitchFamily="34" charset="0"/>
                <a:ea typeface="72 Bold" pitchFamily="34" charset="-122"/>
                <a:cs typeface="72 Bold" pitchFamily="34" charset="-120"/>
              </a:rPr>
              <a:t>End User</a:t>
            </a:r>
            <a:endParaRPr lang="en-US" sz="1000" dirty="0">
              <a:solidFill>
                <a:srgbClr val="1D2D3E"/>
              </a:solidFill>
            </a:endParaRPr>
          </a:p>
        </p:txBody>
      </p:sp>
      <p:cxnSp>
        <p:nvCxnSpPr>
          <p:cNvPr id="145" name="Straight Arrow Connector 93">
            <a:extLst>
              <a:ext uri="{FF2B5EF4-FFF2-40B4-BE49-F238E27FC236}">
                <a16:creationId xmlns:a16="http://schemas.microsoft.com/office/drawing/2014/main" id="{1AA217DD-7997-F6CC-3059-B8C66F02462C}"/>
              </a:ext>
            </a:extLst>
          </p:cNvPr>
          <p:cNvCxnSpPr>
            <a:cxnSpLocks/>
            <a:stCxn id="144" idx="2"/>
            <a:endCxn id="147" idx="0"/>
          </p:cNvCxnSpPr>
          <p:nvPr/>
        </p:nvCxnSpPr>
        <p:spPr>
          <a:xfrm>
            <a:off x="1432120" y="2284380"/>
            <a:ext cx="0" cy="479514"/>
          </a:xfrm>
          <a:prstGeom prst="straightConnector1">
            <a:avLst/>
          </a:prstGeom>
          <a:ln w="19050">
            <a:solidFill>
              <a:srgbClr val="354A5F"/>
            </a:solidFill>
            <a:headEnd w="med" len="med"/>
            <a:tailEnd type="triangle" w="sm" len="med"/>
          </a:ln>
        </p:spPr>
        <p:style>
          <a:lnRef idx="1">
            <a:schemeClr val="accent1"/>
          </a:lnRef>
          <a:fillRef idx="0">
            <a:schemeClr val="accent1"/>
          </a:fillRef>
          <a:effectRef idx="0">
            <a:schemeClr val="accent1"/>
          </a:effectRef>
          <a:fontRef idx="minor">
            <a:schemeClr val="tx1"/>
          </a:fontRef>
        </p:style>
      </p:cxnSp>
      <p:sp>
        <p:nvSpPr>
          <p:cNvPr id="146" name="Text 32">
            <a:extLst>
              <a:ext uri="{FF2B5EF4-FFF2-40B4-BE49-F238E27FC236}">
                <a16:creationId xmlns:a16="http://schemas.microsoft.com/office/drawing/2014/main" id="{6F2788D2-7A54-53FD-2F1C-4307E4599A6C}"/>
              </a:ext>
            </a:extLst>
          </p:cNvPr>
          <p:cNvSpPr/>
          <p:nvPr/>
        </p:nvSpPr>
        <p:spPr>
          <a:xfrm>
            <a:off x="1004478" y="3365441"/>
            <a:ext cx="855285" cy="139700"/>
          </a:xfrm>
          <a:prstGeom prst="rect">
            <a:avLst/>
          </a:prstGeom>
          <a:noFill/>
          <a:ln/>
        </p:spPr>
        <p:txBody>
          <a:bodyPr wrap="square" lIns="0" tIns="0" rIns="0" bIns="0" rtlCol="0" anchor="t"/>
          <a:lstStyle/>
          <a:p>
            <a:pPr algn="ctr"/>
            <a:r>
              <a:rPr lang="en-US" sz="700" dirty="0">
                <a:solidFill>
                  <a:srgbClr val="5B738B">
                    <a:alpha val="100000"/>
                  </a:srgbClr>
                </a:solidFill>
                <a:latin typeface="72 Semibold" pitchFamily="34" charset="0"/>
                <a:ea typeface="72 Semibold" pitchFamily="34" charset="-122"/>
                <a:cs typeface="72 Semibold" pitchFamily="34" charset="-120"/>
              </a:rPr>
              <a:t>Mobile or Desktop</a:t>
            </a:r>
            <a:endParaRPr lang="en-US" sz="700" dirty="0"/>
          </a:p>
        </p:txBody>
      </p:sp>
      <p:pic>
        <p:nvPicPr>
          <p:cNvPr id="147" name="Graphic 121">
            <a:extLst>
              <a:ext uri="{FF2B5EF4-FFF2-40B4-BE49-F238E27FC236}">
                <a16:creationId xmlns:a16="http://schemas.microsoft.com/office/drawing/2014/main" id="{0B7BBCF7-D97A-9467-EFD1-545CF60A6BA0}"/>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1223320" y="2763894"/>
            <a:ext cx="417600" cy="417600"/>
          </a:xfrm>
          <a:prstGeom prst="rect">
            <a:avLst/>
          </a:prstGeom>
        </p:spPr>
      </p:pic>
      <p:pic>
        <p:nvPicPr>
          <p:cNvPr id="149" name="Graphic 122">
            <a:extLst>
              <a:ext uri="{FF2B5EF4-FFF2-40B4-BE49-F238E27FC236}">
                <a16:creationId xmlns:a16="http://schemas.microsoft.com/office/drawing/2014/main" id="{9595B635-C7BC-ED72-35EB-F06D45CDE500}"/>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1228208" y="1657584"/>
            <a:ext cx="417600" cy="417600"/>
          </a:xfrm>
          <a:prstGeom prst="rect">
            <a:avLst/>
          </a:prstGeom>
        </p:spPr>
      </p:pic>
      <p:cxnSp>
        <p:nvCxnSpPr>
          <p:cNvPr id="153" name="Straight Arrow Connector 17">
            <a:extLst>
              <a:ext uri="{FF2B5EF4-FFF2-40B4-BE49-F238E27FC236}">
                <a16:creationId xmlns:a16="http://schemas.microsoft.com/office/drawing/2014/main" id="{2CB6DA5D-4446-6DF4-17B4-0ADB221A2BFB}"/>
              </a:ext>
            </a:extLst>
          </p:cNvPr>
          <p:cNvCxnSpPr>
            <a:cxnSpLocks/>
            <a:stCxn id="147" idx="3"/>
            <a:endCxn id="74" idx="1"/>
          </p:cNvCxnSpPr>
          <p:nvPr/>
        </p:nvCxnSpPr>
        <p:spPr>
          <a:xfrm flipV="1">
            <a:off x="1640920" y="2970766"/>
            <a:ext cx="1019594" cy="1928"/>
          </a:xfrm>
          <a:prstGeom prst="straightConnector1">
            <a:avLst/>
          </a:prstGeom>
          <a:ln w="19050">
            <a:solidFill>
              <a:srgbClr val="354A5F"/>
            </a:solidFill>
            <a:headEnd w="med" len="med"/>
            <a:tailEnd type="triangle" w="sm" len="med"/>
          </a:ln>
        </p:spPr>
        <p:style>
          <a:lnRef idx="1">
            <a:schemeClr val="accent1"/>
          </a:lnRef>
          <a:fillRef idx="0">
            <a:schemeClr val="accent1"/>
          </a:fillRef>
          <a:effectRef idx="0">
            <a:schemeClr val="accent1"/>
          </a:effectRef>
          <a:fontRef idx="minor">
            <a:schemeClr val="tx1"/>
          </a:fontRef>
        </p:style>
      </p:cxnSp>
      <p:cxnSp>
        <p:nvCxnSpPr>
          <p:cNvPr id="168" name="Elbow Connector 123">
            <a:extLst>
              <a:ext uri="{FF2B5EF4-FFF2-40B4-BE49-F238E27FC236}">
                <a16:creationId xmlns:a16="http://schemas.microsoft.com/office/drawing/2014/main" id="{4CA7BF8D-AE51-8658-98F9-EF72E35F4821}"/>
              </a:ext>
            </a:extLst>
          </p:cNvPr>
          <p:cNvCxnSpPr>
            <a:cxnSpLocks/>
            <a:stCxn id="146" idx="2"/>
            <a:endCxn id="21" idx="1"/>
          </p:cNvCxnSpPr>
          <p:nvPr/>
        </p:nvCxnSpPr>
        <p:spPr>
          <a:xfrm rot="16200000" flipH="1">
            <a:off x="895487" y="4041774"/>
            <a:ext cx="2092093" cy="1018825"/>
          </a:xfrm>
          <a:prstGeom prst="bentConnector2">
            <a:avLst/>
          </a:prstGeom>
          <a:ln w="19050" cap="rnd">
            <a:solidFill>
              <a:srgbClr val="188918"/>
            </a:solidFill>
            <a:round/>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93" name="Straight Arrow Connector 147">
            <a:extLst>
              <a:ext uri="{FF2B5EF4-FFF2-40B4-BE49-F238E27FC236}">
                <a16:creationId xmlns:a16="http://schemas.microsoft.com/office/drawing/2014/main" id="{C56FDC7B-1691-0F6D-33B7-2CA3E406388B}"/>
              </a:ext>
            </a:extLst>
          </p:cNvPr>
          <p:cNvCxnSpPr>
            <a:cxnSpLocks/>
            <a:stCxn id="21" idx="0"/>
          </p:cNvCxnSpPr>
          <p:nvPr/>
        </p:nvCxnSpPr>
        <p:spPr>
          <a:xfrm flipV="1">
            <a:off x="3225295" y="3992578"/>
            <a:ext cx="0" cy="1119761"/>
          </a:xfrm>
          <a:prstGeom prst="straightConnector1">
            <a:avLst/>
          </a:prstGeom>
          <a:ln w="19050">
            <a:solidFill>
              <a:srgbClr val="188918"/>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4404645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70C2FB5-8F97-D185-B35D-AF337F45F02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B2CE991-9740-7F9E-0BFE-191213478AEE}"/>
              </a:ext>
            </a:extLst>
          </p:cNvPr>
          <p:cNvSpPr>
            <a:spLocks noGrp="1"/>
          </p:cNvSpPr>
          <p:nvPr>
            <p:ph type="ctrTitle"/>
          </p:nvPr>
        </p:nvSpPr>
        <p:spPr/>
        <p:txBody>
          <a:bodyPr/>
          <a:lstStyle/>
          <a:p>
            <a:r>
              <a:rPr lang="en-US" noProof="0"/>
              <a:t>⚠️ Spoiler alert ⚠️</a:t>
            </a:r>
            <a:br>
              <a:rPr lang="en-US" noProof="0"/>
            </a:br>
            <a:br>
              <a:rPr lang="en-US" noProof="0"/>
            </a:br>
            <a:r>
              <a:rPr lang="en-US" noProof="0"/>
              <a:t>Example Solution</a:t>
            </a:r>
            <a:br>
              <a:rPr lang="en-US" noProof="0"/>
            </a:br>
            <a:endParaRPr lang="en-US" noProof="0"/>
          </a:p>
        </p:txBody>
      </p:sp>
    </p:spTree>
    <p:extLst>
      <p:ext uri="{BB962C8B-B14F-4D97-AF65-F5344CB8AC3E}">
        <p14:creationId xmlns:p14="http://schemas.microsoft.com/office/powerpoint/2010/main" val="62480139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2" name="Titel 11">
            <a:extLst>
              <a:ext uri="{FF2B5EF4-FFF2-40B4-BE49-F238E27FC236}">
                <a16:creationId xmlns:a16="http://schemas.microsoft.com/office/drawing/2014/main" id="{E14C9C34-2B28-A735-A308-2B7CAE2FE2DF}"/>
              </a:ext>
            </a:extLst>
          </p:cNvPr>
          <p:cNvSpPr>
            <a:spLocks noGrp="1"/>
          </p:cNvSpPr>
          <p:nvPr>
            <p:ph type="title"/>
          </p:nvPr>
        </p:nvSpPr>
        <p:spPr>
          <a:xfrm>
            <a:off x="504001" y="504000"/>
            <a:ext cx="11186476" cy="615553"/>
          </a:xfrm>
        </p:spPr>
        <p:txBody>
          <a:bodyPr/>
          <a:lstStyle/>
          <a:p>
            <a:r>
              <a:rPr lang="en-US" sz="2000" dirty="0"/>
              <a:t>Extension Technology per Extension Task Mapping - Scene 01: Sales Order data entry </a:t>
            </a:r>
            <a:br>
              <a:rPr lang="en-US" sz="2000" dirty="0"/>
            </a:br>
            <a:endParaRPr lang="en-US" sz="2000" dirty="0"/>
          </a:p>
        </p:txBody>
      </p:sp>
      <p:sp>
        <p:nvSpPr>
          <p:cNvPr id="171" name="Rechteck 28">
            <a:extLst>
              <a:ext uri="{FF2B5EF4-FFF2-40B4-BE49-F238E27FC236}">
                <a16:creationId xmlns:a16="http://schemas.microsoft.com/office/drawing/2014/main" id="{04F78E30-C02D-24C3-9B1D-60966299B728}"/>
              </a:ext>
            </a:extLst>
          </p:cNvPr>
          <p:cNvSpPr/>
          <p:nvPr/>
        </p:nvSpPr>
        <p:spPr bwMode="gray">
          <a:xfrm>
            <a:off x="1340321" y="1254896"/>
            <a:ext cx="3348000" cy="5000248"/>
          </a:xfrm>
          <a:prstGeom prst="roundRect">
            <a:avLst>
              <a:gd name="adj" fmla="val 1619"/>
            </a:avLst>
          </a:prstGeom>
          <a:noFill/>
          <a:ln w="15875" algn="ctr">
            <a:solidFill>
              <a:srgbClr val="A9B4BE"/>
            </a:solidFill>
            <a:miter lim="800000"/>
            <a:headEnd/>
            <a:tailEnd/>
            <a:extLst>
              <a:ext uri="{C807C97D-BFC1-408E-A445-0C87EB9F89A2}">
                <ask:lineSketchStyleProps xmlns:ask="http://schemas.microsoft.com/office/drawing/2018/sketchyshapes" sd="1219033472">
                  <a:custGeom>
                    <a:avLst/>
                    <a:gdLst>
                      <a:gd name="connsiteX0" fmla="*/ 0 w 3384000"/>
                      <a:gd name="connsiteY0" fmla="*/ 0 h 5039142"/>
                      <a:gd name="connsiteX1" fmla="*/ 642960 w 3384000"/>
                      <a:gd name="connsiteY1" fmla="*/ 0 h 5039142"/>
                      <a:gd name="connsiteX2" fmla="*/ 1218240 w 3384000"/>
                      <a:gd name="connsiteY2" fmla="*/ 0 h 5039142"/>
                      <a:gd name="connsiteX3" fmla="*/ 1962720 w 3384000"/>
                      <a:gd name="connsiteY3" fmla="*/ 0 h 5039142"/>
                      <a:gd name="connsiteX4" fmla="*/ 2605680 w 3384000"/>
                      <a:gd name="connsiteY4" fmla="*/ 0 h 5039142"/>
                      <a:gd name="connsiteX5" fmla="*/ 3384000 w 3384000"/>
                      <a:gd name="connsiteY5" fmla="*/ 0 h 5039142"/>
                      <a:gd name="connsiteX6" fmla="*/ 3384000 w 3384000"/>
                      <a:gd name="connsiteY6" fmla="*/ 730676 h 5039142"/>
                      <a:gd name="connsiteX7" fmla="*/ 3384000 w 3384000"/>
                      <a:gd name="connsiteY7" fmla="*/ 1360568 h 5039142"/>
                      <a:gd name="connsiteX8" fmla="*/ 3384000 w 3384000"/>
                      <a:gd name="connsiteY8" fmla="*/ 1990461 h 5039142"/>
                      <a:gd name="connsiteX9" fmla="*/ 3384000 w 3384000"/>
                      <a:gd name="connsiteY9" fmla="*/ 2519571 h 5039142"/>
                      <a:gd name="connsiteX10" fmla="*/ 3384000 w 3384000"/>
                      <a:gd name="connsiteY10" fmla="*/ 3048681 h 5039142"/>
                      <a:gd name="connsiteX11" fmla="*/ 3384000 w 3384000"/>
                      <a:gd name="connsiteY11" fmla="*/ 3678574 h 5039142"/>
                      <a:gd name="connsiteX12" fmla="*/ 3384000 w 3384000"/>
                      <a:gd name="connsiteY12" fmla="*/ 4358858 h 5039142"/>
                      <a:gd name="connsiteX13" fmla="*/ 3384000 w 3384000"/>
                      <a:gd name="connsiteY13" fmla="*/ 5039142 h 5039142"/>
                      <a:gd name="connsiteX14" fmla="*/ 2707200 w 3384000"/>
                      <a:gd name="connsiteY14" fmla="*/ 5039142 h 5039142"/>
                      <a:gd name="connsiteX15" fmla="*/ 2098080 w 3384000"/>
                      <a:gd name="connsiteY15" fmla="*/ 5039142 h 5039142"/>
                      <a:gd name="connsiteX16" fmla="*/ 1421280 w 3384000"/>
                      <a:gd name="connsiteY16" fmla="*/ 5039142 h 5039142"/>
                      <a:gd name="connsiteX17" fmla="*/ 676800 w 3384000"/>
                      <a:gd name="connsiteY17" fmla="*/ 5039142 h 5039142"/>
                      <a:gd name="connsiteX18" fmla="*/ 0 w 3384000"/>
                      <a:gd name="connsiteY18" fmla="*/ 5039142 h 5039142"/>
                      <a:gd name="connsiteX19" fmla="*/ 0 w 3384000"/>
                      <a:gd name="connsiteY19" fmla="*/ 4560424 h 5039142"/>
                      <a:gd name="connsiteX20" fmla="*/ 0 w 3384000"/>
                      <a:gd name="connsiteY20" fmla="*/ 4031314 h 5039142"/>
                      <a:gd name="connsiteX21" fmla="*/ 0 w 3384000"/>
                      <a:gd name="connsiteY21" fmla="*/ 3451812 h 5039142"/>
                      <a:gd name="connsiteX22" fmla="*/ 0 w 3384000"/>
                      <a:gd name="connsiteY22" fmla="*/ 2721137 h 5039142"/>
                      <a:gd name="connsiteX23" fmla="*/ 0 w 3384000"/>
                      <a:gd name="connsiteY23" fmla="*/ 2091244 h 5039142"/>
                      <a:gd name="connsiteX24" fmla="*/ 0 w 3384000"/>
                      <a:gd name="connsiteY24" fmla="*/ 1511743 h 5039142"/>
                      <a:gd name="connsiteX25" fmla="*/ 0 w 3384000"/>
                      <a:gd name="connsiteY25" fmla="*/ 1033024 h 5039142"/>
                      <a:gd name="connsiteX26" fmla="*/ 0 w 3384000"/>
                      <a:gd name="connsiteY26" fmla="*/ 554306 h 5039142"/>
                      <a:gd name="connsiteX27" fmla="*/ 0 w 3384000"/>
                      <a:gd name="connsiteY27" fmla="*/ 0 h 50391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3384000" h="5039142" extrusionOk="0">
                        <a:moveTo>
                          <a:pt x="0" y="0"/>
                        </a:moveTo>
                        <a:cubicBezTo>
                          <a:pt x="271185" y="29039"/>
                          <a:pt x="328782" y="-28129"/>
                          <a:pt x="642960" y="0"/>
                        </a:cubicBezTo>
                        <a:cubicBezTo>
                          <a:pt x="957138" y="28129"/>
                          <a:pt x="1032733" y="9365"/>
                          <a:pt x="1218240" y="0"/>
                        </a:cubicBezTo>
                        <a:cubicBezTo>
                          <a:pt x="1403747" y="-9365"/>
                          <a:pt x="1722595" y="19949"/>
                          <a:pt x="1962720" y="0"/>
                        </a:cubicBezTo>
                        <a:cubicBezTo>
                          <a:pt x="2202845" y="-19949"/>
                          <a:pt x="2294374" y="-15471"/>
                          <a:pt x="2605680" y="0"/>
                        </a:cubicBezTo>
                        <a:cubicBezTo>
                          <a:pt x="2916986" y="15471"/>
                          <a:pt x="3056482" y="-1523"/>
                          <a:pt x="3384000" y="0"/>
                        </a:cubicBezTo>
                        <a:cubicBezTo>
                          <a:pt x="3391804" y="351232"/>
                          <a:pt x="3398473" y="465272"/>
                          <a:pt x="3384000" y="730676"/>
                        </a:cubicBezTo>
                        <a:cubicBezTo>
                          <a:pt x="3369527" y="996080"/>
                          <a:pt x="3364958" y="1100114"/>
                          <a:pt x="3384000" y="1360568"/>
                        </a:cubicBezTo>
                        <a:cubicBezTo>
                          <a:pt x="3403042" y="1621022"/>
                          <a:pt x="3401480" y="1745457"/>
                          <a:pt x="3384000" y="1990461"/>
                        </a:cubicBezTo>
                        <a:cubicBezTo>
                          <a:pt x="3366520" y="2235465"/>
                          <a:pt x="3400781" y="2334793"/>
                          <a:pt x="3384000" y="2519571"/>
                        </a:cubicBezTo>
                        <a:cubicBezTo>
                          <a:pt x="3367220" y="2704349"/>
                          <a:pt x="3395504" y="2938777"/>
                          <a:pt x="3384000" y="3048681"/>
                        </a:cubicBezTo>
                        <a:cubicBezTo>
                          <a:pt x="3372497" y="3158585"/>
                          <a:pt x="3379870" y="3417460"/>
                          <a:pt x="3384000" y="3678574"/>
                        </a:cubicBezTo>
                        <a:cubicBezTo>
                          <a:pt x="3388130" y="3939688"/>
                          <a:pt x="3390425" y="4135215"/>
                          <a:pt x="3384000" y="4358858"/>
                        </a:cubicBezTo>
                        <a:cubicBezTo>
                          <a:pt x="3377575" y="4582501"/>
                          <a:pt x="3393976" y="4724127"/>
                          <a:pt x="3384000" y="5039142"/>
                        </a:cubicBezTo>
                        <a:cubicBezTo>
                          <a:pt x="3046876" y="5050303"/>
                          <a:pt x="2922171" y="5035741"/>
                          <a:pt x="2707200" y="5039142"/>
                        </a:cubicBezTo>
                        <a:cubicBezTo>
                          <a:pt x="2492229" y="5042543"/>
                          <a:pt x="2335721" y="5011483"/>
                          <a:pt x="2098080" y="5039142"/>
                        </a:cubicBezTo>
                        <a:cubicBezTo>
                          <a:pt x="1860439" y="5066801"/>
                          <a:pt x="1648647" y="5069859"/>
                          <a:pt x="1421280" y="5039142"/>
                        </a:cubicBezTo>
                        <a:cubicBezTo>
                          <a:pt x="1193913" y="5008425"/>
                          <a:pt x="980245" y="5075806"/>
                          <a:pt x="676800" y="5039142"/>
                        </a:cubicBezTo>
                        <a:cubicBezTo>
                          <a:pt x="373355" y="5002478"/>
                          <a:pt x="186733" y="5035812"/>
                          <a:pt x="0" y="5039142"/>
                        </a:cubicBezTo>
                        <a:cubicBezTo>
                          <a:pt x="18411" y="4868054"/>
                          <a:pt x="-5364" y="4775031"/>
                          <a:pt x="0" y="4560424"/>
                        </a:cubicBezTo>
                        <a:cubicBezTo>
                          <a:pt x="5364" y="4345817"/>
                          <a:pt x="-22783" y="4255096"/>
                          <a:pt x="0" y="4031314"/>
                        </a:cubicBezTo>
                        <a:cubicBezTo>
                          <a:pt x="22783" y="3807532"/>
                          <a:pt x="-17666" y="3647596"/>
                          <a:pt x="0" y="3451812"/>
                        </a:cubicBezTo>
                        <a:cubicBezTo>
                          <a:pt x="17666" y="3256028"/>
                          <a:pt x="-29825" y="2916710"/>
                          <a:pt x="0" y="2721137"/>
                        </a:cubicBezTo>
                        <a:cubicBezTo>
                          <a:pt x="29825" y="2525565"/>
                          <a:pt x="-727" y="2310220"/>
                          <a:pt x="0" y="2091244"/>
                        </a:cubicBezTo>
                        <a:cubicBezTo>
                          <a:pt x="727" y="1872268"/>
                          <a:pt x="14542" y="1755568"/>
                          <a:pt x="0" y="1511743"/>
                        </a:cubicBezTo>
                        <a:cubicBezTo>
                          <a:pt x="-14542" y="1267918"/>
                          <a:pt x="6462" y="1213297"/>
                          <a:pt x="0" y="1033024"/>
                        </a:cubicBezTo>
                        <a:cubicBezTo>
                          <a:pt x="-6462" y="852751"/>
                          <a:pt x="-17725" y="738390"/>
                          <a:pt x="0" y="554306"/>
                        </a:cubicBezTo>
                        <a:cubicBezTo>
                          <a:pt x="17725" y="370222"/>
                          <a:pt x="-24059" y="115157"/>
                          <a:pt x="0" y="0"/>
                        </a:cubicBezTo>
                        <a:close/>
                      </a:path>
                    </a:pathLst>
                  </a:custGeom>
                  <ask:type>
                    <ask:lineSketchNone/>
                  </ask:type>
                </ask:lineSketchStyleProps>
              </a:ext>
            </a:extLst>
          </a:ln>
        </p:spPr>
        <p:txBody>
          <a:bodyPr lIns="90000" tIns="54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000" b="0" i="0" u="none" strike="noStrike" kern="0" cap="none" spc="0" normalizeH="0" baseline="0" noProof="0">
                <a:ln>
                  <a:noFill/>
                </a:ln>
                <a:solidFill>
                  <a:srgbClr val="12171C"/>
                </a:solidFill>
                <a:effectLst/>
                <a:uLnTx/>
                <a:uFillTx/>
                <a:latin typeface="72 Brand" panose="020B0504030603020204" pitchFamily="34" charset="0"/>
                <a:ea typeface="Arial Unicode MS" pitchFamily="34" charset="-128"/>
                <a:cs typeface="72" panose="020B0503030000000003" pitchFamily="34" charset="0"/>
              </a:rPr>
              <a:t>Phase 1</a:t>
            </a:r>
            <a:endParaRPr kumimoji="0" lang="en-US" sz="1000" b="0" u="none" strike="noStrike" kern="0" cap="none" spc="0" normalizeH="0" baseline="0" noProof="0">
              <a:ln>
                <a:noFill/>
              </a:ln>
              <a:solidFill>
                <a:srgbClr val="12171C"/>
              </a:solidFill>
              <a:effectLst/>
              <a:uLnTx/>
              <a:uFillTx/>
              <a:latin typeface="72 Brand" panose="020B0504030603020204" pitchFamily="34" charset="0"/>
              <a:ea typeface="Arial Unicode MS" pitchFamily="34" charset="-128"/>
              <a:cs typeface="72" panose="020B0503030000000003" pitchFamily="34" charset="0"/>
            </a:endParaRPr>
          </a:p>
        </p:txBody>
      </p:sp>
      <p:sp>
        <p:nvSpPr>
          <p:cNvPr id="172" name="Gefaltete Ecke 13">
            <a:extLst>
              <a:ext uri="{FF2B5EF4-FFF2-40B4-BE49-F238E27FC236}">
                <a16:creationId xmlns:a16="http://schemas.microsoft.com/office/drawing/2014/main" id="{F560DC32-12C7-0F8B-9945-AFC0E4855B4C}"/>
              </a:ext>
            </a:extLst>
          </p:cNvPr>
          <p:cNvSpPr/>
          <p:nvPr/>
        </p:nvSpPr>
        <p:spPr bwMode="gray">
          <a:xfrm>
            <a:off x="1484320" y="1574264"/>
            <a:ext cx="3061607" cy="634069"/>
          </a:xfrm>
          <a:prstGeom prst="rect">
            <a:avLst/>
          </a:prstGeom>
          <a:solidFill>
            <a:srgbClr val="EAECEE"/>
          </a:solidFill>
          <a:ln w="25400" algn="ctr">
            <a:noFill/>
            <a:miter lim="800000"/>
            <a:headEnd/>
            <a:tailEnd/>
          </a:ln>
        </p:spPr>
        <p:txBody>
          <a:bodyPr lIns="0" tIns="0" rIns="0" bIns="0" rtlCol="0" anchor="ctr" anchorCtr="0"/>
          <a:lstStyle/>
          <a:p>
            <a:pPr algn="ctr" defTabSz="914400" fontAlgn="base">
              <a:spcBef>
                <a:spcPct val="50000"/>
              </a:spcBef>
              <a:spcAft>
                <a:spcPct val="0"/>
              </a:spcAft>
              <a:buClr>
                <a:srgbClr val="F0AB00"/>
              </a:buClr>
              <a:buSzPct val="80000"/>
            </a:pPr>
            <a:r>
              <a:rPr lang="en-US" sz="900" kern="0" dirty="0">
                <a:latin typeface="72 Brand" panose="020B0504030603020204" pitchFamily="34" charset="0"/>
                <a:ea typeface="Arial Unicode MS" pitchFamily="34" charset="-128"/>
                <a:cs typeface="Arial Unicode MS" pitchFamily="34" charset="-128"/>
              </a:rPr>
              <a:t>Scene 01:</a:t>
            </a:r>
          </a:p>
          <a:p>
            <a:pPr algn="ctr" defTabSz="914400" fontAlgn="base">
              <a:spcBef>
                <a:spcPct val="50000"/>
              </a:spcBef>
              <a:spcAft>
                <a:spcPct val="0"/>
              </a:spcAft>
              <a:buClr>
                <a:srgbClr val="F0AB00"/>
              </a:buClr>
              <a:buSzPct val="80000"/>
            </a:pPr>
            <a:r>
              <a:rPr lang="en-US" sz="900" b="1" kern="0" dirty="0">
                <a:latin typeface="72 Brand" panose="020B0504030603020204" pitchFamily="34" charset="0"/>
                <a:ea typeface="Arial Unicode MS" pitchFamily="34" charset="-128"/>
                <a:cs typeface="Arial Unicode MS" pitchFamily="34" charset="-128"/>
              </a:rPr>
              <a:t>Sales Order data entry </a:t>
            </a:r>
          </a:p>
        </p:txBody>
      </p:sp>
      <p:sp>
        <p:nvSpPr>
          <p:cNvPr id="195" name="Gefaltete Ecke 6">
            <a:extLst>
              <a:ext uri="{FF2B5EF4-FFF2-40B4-BE49-F238E27FC236}">
                <a16:creationId xmlns:a16="http://schemas.microsoft.com/office/drawing/2014/main" id="{0DAD419A-5070-48BA-565A-5E3619A2D487}"/>
              </a:ext>
            </a:extLst>
          </p:cNvPr>
          <p:cNvSpPr/>
          <p:nvPr/>
        </p:nvSpPr>
        <p:spPr bwMode="gray">
          <a:xfrm>
            <a:off x="3094044" y="2274242"/>
            <a:ext cx="1451883" cy="898971"/>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Display material data on UI</a:t>
            </a:r>
          </a:p>
        </p:txBody>
      </p:sp>
      <p:sp>
        <p:nvSpPr>
          <p:cNvPr id="193" name="Gefaltete Ecke 6">
            <a:extLst>
              <a:ext uri="{FF2B5EF4-FFF2-40B4-BE49-F238E27FC236}">
                <a16:creationId xmlns:a16="http://schemas.microsoft.com/office/drawing/2014/main" id="{310C31AC-37EF-666D-6FE1-B72E9F274CB2}"/>
              </a:ext>
            </a:extLst>
          </p:cNvPr>
          <p:cNvSpPr/>
          <p:nvPr/>
        </p:nvSpPr>
        <p:spPr bwMode="gray">
          <a:xfrm>
            <a:off x="1526191" y="3230647"/>
            <a:ext cx="1451883" cy="898971"/>
          </a:xfrm>
          <a:prstGeom prst="rect">
            <a:avLst/>
          </a:prstGeom>
          <a:solidFill>
            <a:srgbClr val="EAECEE"/>
          </a:solidFill>
          <a:ln w="25400" algn="ctr">
            <a:noFill/>
            <a:miter lim="800000"/>
            <a:headEnd/>
            <a:tailEnd/>
          </a:ln>
        </p:spPr>
        <p:txBody>
          <a:bodyPr lIns="36000" tIns="72000" rIns="36000" bIns="0" rtlCol="0" anchor="ctr" anchorCtr="0"/>
          <a:lstStyle/>
          <a:p>
            <a:pPr algn="ctr" defTabSz="1088558"/>
            <a:endParaRPr lang="en-US" sz="1050" dirty="0">
              <a:solidFill>
                <a:srgbClr val="12171C"/>
              </a:solidFill>
              <a:latin typeface="72 Brand" panose="020B0504030603020204" pitchFamily="34" charset="0"/>
              <a:cs typeface="Times New Roman"/>
            </a:endParaRPr>
          </a:p>
        </p:txBody>
      </p:sp>
      <p:sp>
        <p:nvSpPr>
          <p:cNvPr id="191" name="Gefaltete Ecke 6">
            <a:extLst>
              <a:ext uri="{FF2B5EF4-FFF2-40B4-BE49-F238E27FC236}">
                <a16:creationId xmlns:a16="http://schemas.microsoft.com/office/drawing/2014/main" id="{CE322B43-F417-3B14-51A1-A566B72BD9D2}"/>
              </a:ext>
            </a:extLst>
          </p:cNvPr>
          <p:cNvSpPr/>
          <p:nvPr/>
        </p:nvSpPr>
        <p:spPr bwMode="gray">
          <a:xfrm>
            <a:off x="3094044" y="3230647"/>
            <a:ext cx="1451883" cy="898971"/>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Read material data from SAP S/4HANA</a:t>
            </a:r>
          </a:p>
        </p:txBody>
      </p:sp>
      <p:sp>
        <p:nvSpPr>
          <p:cNvPr id="189" name="Gefaltete Ecke 6">
            <a:extLst>
              <a:ext uri="{FF2B5EF4-FFF2-40B4-BE49-F238E27FC236}">
                <a16:creationId xmlns:a16="http://schemas.microsoft.com/office/drawing/2014/main" id="{F2D8DE96-6640-9AE4-B84C-0A3C92F75B9A}"/>
              </a:ext>
            </a:extLst>
          </p:cNvPr>
          <p:cNvSpPr/>
          <p:nvPr/>
        </p:nvSpPr>
        <p:spPr bwMode="gray">
          <a:xfrm>
            <a:off x="1526191" y="4187052"/>
            <a:ext cx="1451883" cy="898971"/>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SAP BTP</a:t>
            </a:r>
          </a:p>
        </p:txBody>
      </p:sp>
      <p:sp>
        <p:nvSpPr>
          <p:cNvPr id="187" name="Gefaltete Ecke 6">
            <a:extLst>
              <a:ext uri="{FF2B5EF4-FFF2-40B4-BE49-F238E27FC236}">
                <a16:creationId xmlns:a16="http://schemas.microsoft.com/office/drawing/2014/main" id="{02DEB3F2-D5E0-58E6-FCBC-EE04BF52DC12}"/>
              </a:ext>
            </a:extLst>
          </p:cNvPr>
          <p:cNvSpPr/>
          <p:nvPr/>
        </p:nvSpPr>
        <p:spPr bwMode="gray">
          <a:xfrm>
            <a:off x="3094044" y="4187052"/>
            <a:ext cx="1451883" cy="898971"/>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SAP S/4HANA Cloud Public Edition</a:t>
            </a:r>
          </a:p>
        </p:txBody>
      </p:sp>
      <p:sp>
        <p:nvSpPr>
          <p:cNvPr id="184" name="Gefaltete Ecke 6">
            <a:extLst>
              <a:ext uri="{FF2B5EF4-FFF2-40B4-BE49-F238E27FC236}">
                <a16:creationId xmlns:a16="http://schemas.microsoft.com/office/drawing/2014/main" id="{D950C2C2-6997-E956-DABB-7D870A42DF22}"/>
              </a:ext>
            </a:extLst>
          </p:cNvPr>
          <p:cNvSpPr/>
          <p:nvPr/>
        </p:nvSpPr>
        <p:spPr bwMode="gray">
          <a:xfrm>
            <a:off x="1485927" y="5142428"/>
            <a:ext cx="45125" cy="898971"/>
          </a:xfrm>
          <a:prstGeom prst="rect">
            <a:avLst/>
          </a:prstGeom>
          <a:solidFill>
            <a:srgbClr val="7858FF"/>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185" name="Gefaltete Ecke 6">
            <a:extLst>
              <a:ext uri="{FF2B5EF4-FFF2-40B4-BE49-F238E27FC236}">
                <a16:creationId xmlns:a16="http://schemas.microsoft.com/office/drawing/2014/main" id="{09661DC6-D7C8-D36A-B198-4567D74A78C8}"/>
              </a:ext>
            </a:extLst>
          </p:cNvPr>
          <p:cNvSpPr/>
          <p:nvPr/>
        </p:nvSpPr>
        <p:spPr bwMode="gray">
          <a:xfrm>
            <a:off x="1526191" y="5143457"/>
            <a:ext cx="1451883" cy="898971"/>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Sales order</a:t>
            </a:r>
          </a:p>
        </p:txBody>
      </p:sp>
      <p:sp>
        <p:nvSpPr>
          <p:cNvPr id="182" name="Gefaltete Ecke 6">
            <a:extLst>
              <a:ext uri="{FF2B5EF4-FFF2-40B4-BE49-F238E27FC236}">
                <a16:creationId xmlns:a16="http://schemas.microsoft.com/office/drawing/2014/main" id="{E5B507A2-C3AE-8002-FD60-8982DFA2CF2F}"/>
              </a:ext>
            </a:extLst>
          </p:cNvPr>
          <p:cNvSpPr/>
          <p:nvPr/>
        </p:nvSpPr>
        <p:spPr bwMode="gray">
          <a:xfrm>
            <a:off x="3053780" y="5142428"/>
            <a:ext cx="45125" cy="898971"/>
          </a:xfrm>
          <a:prstGeom prst="rect">
            <a:avLst/>
          </a:prstGeom>
          <a:solidFill>
            <a:srgbClr val="7858FF"/>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183" name="Gefaltete Ecke 6">
            <a:extLst>
              <a:ext uri="{FF2B5EF4-FFF2-40B4-BE49-F238E27FC236}">
                <a16:creationId xmlns:a16="http://schemas.microsoft.com/office/drawing/2014/main" id="{7C9C5A5B-9DD0-10D3-4BA9-C872C6BC73CA}"/>
              </a:ext>
            </a:extLst>
          </p:cNvPr>
          <p:cNvSpPr/>
          <p:nvPr/>
        </p:nvSpPr>
        <p:spPr bwMode="gray">
          <a:xfrm>
            <a:off x="3094044" y="5143457"/>
            <a:ext cx="1451883" cy="898971"/>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Material master</a:t>
            </a:r>
          </a:p>
        </p:txBody>
      </p:sp>
      <p:sp>
        <p:nvSpPr>
          <p:cNvPr id="198" name="Rechteck 28">
            <a:extLst>
              <a:ext uri="{FF2B5EF4-FFF2-40B4-BE49-F238E27FC236}">
                <a16:creationId xmlns:a16="http://schemas.microsoft.com/office/drawing/2014/main" id="{CB84E8FC-9484-FC0F-C76F-6F0F56B129CB}"/>
              </a:ext>
            </a:extLst>
          </p:cNvPr>
          <p:cNvSpPr/>
          <p:nvPr/>
        </p:nvSpPr>
        <p:spPr bwMode="gray">
          <a:xfrm>
            <a:off x="4848834" y="1254896"/>
            <a:ext cx="3348000" cy="5000248"/>
          </a:xfrm>
          <a:prstGeom prst="roundRect">
            <a:avLst>
              <a:gd name="adj" fmla="val 1619"/>
            </a:avLst>
          </a:prstGeom>
          <a:noFill/>
          <a:ln w="15875" algn="ctr">
            <a:solidFill>
              <a:srgbClr val="A9B4BE"/>
            </a:solidFill>
            <a:miter lim="800000"/>
            <a:headEnd/>
            <a:tailEnd/>
            <a:extLst>
              <a:ext uri="{C807C97D-BFC1-408E-A445-0C87EB9F89A2}">
                <ask:lineSketchStyleProps xmlns:ask="http://schemas.microsoft.com/office/drawing/2018/sketchyshapes" sd="1219033472">
                  <a:custGeom>
                    <a:avLst/>
                    <a:gdLst>
                      <a:gd name="connsiteX0" fmla="*/ 0 w 3384000"/>
                      <a:gd name="connsiteY0" fmla="*/ 0 h 5039142"/>
                      <a:gd name="connsiteX1" fmla="*/ 642960 w 3384000"/>
                      <a:gd name="connsiteY1" fmla="*/ 0 h 5039142"/>
                      <a:gd name="connsiteX2" fmla="*/ 1218240 w 3384000"/>
                      <a:gd name="connsiteY2" fmla="*/ 0 h 5039142"/>
                      <a:gd name="connsiteX3" fmla="*/ 1962720 w 3384000"/>
                      <a:gd name="connsiteY3" fmla="*/ 0 h 5039142"/>
                      <a:gd name="connsiteX4" fmla="*/ 2605680 w 3384000"/>
                      <a:gd name="connsiteY4" fmla="*/ 0 h 5039142"/>
                      <a:gd name="connsiteX5" fmla="*/ 3384000 w 3384000"/>
                      <a:gd name="connsiteY5" fmla="*/ 0 h 5039142"/>
                      <a:gd name="connsiteX6" fmla="*/ 3384000 w 3384000"/>
                      <a:gd name="connsiteY6" fmla="*/ 730676 h 5039142"/>
                      <a:gd name="connsiteX7" fmla="*/ 3384000 w 3384000"/>
                      <a:gd name="connsiteY7" fmla="*/ 1360568 h 5039142"/>
                      <a:gd name="connsiteX8" fmla="*/ 3384000 w 3384000"/>
                      <a:gd name="connsiteY8" fmla="*/ 1990461 h 5039142"/>
                      <a:gd name="connsiteX9" fmla="*/ 3384000 w 3384000"/>
                      <a:gd name="connsiteY9" fmla="*/ 2519571 h 5039142"/>
                      <a:gd name="connsiteX10" fmla="*/ 3384000 w 3384000"/>
                      <a:gd name="connsiteY10" fmla="*/ 3048681 h 5039142"/>
                      <a:gd name="connsiteX11" fmla="*/ 3384000 w 3384000"/>
                      <a:gd name="connsiteY11" fmla="*/ 3678574 h 5039142"/>
                      <a:gd name="connsiteX12" fmla="*/ 3384000 w 3384000"/>
                      <a:gd name="connsiteY12" fmla="*/ 4358858 h 5039142"/>
                      <a:gd name="connsiteX13" fmla="*/ 3384000 w 3384000"/>
                      <a:gd name="connsiteY13" fmla="*/ 5039142 h 5039142"/>
                      <a:gd name="connsiteX14" fmla="*/ 2707200 w 3384000"/>
                      <a:gd name="connsiteY14" fmla="*/ 5039142 h 5039142"/>
                      <a:gd name="connsiteX15" fmla="*/ 2098080 w 3384000"/>
                      <a:gd name="connsiteY15" fmla="*/ 5039142 h 5039142"/>
                      <a:gd name="connsiteX16" fmla="*/ 1421280 w 3384000"/>
                      <a:gd name="connsiteY16" fmla="*/ 5039142 h 5039142"/>
                      <a:gd name="connsiteX17" fmla="*/ 676800 w 3384000"/>
                      <a:gd name="connsiteY17" fmla="*/ 5039142 h 5039142"/>
                      <a:gd name="connsiteX18" fmla="*/ 0 w 3384000"/>
                      <a:gd name="connsiteY18" fmla="*/ 5039142 h 5039142"/>
                      <a:gd name="connsiteX19" fmla="*/ 0 w 3384000"/>
                      <a:gd name="connsiteY19" fmla="*/ 4560424 h 5039142"/>
                      <a:gd name="connsiteX20" fmla="*/ 0 w 3384000"/>
                      <a:gd name="connsiteY20" fmla="*/ 4031314 h 5039142"/>
                      <a:gd name="connsiteX21" fmla="*/ 0 w 3384000"/>
                      <a:gd name="connsiteY21" fmla="*/ 3451812 h 5039142"/>
                      <a:gd name="connsiteX22" fmla="*/ 0 w 3384000"/>
                      <a:gd name="connsiteY22" fmla="*/ 2721137 h 5039142"/>
                      <a:gd name="connsiteX23" fmla="*/ 0 w 3384000"/>
                      <a:gd name="connsiteY23" fmla="*/ 2091244 h 5039142"/>
                      <a:gd name="connsiteX24" fmla="*/ 0 w 3384000"/>
                      <a:gd name="connsiteY24" fmla="*/ 1511743 h 5039142"/>
                      <a:gd name="connsiteX25" fmla="*/ 0 w 3384000"/>
                      <a:gd name="connsiteY25" fmla="*/ 1033024 h 5039142"/>
                      <a:gd name="connsiteX26" fmla="*/ 0 w 3384000"/>
                      <a:gd name="connsiteY26" fmla="*/ 554306 h 5039142"/>
                      <a:gd name="connsiteX27" fmla="*/ 0 w 3384000"/>
                      <a:gd name="connsiteY27" fmla="*/ 0 h 50391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3384000" h="5039142" extrusionOk="0">
                        <a:moveTo>
                          <a:pt x="0" y="0"/>
                        </a:moveTo>
                        <a:cubicBezTo>
                          <a:pt x="271185" y="29039"/>
                          <a:pt x="328782" y="-28129"/>
                          <a:pt x="642960" y="0"/>
                        </a:cubicBezTo>
                        <a:cubicBezTo>
                          <a:pt x="957138" y="28129"/>
                          <a:pt x="1032733" y="9365"/>
                          <a:pt x="1218240" y="0"/>
                        </a:cubicBezTo>
                        <a:cubicBezTo>
                          <a:pt x="1403747" y="-9365"/>
                          <a:pt x="1722595" y="19949"/>
                          <a:pt x="1962720" y="0"/>
                        </a:cubicBezTo>
                        <a:cubicBezTo>
                          <a:pt x="2202845" y="-19949"/>
                          <a:pt x="2294374" y="-15471"/>
                          <a:pt x="2605680" y="0"/>
                        </a:cubicBezTo>
                        <a:cubicBezTo>
                          <a:pt x="2916986" y="15471"/>
                          <a:pt x="3056482" y="-1523"/>
                          <a:pt x="3384000" y="0"/>
                        </a:cubicBezTo>
                        <a:cubicBezTo>
                          <a:pt x="3391804" y="351232"/>
                          <a:pt x="3398473" y="465272"/>
                          <a:pt x="3384000" y="730676"/>
                        </a:cubicBezTo>
                        <a:cubicBezTo>
                          <a:pt x="3369527" y="996080"/>
                          <a:pt x="3364958" y="1100114"/>
                          <a:pt x="3384000" y="1360568"/>
                        </a:cubicBezTo>
                        <a:cubicBezTo>
                          <a:pt x="3403042" y="1621022"/>
                          <a:pt x="3401480" y="1745457"/>
                          <a:pt x="3384000" y="1990461"/>
                        </a:cubicBezTo>
                        <a:cubicBezTo>
                          <a:pt x="3366520" y="2235465"/>
                          <a:pt x="3400781" y="2334793"/>
                          <a:pt x="3384000" y="2519571"/>
                        </a:cubicBezTo>
                        <a:cubicBezTo>
                          <a:pt x="3367220" y="2704349"/>
                          <a:pt x="3395504" y="2938777"/>
                          <a:pt x="3384000" y="3048681"/>
                        </a:cubicBezTo>
                        <a:cubicBezTo>
                          <a:pt x="3372497" y="3158585"/>
                          <a:pt x="3379870" y="3417460"/>
                          <a:pt x="3384000" y="3678574"/>
                        </a:cubicBezTo>
                        <a:cubicBezTo>
                          <a:pt x="3388130" y="3939688"/>
                          <a:pt x="3390425" y="4135215"/>
                          <a:pt x="3384000" y="4358858"/>
                        </a:cubicBezTo>
                        <a:cubicBezTo>
                          <a:pt x="3377575" y="4582501"/>
                          <a:pt x="3393976" y="4724127"/>
                          <a:pt x="3384000" y="5039142"/>
                        </a:cubicBezTo>
                        <a:cubicBezTo>
                          <a:pt x="3046876" y="5050303"/>
                          <a:pt x="2922171" y="5035741"/>
                          <a:pt x="2707200" y="5039142"/>
                        </a:cubicBezTo>
                        <a:cubicBezTo>
                          <a:pt x="2492229" y="5042543"/>
                          <a:pt x="2335721" y="5011483"/>
                          <a:pt x="2098080" y="5039142"/>
                        </a:cubicBezTo>
                        <a:cubicBezTo>
                          <a:pt x="1860439" y="5066801"/>
                          <a:pt x="1648647" y="5069859"/>
                          <a:pt x="1421280" y="5039142"/>
                        </a:cubicBezTo>
                        <a:cubicBezTo>
                          <a:pt x="1193913" y="5008425"/>
                          <a:pt x="980245" y="5075806"/>
                          <a:pt x="676800" y="5039142"/>
                        </a:cubicBezTo>
                        <a:cubicBezTo>
                          <a:pt x="373355" y="5002478"/>
                          <a:pt x="186733" y="5035812"/>
                          <a:pt x="0" y="5039142"/>
                        </a:cubicBezTo>
                        <a:cubicBezTo>
                          <a:pt x="18411" y="4868054"/>
                          <a:pt x="-5364" y="4775031"/>
                          <a:pt x="0" y="4560424"/>
                        </a:cubicBezTo>
                        <a:cubicBezTo>
                          <a:pt x="5364" y="4345817"/>
                          <a:pt x="-22783" y="4255096"/>
                          <a:pt x="0" y="4031314"/>
                        </a:cubicBezTo>
                        <a:cubicBezTo>
                          <a:pt x="22783" y="3807532"/>
                          <a:pt x="-17666" y="3647596"/>
                          <a:pt x="0" y="3451812"/>
                        </a:cubicBezTo>
                        <a:cubicBezTo>
                          <a:pt x="17666" y="3256028"/>
                          <a:pt x="-29825" y="2916710"/>
                          <a:pt x="0" y="2721137"/>
                        </a:cubicBezTo>
                        <a:cubicBezTo>
                          <a:pt x="29825" y="2525565"/>
                          <a:pt x="-727" y="2310220"/>
                          <a:pt x="0" y="2091244"/>
                        </a:cubicBezTo>
                        <a:cubicBezTo>
                          <a:pt x="727" y="1872268"/>
                          <a:pt x="14542" y="1755568"/>
                          <a:pt x="0" y="1511743"/>
                        </a:cubicBezTo>
                        <a:cubicBezTo>
                          <a:pt x="-14542" y="1267918"/>
                          <a:pt x="6462" y="1213297"/>
                          <a:pt x="0" y="1033024"/>
                        </a:cubicBezTo>
                        <a:cubicBezTo>
                          <a:pt x="-6462" y="852751"/>
                          <a:pt x="-17725" y="738390"/>
                          <a:pt x="0" y="554306"/>
                        </a:cubicBezTo>
                        <a:cubicBezTo>
                          <a:pt x="17725" y="370222"/>
                          <a:pt x="-24059" y="115157"/>
                          <a:pt x="0" y="0"/>
                        </a:cubicBezTo>
                        <a:close/>
                      </a:path>
                    </a:pathLst>
                  </a:custGeom>
                  <ask:type>
                    <ask:lineSketchNone/>
                  </ask:type>
                </ask:lineSketchStyleProps>
              </a:ext>
            </a:extLst>
          </a:ln>
        </p:spPr>
        <p:txBody>
          <a:bodyPr lIns="90000" tIns="54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000" b="0" i="0" u="none" strike="noStrike" kern="0" cap="none" spc="0" normalizeH="0" baseline="0" noProof="0">
                <a:ln>
                  <a:noFill/>
                </a:ln>
                <a:solidFill>
                  <a:srgbClr val="12171C"/>
                </a:solidFill>
                <a:effectLst/>
                <a:uLnTx/>
                <a:uFillTx/>
                <a:latin typeface="72 Brand" panose="020B0504030603020204" pitchFamily="34" charset="0"/>
                <a:ea typeface="Arial Unicode MS" pitchFamily="34" charset="-128"/>
                <a:cs typeface="72" panose="020B0503030000000003" pitchFamily="34" charset="0"/>
              </a:rPr>
              <a:t>Phase 2</a:t>
            </a:r>
            <a:endParaRPr kumimoji="0" lang="en-US" sz="1000" b="0" u="none" strike="noStrike" kern="0" cap="none" spc="0" normalizeH="0" baseline="0" noProof="0">
              <a:ln>
                <a:noFill/>
              </a:ln>
              <a:solidFill>
                <a:srgbClr val="12171C"/>
              </a:solidFill>
              <a:effectLst/>
              <a:uLnTx/>
              <a:uFillTx/>
              <a:latin typeface="72 Brand" panose="020B0504030603020204" pitchFamily="34" charset="0"/>
              <a:ea typeface="Arial Unicode MS" pitchFamily="34" charset="-128"/>
              <a:cs typeface="72" panose="020B0503030000000003" pitchFamily="34" charset="0"/>
            </a:endParaRPr>
          </a:p>
        </p:txBody>
      </p:sp>
      <p:sp>
        <p:nvSpPr>
          <p:cNvPr id="199" name="Gefaltete Ecke 13">
            <a:extLst>
              <a:ext uri="{FF2B5EF4-FFF2-40B4-BE49-F238E27FC236}">
                <a16:creationId xmlns:a16="http://schemas.microsoft.com/office/drawing/2014/main" id="{222A82DD-B7D4-1D64-BFC5-81296DA5B710}"/>
              </a:ext>
            </a:extLst>
          </p:cNvPr>
          <p:cNvSpPr/>
          <p:nvPr/>
        </p:nvSpPr>
        <p:spPr bwMode="gray">
          <a:xfrm>
            <a:off x="4992834" y="1574264"/>
            <a:ext cx="3060000" cy="634069"/>
          </a:xfrm>
          <a:prstGeom prst="rect">
            <a:avLst/>
          </a:prstGeom>
          <a:solidFill>
            <a:srgbClr val="EAECEE"/>
          </a:solidFill>
          <a:ln w="25400" algn="ctr">
            <a:noFill/>
            <a:miter lim="800000"/>
            <a:headEnd/>
            <a:tailEnd/>
          </a:ln>
        </p:spPr>
        <p:txBody>
          <a:bodyPr lIns="0" tIns="0" rIns="0" bIns="0" rtlCol="0" anchor="ctr" anchorCtr="0"/>
          <a:lstStyle/>
          <a:p>
            <a:pPr algn="ctr" defTabSz="914400" fontAlgn="base">
              <a:spcBef>
                <a:spcPct val="50000"/>
              </a:spcBef>
              <a:spcAft>
                <a:spcPct val="0"/>
              </a:spcAft>
              <a:buClr>
                <a:srgbClr val="F0AB00"/>
              </a:buClr>
              <a:buSzPct val="80000"/>
            </a:pPr>
            <a:r>
              <a:rPr lang="en-US" sz="900" kern="0">
                <a:solidFill>
                  <a:srgbClr val="12171C"/>
                </a:solidFill>
                <a:latin typeface="72 Brand" panose="020B0504030603020204" pitchFamily="34" charset="0"/>
                <a:ea typeface="Arial Unicode MS" pitchFamily="34" charset="-128"/>
                <a:cs typeface="72" panose="020B0503030000000003" pitchFamily="34" charset="0"/>
              </a:rPr>
              <a:t>Extension tasks</a:t>
            </a:r>
          </a:p>
        </p:txBody>
      </p:sp>
      <p:sp>
        <p:nvSpPr>
          <p:cNvPr id="200" name="Gefaltete Ecke 13">
            <a:extLst>
              <a:ext uri="{FF2B5EF4-FFF2-40B4-BE49-F238E27FC236}">
                <a16:creationId xmlns:a16="http://schemas.microsoft.com/office/drawing/2014/main" id="{24ADC8BA-CF62-29E1-D5CB-916FE1F4A9F8}"/>
              </a:ext>
            </a:extLst>
          </p:cNvPr>
          <p:cNvSpPr/>
          <p:nvPr/>
        </p:nvSpPr>
        <p:spPr bwMode="gray">
          <a:xfrm>
            <a:off x="8501347" y="1574264"/>
            <a:ext cx="3060000" cy="634069"/>
          </a:xfrm>
          <a:prstGeom prst="rect">
            <a:avLst/>
          </a:prstGeom>
          <a:solidFill>
            <a:srgbClr val="EAECEE"/>
          </a:solidFill>
          <a:ln w="25400" algn="ctr">
            <a:noFill/>
            <a:miter lim="800000"/>
            <a:headEnd/>
            <a:tailEnd/>
          </a:ln>
        </p:spPr>
        <p:txBody>
          <a:bodyPr lIns="0" tIns="0" rIns="0" bIns="0" rtlCol="0" anchor="ctr" anchorCtr="0"/>
          <a:lstStyle/>
          <a:p>
            <a:pPr algn="ctr" defTabSz="914400" fontAlgn="base">
              <a:spcBef>
                <a:spcPct val="50000"/>
              </a:spcBef>
              <a:spcAft>
                <a:spcPct val="0"/>
              </a:spcAft>
              <a:buClr>
                <a:srgbClr val="F0AB00"/>
              </a:buClr>
              <a:buSzPct val="80000"/>
            </a:pPr>
            <a:r>
              <a:rPr lang="en-US" sz="900" kern="0">
                <a:solidFill>
                  <a:srgbClr val="12171C"/>
                </a:solidFill>
                <a:latin typeface="72 Brand" panose="020B0504030603020204" pitchFamily="34" charset="0"/>
                <a:ea typeface="Arial Unicode MS" pitchFamily="34" charset="-128"/>
                <a:cs typeface="72" panose="020B0503030000000003" pitchFamily="34" charset="0"/>
              </a:rPr>
              <a:t>Technical extension building blocks</a:t>
            </a:r>
          </a:p>
        </p:txBody>
      </p:sp>
      <p:sp>
        <p:nvSpPr>
          <p:cNvPr id="201" name="Rechteck 28">
            <a:extLst>
              <a:ext uri="{FF2B5EF4-FFF2-40B4-BE49-F238E27FC236}">
                <a16:creationId xmlns:a16="http://schemas.microsoft.com/office/drawing/2014/main" id="{F60EA8E0-BBF9-24D4-1890-FD864C843B7F}"/>
              </a:ext>
            </a:extLst>
          </p:cNvPr>
          <p:cNvSpPr/>
          <p:nvPr/>
        </p:nvSpPr>
        <p:spPr bwMode="gray">
          <a:xfrm>
            <a:off x="8357347" y="1254896"/>
            <a:ext cx="3348000" cy="5000248"/>
          </a:xfrm>
          <a:prstGeom prst="roundRect">
            <a:avLst>
              <a:gd name="adj" fmla="val 1619"/>
            </a:avLst>
          </a:prstGeom>
          <a:noFill/>
          <a:ln w="15875" algn="ctr">
            <a:solidFill>
              <a:srgbClr val="A9B4BE"/>
            </a:solidFill>
            <a:miter lim="800000"/>
            <a:headEnd/>
            <a:tailEnd/>
            <a:extLst>
              <a:ext uri="{C807C97D-BFC1-408E-A445-0C87EB9F89A2}">
                <ask:lineSketchStyleProps xmlns:ask="http://schemas.microsoft.com/office/drawing/2018/sketchyshapes" sd="1219033472">
                  <a:custGeom>
                    <a:avLst/>
                    <a:gdLst>
                      <a:gd name="connsiteX0" fmla="*/ 0 w 3384000"/>
                      <a:gd name="connsiteY0" fmla="*/ 0 h 5039142"/>
                      <a:gd name="connsiteX1" fmla="*/ 642960 w 3384000"/>
                      <a:gd name="connsiteY1" fmla="*/ 0 h 5039142"/>
                      <a:gd name="connsiteX2" fmla="*/ 1218240 w 3384000"/>
                      <a:gd name="connsiteY2" fmla="*/ 0 h 5039142"/>
                      <a:gd name="connsiteX3" fmla="*/ 1962720 w 3384000"/>
                      <a:gd name="connsiteY3" fmla="*/ 0 h 5039142"/>
                      <a:gd name="connsiteX4" fmla="*/ 2605680 w 3384000"/>
                      <a:gd name="connsiteY4" fmla="*/ 0 h 5039142"/>
                      <a:gd name="connsiteX5" fmla="*/ 3384000 w 3384000"/>
                      <a:gd name="connsiteY5" fmla="*/ 0 h 5039142"/>
                      <a:gd name="connsiteX6" fmla="*/ 3384000 w 3384000"/>
                      <a:gd name="connsiteY6" fmla="*/ 730676 h 5039142"/>
                      <a:gd name="connsiteX7" fmla="*/ 3384000 w 3384000"/>
                      <a:gd name="connsiteY7" fmla="*/ 1360568 h 5039142"/>
                      <a:gd name="connsiteX8" fmla="*/ 3384000 w 3384000"/>
                      <a:gd name="connsiteY8" fmla="*/ 1990461 h 5039142"/>
                      <a:gd name="connsiteX9" fmla="*/ 3384000 w 3384000"/>
                      <a:gd name="connsiteY9" fmla="*/ 2519571 h 5039142"/>
                      <a:gd name="connsiteX10" fmla="*/ 3384000 w 3384000"/>
                      <a:gd name="connsiteY10" fmla="*/ 3048681 h 5039142"/>
                      <a:gd name="connsiteX11" fmla="*/ 3384000 w 3384000"/>
                      <a:gd name="connsiteY11" fmla="*/ 3678574 h 5039142"/>
                      <a:gd name="connsiteX12" fmla="*/ 3384000 w 3384000"/>
                      <a:gd name="connsiteY12" fmla="*/ 4358858 h 5039142"/>
                      <a:gd name="connsiteX13" fmla="*/ 3384000 w 3384000"/>
                      <a:gd name="connsiteY13" fmla="*/ 5039142 h 5039142"/>
                      <a:gd name="connsiteX14" fmla="*/ 2707200 w 3384000"/>
                      <a:gd name="connsiteY14" fmla="*/ 5039142 h 5039142"/>
                      <a:gd name="connsiteX15" fmla="*/ 2098080 w 3384000"/>
                      <a:gd name="connsiteY15" fmla="*/ 5039142 h 5039142"/>
                      <a:gd name="connsiteX16" fmla="*/ 1421280 w 3384000"/>
                      <a:gd name="connsiteY16" fmla="*/ 5039142 h 5039142"/>
                      <a:gd name="connsiteX17" fmla="*/ 676800 w 3384000"/>
                      <a:gd name="connsiteY17" fmla="*/ 5039142 h 5039142"/>
                      <a:gd name="connsiteX18" fmla="*/ 0 w 3384000"/>
                      <a:gd name="connsiteY18" fmla="*/ 5039142 h 5039142"/>
                      <a:gd name="connsiteX19" fmla="*/ 0 w 3384000"/>
                      <a:gd name="connsiteY19" fmla="*/ 4560424 h 5039142"/>
                      <a:gd name="connsiteX20" fmla="*/ 0 w 3384000"/>
                      <a:gd name="connsiteY20" fmla="*/ 4031314 h 5039142"/>
                      <a:gd name="connsiteX21" fmla="*/ 0 w 3384000"/>
                      <a:gd name="connsiteY21" fmla="*/ 3451812 h 5039142"/>
                      <a:gd name="connsiteX22" fmla="*/ 0 w 3384000"/>
                      <a:gd name="connsiteY22" fmla="*/ 2721137 h 5039142"/>
                      <a:gd name="connsiteX23" fmla="*/ 0 w 3384000"/>
                      <a:gd name="connsiteY23" fmla="*/ 2091244 h 5039142"/>
                      <a:gd name="connsiteX24" fmla="*/ 0 w 3384000"/>
                      <a:gd name="connsiteY24" fmla="*/ 1511743 h 5039142"/>
                      <a:gd name="connsiteX25" fmla="*/ 0 w 3384000"/>
                      <a:gd name="connsiteY25" fmla="*/ 1033024 h 5039142"/>
                      <a:gd name="connsiteX26" fmla="*/ 0 w 3384000"/>
                      <a:gd name="connsiteY26" fmla="*/ 554306 h 5039142"/>
                      <a:gd name="connsiteX27" fmla="*/ 0 w 3384000"/>
                      <a:gd name="connsiteY27" fmla="*/ 0 h 50391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3384000" h="5039142" extrusionOk="0">
                        <a:moveTo>
                          <a:pt x="0" y="0"/>
                        </a:moveTo>
                        <a:cubicBezTo>
                          <a:pt x="271185" y="29039"/>
                          <a:pt x="328782" y="-28129"/>
                          <a:pt x="642960" y="0"/>
                        </a:cubicBezTo>
                        <a:cubicBezTo>
                          <a:pt x="957138" y="28129"/>
                          <a:pt x="1032733" y="9365"/>
                          <a:pt x="1218240" y="0"/>
                        </a:cubicBezTo>
                        <a:cubicBezTo>
                          <a:pt x="1403747" y="-9365"/>
                          <a:pt x="1722595" y="19949"/>
                          <a:pt x="1962720" y="0"/>
                        </a:cubicBezTo>
                        <a:cubicBezTo>
                          <a:pt x="2202845" y="-19949"/>
                          <a:pt x="2294374" y="-15471"/>
                          <a:pt x="2605680" y="0"/>
                        </a:cubicBezTo>
                        <a:cubicBezTo>
                          <a:pt x="2916986" y="15471"/>
                          <a:pt x="3056482" y="-1523"/>
                          <a:pt x="3384000" y="0"/>
                        </a:cubicBezTo>
                        <a:cubicBezTo>
                          <a:pt x="3391804" y="351232"/>
                          <a:pt x="3398473" y="465272"/>
                          <a:pt x="3384000" y="730676"/>
                        </a:cubicBezTo>
                        <a:cubicBezTo>
                          <a:pt x="3369527" y="996080"/>
                          <a:pt x="3364958" y="1100114"/>
                          <a:pt x="3384000" y="1360568"/>
                        </a:cubicBezTo>
                        <a:cubicBezTo>
                          <a:pt x="3403042" y="1621022"/>
                          <a:pt x="3401480" y="1745457"/>
                          <a:pt x="3384000" y="1990461"/>
                        </a:cubicBezTo>
                        <a:cubicBezTo>
                          <a:pt x="3366520" y="2235465"/>
                          <a:pt x="3400781" y="2334793"/>
                          <a:pt x="3384000" y="2519571"/>
                        </a:cubicBezTo>
                        <a:cubicBezTo>
                          <a:pt x="3367220" y="2704349"/>
                          <a:pt x="3395504" y="2938777"/>
                          <a:pt x="3384000" y="3048681"/>
                        </a:cubicBezTo>
                        <a:cubicBezTo>
                          <a:pt x="3372497" y="3158585"/>
                          <a:pt x="3379870" y="3417460"/>
                          <a:pt x="3384000" y="3678574"/>
                        </a:cubicBezTo>
                        <a:cubicBezTo>
                          <a:pt x="3388130" y="3939688"/>
                          <a:pt x="3390425" y="4135215"/>
                          <a:pt x="3384000" y="4358858"/>
                        </a:cubicBezTo>
                        <a:cubicBezTo>
                          <a:pt x="3377575" y="4582501"/>
                          <a:pt x="3393976" y="4724127"/>
                          <a:pt x="3384000" y="5039142"/>
                        </a:cubicBezTo>
                        <a:cubicBezTo>
                          <a:pt x="3046876" y="5050303"/>
                          <a:pt x="2922171" y="5035741"/>
                          <a:pt x="2707200" y="5039142"/>
                        </a:cubicBezTo>
                        <a:cubicBezTo>
                          <a:pt x="2492229" y="5042543"/>
                          <a:pt x="2335721" y="5011483"/>
                          <a:pt x="2098080" y="5039142"/>
                        </a:cubicBezTo>
                        <a:cubicBezTo>
                          <a:pt x="1860439" y="5066801"/>
                          <a:pt x="1648647" y="5069859"/>
                          <a:pt x="1421280" y="5039142"/>
                        </a:cubicBezTo>
                        <a:cubicBezTo>
                          <a:pt x="1193913" y="5008425"/>
                          <a:pt x="980245" y="5075806"/>
                          <a:pt x="676800" y="5039142"/>
                        </a:cubicBezTo>
                        <a:cubicBezTo>
                          <a:pt x="373355" y="5002478"/>
                          <a:pt x="186733" y="5035812"/>
                          <a:pt x="0" y="5039142"/>
                        </a:cubicBezTo>
                        <a:cubicBezTo>
                          <a:pt x="18411" y="4868054"/>
                          <a:pt x="-5364" y="4775031"/>
                          <a:pt x="0" y="4560424"/>
                        </a:cubicBezTo>
                        <a:cubicBezTo>
                          <a:pt x="5364" y="4345817"/>
                          <a:pt x="-22783" y="4255096"/>
                          <a:pt x="0" y="4031314"/>
                        </a:cubicBezTo>
                        <a:cubicBezTo>
                          <a:pt x="22783" y="3807532"/>
                          <a:pt x="-17666" y="3647596"/>
                          <a:pt x="0" y="3451812"/>
                        </a:cubicBezTo>
                        <a:cubicBezTo>
                          <a:pt x="17666" y="3256028"/>
                          <a:pt x="-29825" y="2916710"/>
                          <a:pt x="0" y="2721137"/>
                        </a:cubicBezTo>
                        <a:cubicBezTo>
                          <a:pt x="29825" y="2525565"/>
                          <a:pt x="-727" y="2310220"/>
                          <a:pt x="0" y="2091244"/>
                        </a:cubicBezTo>
                        <a:cubicBezTo>
                          <a:pt x="727" y="1872268"/>
                          <a:pt x="14542" y="1755568"/>
                          <a:pt x="0" y="1511743"/>
                        </a:cubicBezTo>
                        <a:cubicBezTo>
                          <a:pt x="-14542" y="1267918"/>
                          <a:pt x="6462" y="1213297"/>
                          <a:pt x="0" y="1033024"/>
                        </a:cubicBezTo>
                        <a:cubicBezTo>
                          <a:pt x="-6462" y="852751"/>
                          <a:pt x="-17725" y="738390"/>
                          <a:pt x="0" y="554306"/>
                        </a:cubicBezTo>
                        <a:cubicBezTo>
                          <a:pt x="17725" y="370222"/>
                          <a:pt x="-24059" y="115157"/>
                          <a:pt x="0" y="0"/>
                        </a:cubicBezTo>
                        <a:close/>
                      </a:path>
                    </a:pathLst>
                  </a:custGeom>
                  <ask:type>
                    <ask:lineSketchNone/>
                  </ask:type>
                </ask:lineSketchStyleProps>
              </a:ext>
            </a:extLst>
          </a:ln>
        </p:spPr>
        <p:txBody>
          <a:bodyPr lIns="90000" tIns="54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000" b="0" i="0" u="none" strike="noStrike" kern="0" cap="none" spc="0" normalizeH="0" baseline="0" noProof="0">
                <a:ln>
                  <a:noFill/>
                </a:ln>
                <a:solidFill>
                  <a:srgbClr val="12171C"/>
                </a:solidFill>
                <a:effectLst/>
                <a:uLnTx/>
                <a:uFillTx/>
                <a:latin typeface="72 Brand" panose="020B0504030603020204" pitchFamily="34" charset="0"/>
                <a:ea typeface="Arial Unicode MS" pitchFamily="34" charset="-128"/>
                <a:cs typeface="72" panose="020B0503030000000003" pitchFamily="34" charset="0"/>
              </a:rPr>
              <a:t>Phase 3</a:t>
            </a:r>
            <a:endParaRPr kumimoji="0" lang="en-US" sz="1000" b="0" u="none" strike="noStrike" kern="0" cap="none" spc="0" normalizeH="0" baseline="0" noProof="0">
              <a:ln>
                <a:noFill/>
              </a:ln>
              <a:solidFill>
                <a:srgbClr val="12171C"/>
              </a:solidFill>
              <a:effectLst/>
              <a:uLnTx/>
              <a:uFillTx/>
              <a:latin typeface="72 Brand" panose="020B0504030603020204" pitchFamily="34" charset="0"/>
              <a:ea typeface="Arial Unicode MS" pitchFamily="34" charset="-128"/>
              <a:cs typeface="72" panose="020B0503030000000003" pitchFamily="34" charset="0"/>
            </a:endParaRPr>
          </a:p>
        </p:txBody>
      </p:sp>
      <p:sp>
        <p:nvSpPr>
          <p:cNvPr id="249" name="Gefaltete Ecke 6">
            <a:extLst>
              <a:ext uri="{FF2B5EF4-FFF2-40B4-BE49-F238E27FC236}">
                <a16:creationId xmlns:a16="http://schemas.microsoft.com/office/drawing/2014/main" id="{C28B82AF-A1E1-D26F-C929-1370567F8AA5}"/>
              </a:ext>
            </a:extLst>
          </p:cNvPr>
          <p:cNvSpPr/>
          <p:nvPr/>
        </p:nvSpPr>
        <p:spPr bwMode="gray">
          <a:xfrm>
            <a:off x="5033098" y="2274242"/>
            <a:ext cx="3019736" cy="898971"/>
          </a:xfrm>
          <a:prstGeom prst="rect">
            <a:avLst/>
          </a:prstGeom>
          <a:solidFill>
            <a:srgbClr val="EAECEE"/>
          </a:solidFill>
          <a:ln w="25400" algn="ctr">
            <a:noFill/>
            <a:miter lim="800000"/>
            <a:headEnd/>
            <a:tailEnd/>
          </a:ln>
        </p:spPr>
        <p:txBody>
          <a:bodyPr lIns="36000" tIns="72000" rIns="36000" bIns="0" rtlCol="0" anchor="ctr" anchorCtr="0"/>
          <a:lstStyle/>
          <a:p>
            <a:pPr algn="ctr" defTabSz="1088558"/>
            <a:r>
              <a:rPr lang="en-US" sz="1050" dirty="0">
                <a:latin typeface="72 Brand" panose="020B0504030603020204" pitchFamily="34" charset="0"/>
                <a:cs typeface="72" panose="020B0503030000000003" pitchFamily="34" charset="0"/>
              </a:rPr>
              <a:t>Create custom UI</a:t>
            </a:r>
          </a:p>
          <a:p>
            <a:pPr algn="ctr" defTabSz="1088558"/>
            <a:endParaRPr lang="en-US" sz="1050" dirty="0">
              <a:solidFill>
                <a:srgbClr val="12171C"/>
              </a:solidFill>
              <a:latin typeface="72 Brand" panose="020B0504030603020204" pitchFamily="34" charset="0"/>
              <a:cs typeface="Times New Roman"/>
            </a:endParaRPr>
          </a:p>
        </p:txBody>
      </p:sp>
      <p:sp>
        <p:nvSpPr>
          <p:cNvPr id="243" name="Gefaltete Ecke 6">
            <a:extLst>
              <a:ext uri="{FF2B5EF4-FFF2-40B4-BE49-F238E27FC236}">
                <a16:creationId xmlns:a16="http://schemas.microsoft.com/office/drawing/2014/main" id="{94602B29-3057-6626-094C-288275D06526}"/>
              </a:ext>
            </a:extLst>
          </p:cNvPr>
          <p:cNvSpPr/>
          <p:nvPr/>
        </p:nvSpPr>
        <p:spPr bwMode="gray">
          <a:xfrm>
            <a:off x="5033099" y="3230647"/>
            <a:ext cx="3019736" cy="898971"/>
          </a:xfrm>
          <a:prstGeom prst="rect">
            <a:avLst/>
          </a:prstGeom>
          <a:solidFill>
            <a:srgbClr val="EAECEE"/>
          </a:solidFill>
          <a:ln w="25400" algn="ctr">
            <a:noFill/>
            <a:miter lim="800000"/>
            <a:headEnd/>
            <a:tailEnd/>
          </a:ln>
        </p:spPr>
        <p:txBody>
          <a:bodyPr lIns="36000" tIns="72000" rIns="36000" bIns="0" rtlCol="0" anchor="ctr" anchorCtr="0"/>
          <a:lstStyle/>
          <a:p>
            <a:pPr algn="ctr" defTabSz="1088558"/>
            <a:r>
              <a:rPr lang="en-US" sz="1050" dirty="0">
                <a:latin typeface="72 Brand" panose="020B0504030603020204" pitchFamily="34" charset="0"/>
                <a:cs typeface="72" panose="020B0503030000000003" pitchFamily="34" charset="0"/>
              </a:rPr>
              <a:t>Consume API</a:t>
            </a:r>
          </a:p>
        </p:txBody>
      </p:sp>
      <p:sp>
        <p:nvSpPr>
          <p:cNvPr id="274" name="Gefaltete Ecke 6">
            <a:extLst>
              <a:ext uri="{FF2B5EF4-FFF2-40B4-BE49-F238E27FC236}">
                <a16:creationId xmlns:a16="http://schemas.microsoft.com/office/drawing/2014/main" id="{1B4089A1-7A5F-980D-A105-A1BBDCF17340}"/>
              </a:ext>
            </a:extLst>
          </p:cNvPr>
          <p:cNvSpPr/>
          <p:nvPr/>
        </p:nvSpPr>
        <p:spPr bwMode="gray">
          <a:xfrm>
            <a:off x="8541611" y="2274242"/>
            <a:ext cx="3019736" cy="898971"/>
          </a:xfrm>
          <a:prstGeom prst="rect">
            <a:avLst/>
          </a:prstGeom>
          <a:solidFill>
            <a:srgbClr val="EAECEE"/>
          </a:solidFill>
          <a:ln w="25400" algn="ctr">
            <a:noFill/>
            <a:miter lim="800000"/>
            <a:headEnd/>
            <a:tailEnd/>
          </a:ln>
        </p:spPr>
        <p:txBody>
          <a:bodyPr lIns="36000" tIns="72000" rIns="36000" bIns="0" rtlCol="0" anchor="ctr" anchorCtr="0"/>
          <a:lstStyle/>
          <a:p>
            <a:pPr algn="ctr" defTabSz="1088558"/>
            <a:r>
              <a:rPr lang="en-US" sz="1050" dirty="0">
                <a:solidFill>
                  <a:srgbClr val="12171C"/>
                </a:solidFill>
                <a:latin typeface="72 Brand" panose="020B0504030603020204" pitchFamily="34" charset="0"/>
                <a:cs typeface="Times New Roman"/>
              </a:rPr>
              <a:t>SAP Build Apps</a:t>
            </a:r>
          </a:p>
        </p:txBody>
      </p:sp>
      <p:sp>
        <p:nvSpPr>
          <p:cNvPr id="268" name="Gefaltete Ecke 6">
            <a:extLst>
              <a:ext uri="{FF2B5EF4-FFF2-40B4-BE49-F238E27FC236}">
                <a16:creationId xmlns:a16="http://schemas.microsoft.com/office/drawing/2014/main" id="{6F53B60D-E875-E00F-B289-74352F2E9F59}"/>
              </a:ext>
            </a:extLst>
          </p:cNvPr>
          <p:cNvSpPr/>
          <p:nvPr/>
        </p:nvSpPr>
        <p:spPr bwMode="gray">
          <a:xfrm>
            <a:off x="8541612" y="3230647"/>
            <a:ext cx="3019736" cy="898971"/>
          </a:xfrm>
          <a:prstGeom prst="rect">
            <a:avLst/>
          </a:prstGeom>
          <a:solidFill>
            <a:srgbClr val="EAECEE"/>
          </a:solidFill>
          <a:ln w="25400" algn="ctr">
            <a:noFill/>
            <a:miter lim="800000"/>
            <a:headEnd/>
            <a:tailEnd/>
          </a:ln>
        </p:spPr>
        <p:txBody>
          <a:bodyPr lIns="36000" tIns="72000" rIns="36000" bIns="0" rtlCol="0" anchor="ctr" anchorCtr="0"/>
          <a:lstStyle/>
          <a:p>
            <a:pPr algn="ctr" defTabSz="1088558"/>
            <a:r>
              <a:rPr lang="en-US" sz="1050" dirty="0">
                <a:solidFill>
                  <a:srgbClr val="12171C"/>
                </a:solidFill>
                <a:latin typeface="72 Brand" panose="020B0504030603020204" pitchFamily="34" charset="0"/>
                <a:cs typeface="Times New Roman"/>
              </a:rPr>
              <a:t>Consume SAP remote API - SAP Business Accelerator Hub (Clean Core Level A)</a:t>
            </a:r>
            <a:br>
              <a:rPr lang="en-US" sz="1050" dirty="0">
                <a:solidFill>
                  <a:srgbClr val="12171C"/>
                </a:solidFill>
                <a:latin typeface="72 Brand" panose="020B0504030603020204" pitchFamily="34" charset="0"/>
                <a:cs typeface="Times New Roman"/>
              </a:rPr>
            </a:br>
            <a:r>
              <a:rPr lang="en-US" sz="800" dirty="0">
                <a:solidFill>
                  <a:srgbClr val="12171C"/>
                </a:solidFill>
                <a:latin typeface="72 Brand" panose="020B0504030603020204" pitchFamily="34" charset="0"/>
                <a:cs typeface="Times New Roman"/>
              </a:rPr>
              <a:t>Product Master (A2X)</a:t>
            </a:r>
            <a:endParaRPr lang="en-US" sz="1050" dirty="0">
              <a:solidFill>
                <a:srgbClr val="12171C"/>
              </a:solidFill>
              <a:latin typeface="72 Brand" panose="020B0504030603020204" pitchFamily="34" charset="0"/>
              <a:cs typeface="Times New Roman"/>
            </a:endParaRPr>
          </a:p>
        </p:txBody>
      </p:sp>
      <p:sp>
        <p:nvSpPr>
          <p:cNvPr id="31" name="Gefaltete Ecke 7">
            <a:extLst>
              <a:ext uri="{FF2B5EF4-FFF2-40B4-BE49-F238E27FC236}">
                <a16:creationId xmlns:a16="http://schemas.microsoft.com/office/drawing/2014/main" id="{69A4BFEE-467C-A804-4415-CF61326F94F8}"/>
              </a:ext>
            </a:extLst>
          </p:cNvPr>
          <p:cNvSpPr>
            <a:spLocks/>
          </p:cNvSpPr>
          <p:nvPr/>
        </p:nvSpPr>
        <p:spPr bwMode="gray">
          <a:xfrm>
            <a:off x="501651" y="2273212"/>
            <a:ext cx="722700" cy="898971"/>
          </a:xfrm>
          <a:prstGeom prst="rect">
            <a:avLst/>
          </a:prstGeom>
          <a:solidFill>
            <a:srgbClr val="EAECEE"/>
          </a:solidFill>
          <a:ln w="25400" algn="ctr">
            <a:noFill/>
            <a:miter lim="800000"/>
            <a:headEnd/>
            <a:tailEnd/>
          </a:ln>
        </p:spPr>
        <p:txBody>
          <a:bodyPr lIns="144000" tIns="144000" rIns="36000" bIns="0" rtlCol="0" anchor="t" anchorCtr="0"/>
          <a:lstStyle/>
          <a:p>
            <a:pPr defTabSz="914400" fontAlgn="base">
              <a:spcBef>
                <a:spcPct val="50000"/>
              </a:spcBef>
              <a:spcAft>
                <a:spcPct val="0"/>
              </a:spcAft>
              <a:buClr>
                <a:srgbClr val="F0AB00"/>
              </a:buClr>
              <a:buSzPct val="80000"/>
            </a:pPr>
            <a:r>
              <a:rPr lang="en-US" sz="700" kern="0">
                <a:solidFill>
                  <a:srgbClr val="12171C"/>
                </a:solidFill>
                <a:latin typeface="72 Brand Medium" panose="020B0504030603020204" pitchFamily="34" charset="0"/>
                <a:ea typeface="Arial Unicode MS" pitchFamily="34" charset="-128"/>
                <a:cs typeface="72" panose="020B0503030000000003" pitchFamily="34" charset="0"/>
              </a:rPr>
              <a:t>Actions</a:t>
            </a:r>
            <a:endParaRPr kumimoji="0" lang="en-US" sz="700" u="none" strike="noStrike" kern="0" cap="none" spc="0" normalizeH="0" baseline="0" noProof="0">
              <a:ln>
                <a:noFill/>
              </a:ln>
              <a:solidFill>
                <a:srgbClr val="12171C"/>
              </a:solidFill>
              <a:effectLst/>
              <a:uLnTx/>
              <a:uFillTx/>
              <a:latin typeface="72 Brand Medium" panose="020B0504030603020204" pitchFamily="34" charset="0"/>
              <a:ea typeface="Arial Unicode MS" pitchFamily="34" charset="-128"/>
              <a:cs typeface="72" panose="020B0503030000000003" pitchFamily="34" charset="0"/>
            </a:endParaRPr>
          </a:p>
        </p:txBody>
      </p:sp>
      <p:sp>
        <p:nvSpPr>
          <p:cNvPr id="29" name="Gefaltete Ecke 8">
            <a:extLst>
              <a:ext uri="{FF2B5EF4-FFF2-40B4-BE49-F238E27FC236}">
                <a16:creationId xmlns:a16="http://schemas.microsoft.com/office/drawing/2014/main" id="{DF4516E6-37A7-D757-215D-40B7D1292166}"/>
              </a:ext>
            </a:extLst>
          </p:cNvPr>
          <p:cNvSpPr>
            <a:spLocks/>
          </p:cNvSpPr>
          <p:nvPr/>
        </p:nvSpPr>
        <p:spPr bwMode="gray">
          <a:xfrm>
            <a:off x="501650" y="3229618"/>
            <a:ext cx="722699" cy="897944"/>
          </a:xfrm>
          <a:prstGeom prst="rect">
            <a:avLst/>
          </a:prstGeom>
          <a:solidFill>
            <a:srgbClr val="EAECEE"/>
          </a:solidFill>
          <a:ln w="25400" algn="ctr">
            <a:noFill/>
            <a:miter lim="800000"/>
            <a:headEnd/>
            <a:tailEnd/>
          </a:ln>
        </p:spPr>
        <p:txBody>
          <a:bodyPr lIns="144000" tIns="144000" rIns="36000" bIns="0" rtlCol="0" anchor="t" anchorCtr="0"/>
          <a:lstStyle/>
          <a:p>
            <a:pPr defTabSz="914400" fontAlgn="base">
              <a:spcBef>
                <a:spcPct val="50000"/>
              </a:spcBef>
              <a:spcAft>
                <a:spcPct val="0"/>
              </a:spcAft>
              <a:buClr>
                <a:srgbClr val="F0AB00"/>
              </a:buClr>
              <a:buSzPct val="80000"/>
            </a:pPr>
            <a:r>
              <a:rPr lang="en-US" sz="700" kern="0">
                <a:solidFill>
                  <a:srgbClr val="12171C"/>
                </a:solidFill>
                <a:latin typeface="72 Brand Medium" panose="020B0504030603020204" pitchFamily="34" charset="0"/>
                <a:ea typeface="Arial Unicode MS" pitchFamily="34" charset="-128"/>
                <a:cs typeface="72" panose="020B0503030000000003" pitchFamily="34" charset="0"/>
              </a:rPr>
              <a:t>Application Logic</a:t>
            </a:r>
            <a:endParaRPr kumimoji="0" lang="en-US" sz="700" u="none" strike="noStrike" kern="0" cap="none" spc="0" normalizeH="0" baseline="0" noProof="0">
              <a:ln>
                <a:noFill/>
              </a:ln>
              <a:solidFill>
                <a:srgbClr val="12171C"/>
              </a:solidFill>
              <a:effectLst/>
              <a:uLnTx/>
              <a:uFillTx/>
              <a:latin typeface="72 Brand Medium" panose="020B0504030603020204" pitchFamily="34" charset="0"/>
              <a:ea typeface="Arial Unicode MS" pitchFamily="34" charset="-128"/>
              <a:cs typeface="72" panose="020B0503030000000003" pitchFamily="34" charset="0"/>
            </a:endParaRPr>
          </a:p>
        </p:txBody>
      </p:sp>
      <p:sp>
        <p:nvSpPr>
          <p:cNvPr id="27" name="Gefaltete Ecke 9">
            <a:extLst>
              <a:ext uri="{FF2B5EF4-FFF2-40B4-BE49-F238E27FC236}">
                <a16:creationId xmlns:a16="http://schemas.microsoft.com/office/drawing/2014/main" id="{A2BF1AD5-CEDC-3555-A497-E3E61B14D045}"/>
              </a:ext>
            </a:extLst>
          </p:cNvPr>
          <p:cNvSpPr>
            <a:spLocks/>
          </p:cNvSpPr>
          <p:nvPr/>
        </p:nvSpPr>
        <p:spPr bwMode="gray">
          <a:xfrm>
            <a:off x="501650" y="4184997"/>
            <a:ext cx="722699" cy="897943"/>
          </a:xfrm>
          <a:prstGeom prst="rect">
            <a:avLst/>
          </a:prstGeom>
          <a:solidFill>
            <a:srgbClr val="EAECEE"/>
          </a:solidFill>
          <a:ln w="25400" algn="ctr">
            <a:noFill/>
            <a:miter lim="800000"/>
            <a:headEnd/>
            <a:tailEnd/>
          </a:ln>
        </p:spPr>
        <p:txBody>
          <a:bodyPr lIns="144000" tIns="144000" rIns="36000" bIns="0" rtlCol="0" anchor="t" anchorCtr="0"/>
          <a:lstStyle/>
          <a:p>
            <a:pPr defTabSz="914400" fontAlgn="base">
              <a:spcBef>
                <a:spcPct val="50000"/>
              </a:spcBef>
              <a:spcAft>
                <a:spcPct val="0"/>
              </a:spcAft>
              <a:buClr>
                <a:srgbClr val="F0AB00"/>
              </a:buClr>
              <a:buSzPct val="80000"/>
            </a:pPr>
            <a:r>
              <a:rPr lang="en-US" sz="700" kern="0">
                <a:solidFill>
                  <a:srgbClr val="12171C"/>
                </a:solidFill>
                <a:latin typeface="72 Brand Medium" panose="020B0504030603020204" pitchFamily="34" charset="0"/>
                <a:ea typeface="Arial Unicode MS" pitchFamily="34" charset="-128"/>
                <a:cs typeface="72" panose="020B0503030000000003" pitchFamily="34" charset="0"/>
              </a:rPr>
              <a:t>System</a:t>
            </a:r>
            <a:endParaRPr kumimoji="0" lang="en-US" sz="700" u="none" strike="noStrike" kern="0" cap="none" spc="0" normalizeH="0" baseline="0" noProof="0" err="1">
              <a:ln>
                <a:noFill/>
              </a:ln>
              <a:solidFill>
                <a:srgbClr val="12171C"/>
              </a:solidFill>
              <a:effectLst/>
              <a:uLnTx/>
              <a:uFillTx/>
              <a:latin typeface="72 Brand Medium" panose="020B0504030603020204" pitchFamily="34" charset="0"/>
              <a:ea typeface="Arial Unicode MS" pitchFamily="34" charset="-128"/>
              <a:cs typeface="72" panose="020B0503030000000003" pitchFamily="34" charset="0"/>
            </a:endParaRPr>
          </a:p>
        </p:txBody>
      </p:sp>
      <p:sp>
        <p:nvSpPr>
          <p:cNvPr id="25" name="Gefaltete Ecke 10">
            <a:extLst>
              <a:ext uri="{FF2B5EF4-FFF2-40B4-BE49-F238E27FC236}">
                <a16:creationId xmlns:a16="http://schemas.microsoft.com/office/drawing/2014/main" id="{80E90A66-45F9-02CA-0D3C-F26F389C1BF9}"/>
              </a:ext>
            </a:extLst>
          </p:cNvPr>
          <p:cNvSpPr>
            <a:spLocks/>
          </p:cNvSpPr>
          <p:nvPr/>
        </p:nvSpPr>
        <p:spPr bwMode="gray">
          <a:xfrm>
            <a:off x="501650" y="5140375"/>
            <a:ext cx="722699" cy="897943"/>
          </a:xfrm>
          <a:prstGeom prst="rect">
            <a:avLst/>
          </a:prstGeom>
          <a:solidFill>
            <a:srgbClr val="EAECEE"/>
          </a:solidFill>
          <a:ln w="25400" algn="ctr">
            <a:noFill/>
            <a:miter lim="800000"/>
            <a:headEnd/>
            <a:tailEnd/>
          </a:ln>
        </p:spPr>
        <p:txBody>
          <a:bodyPr lIns="144000" tIns="144000" rIns="36000" bIns="0" rtlCol="0" anchor="t" anchorCtr="0"/>
          <a:lstStyle/>
          <a:p>
            <a:pPr defTabSz="914400" fontAlgn="base">
              <a:spcBef>
                <a:spcPct val="50000"/>
              </a:spcBef>
              <a:spcAft>
                <a:spcPct val="0"/>
              </a:spcAft>
              <a:buClr>
                <a:srgbClr val="F0AB00"/>
              </a:buClr>
              <a:buSzPct val="80000"/>
            </a:pPr>
            <a:r>
              <a:rPr lang="en-US" sz="700" kern="0">
                <a:solidFill>
                  <a:srgbClr val="12171C"/>
                </a:solidFill>
                <a:latin typeface="72 Brand Medium" panose="020B0504030603020204" pitchFamily="34" charset="0"/>
                <a:ea typeface="Arial Unicode MS" pitchFamily="34" charset="-128"/>
                <a:cs typeface="72" panose="020B0503030000000003" pitchFamily="34" charset="0"/>
              </a:rPr>
              <a:t>Required </a:t>
            </a:r>
            <a:br>
              <a:rPr lang="en-US" sz="700" kern="0">
                <a:solidFill>
                  <a:srgbClr val="12171C"/>
                </a:solidFill>
                <a:latin typeface="72 Brand Medium" panose="020B0504030603020204" pitchFamily="34" charset="0"/>
                <a:ea typeface="Arial Unicode MS" pitchFamily="34" charset="-128"/>
                <a:cs typeface="72" panose="020B0503030000000003" pitchFamily="34" charset="0"/>
              </a:rPr>
            </a:br>
            <a:r>
              <a:rPr lang="en-US" sz="700" kern="0">
                <a:solidFill>
                  <a:srgbClr val="12171C"/>
                </a:solidFill>
                <a:latin typeface="72 Brand Medium" panose="020B0504030603020204" pitchFamily="34" charset="0"/>
                <a:ea typeface="Arial Unicode MS" pitchFamily="34" charset="-128"/>
                <a:cs typeface="72" panose="020B0503030000000003" pitchFamily="34" charset="0"/>
              </a:rPr>
              <a:t>Data</a:t>
            </a:r>
            <a:endParaRPr kumimoji="0" lang="en-US" sz="700" u="none" strike="noStrike" kern="0" cap="none" spc="0" normalizeH="0" baseline="0" noProof="0">
              <a:ln>
                <a:noFill/>
              </a:ln>
              <a:solidFill>
                <a:srgbClr val="12171C"/>
              </a:solidFill>
              <a:effectLst/>
              <a:uLnTx/>
              <a:uFillTx/>
              <a:latin typeface="72 Brand Medium" panose="020B0504030603020204" pitchFamily="34" charset="0"/>
              <a:ea typeface="Arial Unicode MS" pitchFamily="34" charset="-128"/>
              <a:cs typeface="72" panose="020B0503030000000003" pitchFamily="34" charset="0"/>
            </a:endParaRPr>
          </a:p>
        </p:txBody>
      </p:sp>
      <p:sp>
        <p:nvSpPr>
          <p:cNvPr id="26" name="Gefaltete Ecke 6">
            <a:extLst>
              <a:ext uri="{FF2B5EF4-FFF2-40B4-BE49-F238E27FC236}">
                <a16:creationId xmlns:a16="http://schemas.microsoft.com/office/drawing/2014/main" id="{539D0320-7496-92F2-A8D5-6FC2ABA8A7C4}"/>
              </a:ext>
            </a:extLst>
          </p:cNvPr>
          <p:cNvSpPr/>
          <p:nvPr/>
        </p:nvSpPr>
        <p:spPr bwMode="gray">
          <a:xfrm>
            <a:off x="501650" y="5140907"/>
            <a:ext cx="58853" cy="896917"/>
          </a:xfrm>
          <a:prstGeom prst="rect">
            <a:avLst/>
          </a:prstGeom>
          <a:solidFill>
            <a:srgbClr val="7858FF"/>
          </a:solidFill>
          <a:ln w="25400" algn="ctr">
            <a:noFill/>
            <a:miter lim="800000"/>
            <a:headEnd/>
            <a:tailEnd/>
          </a:ln>
        </p:spPr>
        <p:txBody>
          <a:bodyPr lIns="144000" tIns="108000" rIns="108000" bIns="0" rtlCol="0" anchor="t" anchorCtr="0"/>
          <a:lstStyle/>
          <a:p>
            <a:pPr lvl="0" defTabSz="1088558">
              <a:defRPr/>
            </a:pPr>
            <a:endParaRPr lang="en-US" sz="700">
              <a:latin typeface="72 Brand" panose="020B0504030603020204" pitchFamily="34" charset="0"/>
              <a:cs typeface="72" panose="020B0503030000000003" pitchFamily="34" charset="0"/>
            </a:endParaRPr>
          </a:p>
        </p:txBody>
      </p:sp>
      <p:grpSp>
        <p:nvGrpSpPr>
          <p:cNvPr id="9" name="Group 8">
            <a:extLst>
              <a:ext uri="{FF2B5EF4-FFF2-40B4-BE49-F238E27FC236}">
                <a16:creationId xmlns:a16="http://schemas.microsoft.com/office/drawing/2014/main" id="{7617DC8C-1F22-BD6A-C255-06F013B3D82B}"/>
              </a:ext>
            </a:extLst>
          </p:cNvPr>
          <p:cNvGrpSpPr/>
          <p:nvPr/>
        </p:nvGrpSpPr>
        <p:grpSpPr>
          <a:xfrm>
            <a:off x="1485927" y="2273213"/>
            <a:ext cx="1492147" cy="900000"/>
            <a:chOff x="1485927" y="2273213"/>
            <a:chExt cx="1492147" cy="900000"/>
          </a:xfrm>
        </p:grpSpPr>
        <p:sp>
          <p:nvSpPr>
            <p:cNvPr id="197" name="Gefaltete Ecke 6">
              <a:extLst>
                <a:ext uri="{FF2B5EF4-FFF2-40B4-BE49-F238E27FC236}">
                  <a16:creationId xmlns:a16="http://schemas.microsoft.com/office/drawing/2014/main" id="{C29A72F3-B9D0-3CD1-287E-F998964A82BE}"/>
                </a:ext>
              </a:extLst>
            </p:cNvPr>
            <p:cNvSpPr/>
            <p:nvPr/>
          </p:nvSpPr>
          <p:spPr bwMode="gray">
            <a:xfrm>
              <a:off x="1526191" y="2274242"/>
              <a:ext cx="1451883" cy="898971"/>
            </a:xfrm>
            <a:prstGeom prst="rect">
              <a:avLst/>
            </a:prstGeom>
            <a:solidFill>
              <a:srgbClr val="EAECEE"/>
            </a:solidFill>
            <a:ln w="25400" algn="ctr">
              <a:noFill/>
              <a:miter lim="800000"/>
              <a:headEnd/>
              <a:tailEnd/>
            </a:ln>
          </p:spPr>
          <p:txBody>
            <a:bodyPr lIns="36000" tIns="72000" rIns="36000" bIns="0" rtlCol="0" anchor="ctr" anchorCtr="0"/>
            <a:lstStyle/>
            <a:p>
              <a:pPr algn="ctr" defTabSz="1088558"/>
              <a:r>
                <a:rPr lang="en-US" sz="1050" dirty="0">
                  <a:solidFill>
                    <a:srgbClr val="12171C"/>
                  </a:solidFill>
                  <a:latin typeface="72 Brand" panose="020B0504030603020204" pitchFamily="34" charset="0"/>
                  <a:cs typeface="Times New Roman"/>
                </a:rPr>
                <a:t>Internal sales rep enters sales order </a:t>
              </a:r>
              <a:br>
                <a:rPr lang="en-US" sz="1050" dirty="0">
                  <a:solidFill>
                    <a:srgbClr val="12171C"/>
                  </a:solidFill>
                  <a:latin typeface="72 Brand" panose="020B0504030603020204" pitchFamily="34" charset="0"/>
                  <a:cs typeface="Times New Roman"/>
                </a:rPr>
              </a:br>
              <a:r>
                <a:rPr lang="en-US" sz="1050" dirty="0">
                  <a:solidFill>
                    <a:srgbClr val="12171C"/>
                  </a:solidFill>
                  <a:latin typeface="72 Brand" panose="020B0504030603020204" pitchFamily="34" charset="0"/>
                  <a:cs typeface="Times New Roman"/>
                </a:rPr>
                <a:t>data</a:t>
              </a:r>
            </a:p>
          </p:txBody>
        </p:sp>
        <p:sp>
          <p:nvSpPr>
            <p:cNvPr id="196" name="Gefaltete Ecke 6">
              <a:extLst>
                <a:ext uri="{FF2B5EF4-FFF2-40B4-BE49-F238E27FC236}">
                  <a16:creationId xmlns:a16="http://schemas.microsoft.com/office/drawing/2014/main" id="{9A4F6F21-3D98-8356-333A-C63E38481A37}"/>
                </a:ext>
              </a:extLst>
            </p:cNvPr>
            <p:cNvSpPr/>
            <p:nvPr/>
          </p:nvSpPr>
          <p:spPr bwMode="gray">
            <a:xfrm>
              <a:off x="1485927" y="2273213"/>
              <a:ext cx="45125" cy="898971"/>
            </a:xfrm>
            <a:prstGeom prst="rect">
              <a:avLst/>
            </a:prstGeom>
            <a:solidFill>
              <a:srgbClr val="97DD40"/>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grpSp>
      <p:sp>
        <p:nvSpPr>
          <p:cNvPr id="194" name="Gefaltete Ecke 6">
            <a:extLst>
              <a:ext uri="{FF2B5EF4-FFF2-40B4-BE49-F238E27FC236}">
                <a16:creationId xmlns:a16="http://schemas.microsoft.com/office/drawing/2014/main" id="{86AEB828-5A2D-8949-3614-065D2CD5F225}"/>
              </a:ext>
            </a:extLst>
          </p:cNvPr>
          <p:cNvSpPr/>
          <p:nvPr/>
        </p:nvSpPr>
        <p:spPr bwMode="gray">
          <a:xfrm>
            <a:off x="3053780" y="2273213"/>
            <a:ext cx="45125" cy="898971"/>
          </a:xfrm>
          <a:prstGeom prst="rect">
            <a:avLst/>
          </a:prstGeom>
          <a:solidFill>
            <a:srgbClr val="97DD40"/>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248" name="Gefaltete Ecke 6">
            <a:extLst>
              <a:ext uri="{FF2B5EF4-FFF2-40B4-BE49-F238E27FC236}">
                <a16:creationId xmlns:a16="http://schemas.microsoft.com/office/drawing/2014/main" id="{977DD7A0-1BF9-ED97-737B-2CD870D4533A}"/>
              </a:ext>
            </a:extLst>
          </p:cNvPr>
          <p:cNvSpPr/>
          <p:nvPr/>
        </p:nvSpPr>
        <p:spPr bwMode="gray">
          <a:xfrm>
            <a:off x="4992834" y="2273213"/>
            <a:ext cx="45125" cy="898971"/>
          </a:xfrm>
          <a:prstGeom prst="rect">
            <a:avLst/>
          </a:prstGeom>
          <a:solidFill>
            <a:srgbClr val="97DD40"/>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273" name="Gefaltete Ecke 6">
            <a:extLst>
              <a:ext uri="{FF2B5EF4-FFF2-40B4-BE49-F238E27FC236}">
                <a16:creationId xmlns:a16="http://schemas.microsoft.com/office/drawing/2014/main" id="{8854B295-C31E-3AC1-C348-DC9777D18202}"/>
              </a:ext>
            </a:extLst>
          </p:cNvPr>
          <p:cNvSpPr/>
          <p:nvPr/>
        </p:nvSpPr>
        <p:spPr bwMode="gray">
          <a:xfrm>
            <a:off x="8501347" y="2273213"/>
            <a:ext cx="45125" cy="898971"/>
          </a:xfrm>
          <a:prstGeom prst="rect">
            <a:avLst/>
          </a:prstGeom>
          <a:solidFill>
            <a:srgbClr val="97DD40"/>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32" name="Gefaltete Ecke 6">
            <a:extLst>
              <a:ext uri="{FF2B5EF4-FFF2-40B4-BE49-F238E27FC236}">
                <a16:creationId xmlns:a16="http://schemas.microsoft.com/office/drawing/2014/main" id="{69AB8B67-EC63-B882-5B56-61FAF980FC23}"/>
              </a:ext>
            </a:extLst>
          </p:cNvPr>
          <p:cNvSpPr/>
          <p:nvPr/>
        </p:nvSpPr>
        <p:spPr bwMode="gray">
          <a:xfrm>
            <a:off x="501650" y="2273213"/>
            <a:ext cx="58853" cy="897944"/>
          </a:xfrm>
          <a:prstGeom prst="rect">
            <a:avLst/>
          </a:prstGeom>
          <a:solidFill>
            <a:srgbClr val="97DD40"/>
          </a:solidFill>
          <a:ln w="25400" algn="ctr">
            <a:noFill/>
            <a:miter lim="800000"/>
            <a:headEnd/>
            <a:tailEnd/>
          </a:ln>
        </p:spPr>
        <p:txBody>
          <a:bodyPr lIns="144000" tIns="108000" rIns="108000" bIns="0" rtlCol="0" anchor="t" anchorCtr="0"/>
          <a:lstStyle/>
          <a:p>
            <a:pPr lvl="0" defTabSz="1088558">
              <a:defRPr/>
            </a:pPr>
            <a:endParaRPr lang="en-US" sz="700">
              <a:latin typeface="72 Brand" panose="020B0504030603020204" pitchFamily="34" charset="0"/>
              <a:cs typeface="72" panose="020B0503030000000003" pitchFamily="34" charset="0"/>
            </a:endParaRPr>
          </a:p>
        </p:txBody>
      </p:sp>
      <p:sp>
        <p:nvSpPr>
          <p:cNvPr id="192" name="Gefaltete Ecke 6">
            <a:extLst>
              <a:ext uri="{FF2B5EF4-FFF2-40B4-BE49-F238E27FC236}">
                <a16:creationId xmlns:a16="http://schemas.microsoft.com/office/drawing/2014/main" id="{2018958D-AED7-90AC-BCDD-37661AD59C61}"/>
              </a:ext>
            </a:extLst>
          </p:cNvPr>
          <p:cNvSpPr/>
          <p:nvPr/>
        </p:nvSpPr>
        <p:spPr bwMode="gray">
          <a:xfrm>
            <a:off x="1485927" y="3229618"/>
            <a:ext cx="45125" cy="898971"/>
          </a:xfrm>
          <a:prstGeom prst="rect">
            <a:avLst/>
          </a:prstGeom>
          <a:solidFill>
            <a:srgbClr val="FFC933"/>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190" name="Gefaltete Ecke 6">
            <a:extLst>
              <a:ext uri="{FF2B5EF4-FFF2-40B4-BE49-F238E27FC236}">
                <a16:creationId xmlns:a16="http://schemas.microsoft.com/office/drawing/2014/main" id="{170D05F8-C84C-7C23-AA83-0DBC03B2341B}"/>
              </a:ext>
            </a:extLst>
          </p:cNvPr>
          <p:cNvSpPr/>
          <p:nvPr/>
        </p:nvSpPr>
        <p:spPr bwMode="gray">
          <a:xfrm>
            <a:off x="3053780" y="3229618"/>
            <a:ext cx="45125" cy="898971"/>
          </a:xfrm>
          <a:prstGeom prst="rect">
            <a:avLst/>
          </a:prstGeom>
          <a:solidFill>
            <a:srgbClr val="FFC933"/>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244" name="Gefaltete Ecke 6">
            <a:extLst>
              <a:ext uri="{FF2B5EF4-FFF2-40B4-BE49-F238E27FC236}">
                <a16:creationId xmlns:a16="http://schemas.microsoft.com/office/drawing/2014/main" id="{309D1218-A99D-24B0-3FF2-503B8831D969}"/>
              </a:ext>
            </a:extLst>
          </p:cNvPr>
          <p:cNvSpPr/>
          <p:nvPr/>
        </p:nvSpPr>
        <p:spPr bwMode="gray">
          <a:xfrm>
            <a:off x="4992834" y="3229618"/>
            <a:ext cx="45125" cy="898971"/>
          </a:xfrm>
          <a:prstGeom prst="rect">
            <a:avLst/>
          </a:prstGeom>
          <a:solidFill>
            <a:srgbClr val="FFC933"/>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269" name="Gefaltete Ecke 6">
            <a:extLst>
              <a:ext uri="{FF2B5EF4-FFF2-40B4-BE49-F238E27FC236}">
                <a16:creationId xmlns:a16="http://schemas.microsoft.com/office/drawing/2014/main" id="{7D2679B7-0817-9925-438F-0AC496A6F196}"/>
              </a:ext>
            </a:extLst>
          </p:cNvPr>
          <p:cNvSpPr/>
          <p:nvPr/>
        </p:nvSpPr>
        <p:spPr bwMode="gray">
          <a:xfrm>
            <a:off x="8501347" y="3229618"/>
            <a:ext cx="45125" cy="898971"/>
          </a:xfrm>
          <a:prstGeom prst="rect">
            <a:avLst/>
          </a:prstGeom>
          <a:solidFill>
            <a:srgbClr val="FFC933"/>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30" name="Gefaltete Ecke 6">
            <a:extLst>
              <a:ext uri="{FF2B5EF4-FFF2-40B4-BE49-F238E27FC236}">
                <a16:creationId xmlns:a16="http://schemas.microsoft.com/office/drawing/2014/main" id="{CF291873-F6E7-20A1-B09D-C53D50179824}"/>
              </a:ext>
            </a:extLst>
          </p:cNvPr>
          <p:cNvSpPr/>
          <p:nvPr/>
        </p:nvSpPr>
        <p:spPr bwMode="gray">
          <a:xfrm>
            <a:off x="501650" y="3230128"/>
            <a:ext cx="58853" cy="896919"/>
          </a:xfrm>
          <a:prstGeom prst="rect">
            <a:avLst/>
          </a:prstGeom>
          <a:solidFill>
            <a:srgbClr val="FFC933"/>
          </a:solidFill>
          <a:ln w="25400" algn="ctr">
            <a:noFill/>
            <a:miter lim="800000"/>
            <a:headEnd/>
            <a:tailEnd/>
          </a:ln>
        </p:spPr>
        <p:txBody>
          <a:bodyPr lIns="144000" tIns="108000" rIns="108000" bIns="0" rtlCol="0" anchor="t" anchorCtr="0"/>
          <a:lstStyle/>
          <a:p>
            <a:pPr lvl="0" defTabSz="1088558">
              <a:defRPr/>
            </a:pPr>
            <a:endParaRPr lang="en-US" sz="700">
              <a:latin typeface="72 Brand" panose="020B0504030603020204" pitchFamily="34" charset="0"/>
              <a:cs typeface="72" panose="020B0503030000000003" pitchFamily="34" charset="0"/>
            </a:endParaRPr>
          </a:p>
        </p:txBody>
      </p:sp>
      <p:sp>
        <p:nvSpPr>
          <p:cNvPr id="188" name="Gefaltete Ecke 6">
            <a:extLst>
              <a:ext uri="{FF2B5EF4-FFF2-40B4-BE49-F238E27FC236}">
                <a16:creationId xmlns:a16="http://schemas.microsoft.com/office/drawing/2014/main" id="{B3AAE617-5556-2636-D942-FC9DC09043FF}"/>
              </a:ext>
            </a:extLst>
          </p:cNvPr>
          <p:cNvSpPr/>
          <p:nvPr/>
        </p:nvSpPr>
        <p:spPr bwMode="gray">
          <a:xfrm>
            <a:off x="1485927" y="4186023"/>
            <a:ext cx="45125" cy="898971"/>
          </a:xfrm>
          <a:prstGeom prst="rect">
            <a:avLst/>
          </a:prstGeom>
          <a:solidFill>
            <a:srgbClr val="1B90FF"/>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186" name="Gefaltete Ecke 6">
            <a:extLst>
              <a:ext uri="{FF2B5EF4-FFF2-40B4-BE49-F238E27FC236}">
                <a16:creationId xmlns:a16="http://schemas.microsoft.com/office/drawing/2014/main" id="{C7AEA1EE-1F5F-8DF2-30E7-98675196D9EB}"/>
              </a:ext>
            </a:extLst>
          </p:cNvPr>
          <p:cNvSpPr/>
          <p:nvPr/>
        </p:nvSpPr>
        <p:spPr bwMode="gray">
          <a:xfrm>
            <a:off x="3053780" y="4186023"/>
            <a:ext cx="45125" cy="898971"/>
          </a:xfrm>
          <a:prstGeom prst="rect">
            <a:avLst/>
          </a:prstGeom>
          <a:solidFill>
            <a:srgbClr val="1B90FF"/>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28" name="Gefaltete Ecke 6">
            <a:extLst>
              <a:ext uri="{FF2B5EF4-FFF2-40B4-BE49-F238E27FC236}">
                <a16:creationId xmlns:a16="http://schemas.microsoft.com/office/drawing/2014/main" id="{D0254FC9-8378-FF2A-3F56-6865744C0D76}"/>
              </a:ext>
            </a:extLst>
          </p:cNvPr>
          <p:cNvSpPr/>
          <p:nvPr/>
        </p:nvSpPr>
        <p:spPr bwMode="gray">
          <a:xfrm>
            <a:off x="502344" y="4185517"/>
            <a:ext cx="58853" cy="896917"/>
          </a:xfrm>
          <a:prstGeom prst="rect">
            <a:avLst/>
          </a:prstGeom>
          <a:solidFill>
            <a:srgbClr val="1B90FF"/>
          </a:solidFill>
          <a:ln w="25400" algn="ctr">
            <a:noFill/>
            <a:miter lim="800000"/>
            <a:headEnd/>
            <a:tailEnd/>
          </a:ln>
        </p:spPr>
        <p:txBody>
          <a:bodyPr lIns="144000" tIns="108000" rIns="108000" bIns="0" rtlCol="0" anchor="t" anchorCtr="0"/>
          <a:lstStyle/>
          <a:p>
            <a:pPr lvl="0" defTabSz="1088558">
              <a:defRPr/>
            </a:pPr>
            <a:endParaRPr lang="en-US" sz="700">
              <a:latin typeface="72 Brand" panose="020B0504030603020204" pitchFamily="34" charset="0"/>
              <a:cs typeface="72" panose="020B0503030000000003" pitchFamily="34" charset="0"/>
            </a:endParaRPr>
          </a:p>
        </p:txBody>
      </p:sp>
      <p:sp>
        <p:nvSpPr>
          <p:cNvPr id="13" name="Rounded Rectangle 2">
            <a:extLst>
              <a:ext uri="{FF2B5EF4-FFF2-40B4-BE49-F238E27FC236}">
                <a16:creationId xmlns:a16="http://schemas.microsoft.com/office/drawing/2014/main" id="{E3992368-9017-CBF7-9A80-86B2C7E4AC3A}"/>
              </a:ext>
            </a:extLst>
          </p:cNvPr>
          <p:cNvSpPr/>
          <p:nvPr/>
        </p:nvSpPr>
        <p:spPr bwMode="gray">
          <a:xfrm>
            <a:off x="4992834" y="974710"/>
            <a:ext cx="3060000" cy="227442"/>
          </a:xfrm>
          <a:prstGeom prst="roundRect">
            <a:avLst>
              <a:gd name="adj" fmla="val 21664"/>
            </a:avLst>
          </a:prstGeom>
          <a:solidFill>
            <a:srgbClr val="36A41D"/>
          </a:solidFill>
          <a:ln w="19050" cap="rnd" cmpd="sng">
            <a:noFill/>
            <a:headEnd/>
            <a:tailEnd/>
          </a:ln>
          <a:effectLst/>
        </p:spPr>
        <p:style>
          <a:lnRef idx="3">
            <a:schemeClr val="lt1"/>
          </a:lnRef>
          <a:fillRef idx="1">
            <a:schemeClr val="accent6"/>
          </a:fillRef>
          <a:effectRef idx="1">
            <a:schemeClr val="accent6"/>
          </a:effectRef>
          <a:fontRef idx="minor">
            <a:schemeClr val="lt1"/>
          </a:fontRef>
        </p:style>
        <p:txBody>
          <a:bodyPr wrap="square" lIns="0" tIns="0" rIns="0" bIns="0" rtlCol="0" anchor="ctr">
            <a:noAutofit/>
          </a:bodyPr>
          <a:lstStyle/>
          <a:p>
            <a:pPr algn="ctr" fontAlgn="base">
              <a:spcBef>
                <a:spcPct val="50000"/>
              </a:spcBef>
              <a:spcAft>
                <a:spcPct val="0"/>
              </a:spcAft>
              <a:buClr>
                <a:srgbClr val="F0AB00"/>
              </a:buClr>
              <a:buSzPct val="80000"/>
            </a:pPr>
            <a:r>
              <a:rPr lang="en-US" sz="1000" kern="0" dirty="0">
                <a:solidFill>
                  <a:schemeClr val="bg1"/>
                </a:solidFill>
                <a:latin typeface="72 Brand" panose="020B0504030603020204" pitchFamily="34" charset="0"/>
                <a:ea typeface="Arial Unicode MS" pitchFamily="34" charset="-128"/>
                <a:cs typeface="Arial Unicode MS" pitchFamily="34" charset="-128"/>
                <a:sym typeface="Arial"/>
              </a:rPr>
              <a:t>Exercise 1.3</a:t>
            </a:r>
          </a:p>
        </p:txBody>
      </p:sp>
      <p:sp>
        <p:nvSpPr>
          <p:cNvPr id="14" name="Rounded Rectangle 2">
            <a:extLst>
              <a:ext uri="{FF2B5EF4-FFF2-40B4-BE49-F238E27FC236}">
                <a16:creationId xmlns:a16="http://schemas.microsoft.com/office/drawing/2014/main" id="{269930EF-9F9A-5F1C-234B-34EB04B9A019}"/>
              </a:ext>
            </a:extLst>
          </p:cNvPr>
          <p:cNvSpPr/>
          <p:nvPr/>
        </p:nvSpPr>
        <p:spPr bwMode="gray">
          <a:xfrm>
            <a:off x="8501347" y="974710"/>
            <a:ext cx="3060000" cy="227442"/>
          </a:xfrm>
          <a:prstGeom prst="roundRect">
            <a:avLst>
              <a:gd name="adj" fmla="val 21664"/>
            </a:avLst>
          </a:prstGeom>
          <a:solidFill>
            <a:srgbClr val="36A41D"/>
          </a:solidFill>
          <a:ln w="19050" cap="rnd" cmpd="sng">
            <a:noFill/>
            <a:headEnd/>
            <a:tailEnd/>
          </a:ln>
          <a:effectLst/>
        </p:spPr>
        <p:style>
          <a:lnRef idx="3">
            <a:schemeClr val="lt1"/>
          </a:lnRef>
          <a:fillRef idx="1">
            <a:schemeClr val="accent6"/>
          </a:fillRef>
          <a:effectRef idx="1">
            <a:schemeClr val="accent6"/>
          </a:effectRef>
          <a:fontRef idx="minor">
            <a:schemeClr val="lt1"/>
          </a:fontRef>
        </p:style>
        <p:txBody>
          <a:bodyPr wrap="square" lIns="0" tIns="0" rIns="0" bIns="0" rtlCol="0" anchor="ctr">
            <a:noAutofit/>
          </a:bodyPr>
          <a:lstStyle/>
          <a:p>
            <a:pPr algn="ctr" fontAlgn="base">
              <a:spcBef>
                <a:spcPct val="50000"/>
              </a:spcBef>
              <a:spcAft>
                <a:spcPct val="0"/>
              </a:spcAft>
              <a:buClr>
                <a:srgbClr val="F0AB00"/>
              </a:buClr>
              <a:buSzPct val="80000"/>
            </a:pPr>
            <a:r>
              <a:rPr lang="en-US" sz="1000" kern="0" dirty="0">
                <a:solidFill>
                  <a:schemeClr val="bg1"/>
                </a:solidFill>
                <a:latin typeface="72 Brand" panose="020B0504030603020204" pitchFamily="34" charset="0"/>
                <a:ea typeface="Arial Unicode MS" pitchFamily="34" charset="-128"/>
                <a:cs typeface="Arial Unicode MS" pitchFamily="34" charset="-128"/>
                <a:sym typeface="Arial"/>
              </a:rPr>
              <a:t>Exercise 1.4</a:t>
            </a:r>
          </a:p>
        </p:txBody>
      </p:sp>
      <p:sp>
        <p:nvSpPr>
          <p:cNvPr id="15" name="Rounded Rectangle 2">
            <a:extLst>
              <a:ext uri="{FF2B5EF4-FFF2-40B4-BE49-F238E27FC236}">
                <a16:creationId xmlns:a16="http://schemas.microsoft.com/office/drawing/2014/main" id="{3B32D5E7-7195-0A54-B6ED-A80033EBF8B4}"/>
              </a:ext>
            </a:extLst>
          </p:cNvPr>
          <p:cNvSpPr/>
          <p:nvPr/>
        </p:nvSpPr>
        <p:spPr bwMode="gray">
          <a:xfrm>
            <a:off x="1484319" y="974710"/>
            <a:ext cx="3061607" cy="227442"/>
          </a:xfrm>
          <a:prstGeom prst="roundRect">
            <a:avLst>
              <a:gd name="adj" fmla="val 21664"/>
            </a:avLst>
          </a:prstGeom>
          <a:solidFill>
            <a:srgbClr val="36A41D"/>
          </a:solidFill>
          <a:ln w="19050" cap="rnd" cmpd="sng">
            <a:noFill/>
            <a:headEnd/>
            <a:tailEnd/>
          </a:ln>
          <a:effectLst/>
        </p:spPr>
        <p:style>
          <a:lnRef idx="3">
            <a:schemeClr val="lt1"/>
          </a:lnRef>
          <a:fillRef idx="1">
            <a:schemeClr val="accent6"/>
          </a:fillRef>
          <a:effectRef idx="1">
            <a:schemeClr val="accent6"/>
          </a:effectRef>
          <a:fontRef idx="minor">
            <a:schemeClr val="lt1"/>
          </a:fontRef>
        </p:style>
        <p:txBody>
          <a:bodyPr wrap="square" lIns="0" tIns="0" rIns="0" bIns="0" rtlCol="0" anchor="ctr">
            <a:noAutofit/>
          </a:bodyPr>
          <a:lstStyle/>
          <a:p>
            <a:pPr algn="ctr" fontAlgn="base">
              <a:spcBef>
                <a:spcPct val="50000"/>
              </a:spcBef>
              <a:spcAft>
                <a:spcPct val="0"/>
              </a:spcAft>
              <a:buClr>
                <a:srgbClr val="F0AB00"/>
              </a:buClr>
              <a:buSzPct val="80000"/>
            </a:pPr>
            <a:r>
              <a:rPr lang="en-US" sz="1000" kern="0" dirty="0">
                <a:solidFill>
                  <a:schemeClr val="bg1"/>
                </a:solidFill>
                <a:latin typeface="72 Brand" panose="020B0504030603020204" pitchFamily="34" charset="0"/>
                <a:ea typeface="Arial Unicode MS" pitchFamily="34" charset="-128"/>
                <a:cs typeface="Arial Unicode MS" pitchFamily="34" charset="-128"/>
                <a:sym typeface="Arial"/>
              </a:rPr>
              <a:t>Exercise 1.2</a:t>
            </a:r>
          </a:p>
        </p:txBody>
      </p:sp>
      <p:sp>
        <p:nvSpPr>
          <p:cNvPr id="16" name="Rounded Rectangle 2">
            <a:extLst>
              <a:ext uri="{FF2B5EF4-FFF2-40B4-BE49-F238E27FC236}">
                <a16:creationId xmlns:a16="http://schemas.microsoft.com/office/drawing/2014/main" id="{FA81E031-E0AE-D1B9-C818-A006D04EADDC}"/>
              </a:ext>
            </a:extLst>
          </p:cNvPr>
          <p:cNvSpPr/>
          <p:nvPr/>
        </p:nvSpPr>
        <p:spPr bwMode="gray">
          <a:xfrm>
            <a:off x="501650" y="810962"/>
            <a:ext cx="722700" cy="233316"/>
          </a:xfrm>
          <a:prstGeom prst="roundRect">
            <a:avLst>
              <a:gd name="adj" fmla="val 21664"/>
            </a:avLst>
          </a:prstGeom>
          <a:solidFill>
            <a:srgbClr val="36A41D"/>
          </a:solidFill>
          <a:ln w="19050" cap="rnd" cmpd="sng">
            <a:noFill/>
            <a:headEnd/>
            <a:tailEnd/>
          </a:ln>
          <a:effectLst/>
        </p:spPr>
        <p:style>
          <a:lnRef idx="3">
            <a:schemeClr val="lt1"/>
          </a:lnRef>
          <a:fillRef idx="1">
            <a:schemeClr val="accent6"/>
          </a:fillRef>
          <a:effectRef idx="1">
            <a:schemeClr val="accent6"/>
          </a:effectRef>
          <a:fontRef idx="minor">
            <a:schemeClr val="lt1"/>
          </a:fontRef>
        </p:style>
        <p:txBody>
          <a:bodyPr wrap="square" lIns="0" tIns="0" rIns="0" bIns="0" rtlCol="0" anchor="ctr">
            <a:noAutofit/>
          </a:bodyPr>
          <a:lstStyle/>
          <a:p>
            <a:pPr algn="ctr" fontAlgn="base">
              <a:spcBef>
                <a:spcPct val="50000"/>
              </a:spcBef>
              <a:spcAft>
                <a:spcPct val="0"/>
              </a:spcAft>
              <a:buClr>
                <a:srgbClr val="F0AB00"/>
              </a:buClr>
              <a:buSzPct val="80000"/>
            </a:pPr>
            <a:r>
              <a:rPr lang="en-US" sz="1000" kern="0" dirty="0">
                <a:solidFill>
                  <a:schemeClr val="bg1"/>
                </a:solidFill>
                <a:latin typeface="72 Brand" panose="020B0504030603020204" pitchFamily="34" charset="0"/>
                <a:ea typeface="Arial Unicode MS" pitchFamily="34" charset="-128"/>
                <a:cs typeface="Arial Unicode MS" pitchFamily="34" charset="-128"/>
                <a:sym typeface="Arial"/>
              </a:rPr>
              <a:t>Example</a:t>
            </a:r>
          </a:p>
        </p:txBody>
      </p:sp>
    </p:spTree>
    <p:extLst>
      <p:ext uri="{BB962C8B-B14F-4D97-AF65-F5344CB8AC3E}">
        <p14:creationId xmlns:p14="http://schemas.microsoft.com/office/powerpoint/2010/main" val="146369809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C79467AA-0FEB-B8A3-5902-0408B25816B5}"/>
            </a:ext>
          </a:extLst>
        </p:cNvPr>
        <p:cNvGrpSpPr/>
        <p:nvPr/>
      </p:nvGrpSpPr>
      <p:grpSpPr>
        <a:xfrm>
          <a:off x="0" y="0"/>
          <a:ext cx="0" cy="0"/>
          <a:chOff x="0" y="0"/>
          <a:chExt cx="0" cy="0"/>
        </a:xfrm>
      </p:grpSpPr>
      <p:sp>
        <p:nvSpPr>
          <p:cNvPr id="12" name="Titel 11">
            <a:extLst>
              <a:ext uri="{FF2B5EF4-FFF2-40B4-BE49-F238E27FC236}">
                <a16:creationId xmlns:a16="http://schemas.microsoft.com/office/drawing/2014/main" id="{3E0FF2BA-CD8D-94D3-A76F-2129C69F9361}"/>
              </a:ext>
            </a:extLst>
          </p:cNvPr>
          <p:cNvSpPr>
            <a:spLocks noGrp="1"/>
          </p:cNvSpPr>
          <p:nvPr>
            <p:ph type="title"/>
          </p:nvPr>
        </p:nvSpPr>
        <p:spPr>
          <a:xfrm>
            <a:off x="504001" y="504000"/>
            <a:ext cx="11186476" cy="307777"/>
          </a:xfrm>
        </p:spPr>
        <p:txBody>
          <a:bodyPr/>
          <a:lstStyle/>
          <a:p>
            <a:r>
              <a:rPr lang="en-US" sz="2000" dirty="0"/>
              <a:t>Extension Technology per Extension Task Mapping - Scene 02: Sales Order sent for approval </a:t>
            </a:r>
          </a:p>
        </p:txBody>
      </p:sp>
      <p:sp>
        <p:nvSpPr>
          <p:cNvPr id="171" name="Rechteck 28">
            <a:extLst>
              <a:ext uri="{FF2B5EF4-FFF2-40B4-BE49-F238E27FC236}">
                <a16:creationId xmlns:a16="http://schemas.microsoft.com/office/drawing/2014/main" id="{CC71435B-2B16-0B7C-2A8F-918BD267F9D9}"/>
              </a:ext>
            </a:extLst>
          </p:cNvPr>
          <p:cNvSpPr/>
          <p:nvPr/>
        </p:nvSpPr>
        <p:spPr bwMode="gray">
          <a:xfrm>
            <a:off x="1340321" y="1254896"/>
            <a:ext cx="3348000" cy="5000248"/>
          </a:xfrm>
          <a:prstGeom prst="roundRect">
            <a:avLst>
              <a:gd name="adj" fmla="val 1619"/>
            </a:avLst>
          </a:prstGeom>
          <a:noFill/>
          <a:ln w="15875" algn="ctr">
            <a:solidFill>
              <a:srgbClr val="A9B4BE"/>
            </a:solidFill>
            <a:miter lim="800000"/>
            <a:headEnd/>
            <a:tailEnd/>
            <a:extLst>
              <a:ext uri="{C807C97D-BFC1-408E-A445-0C87EB9F89A2}">
                <ask:lineSketchStyleProps xmlns:ask="http://schemas.microsoft.com/office/drawing/2018/sketchyshapes" sd="1219033472">
                  <a:custGeom>
                    <a:avLst/>
                    <a:gdLst>
                      <a:gd name="connsiteX0" fmla="*/ 0 w 3384000"/>
                      <a:gd name="connsiteY0" fmla="*/ 0 h 5039142"/>
                      <a:gd name="connsiteX1" fmla="*/ 642960 w 3384000"/>
                      <a:gd name="connsiteY1" fmla="*/ 0 h 5039142"/>
                      <a:gd name="connsiteX2" fmla="*/ 1218240 w 3384000"/>
                      <a:gd name="connsiteY2" fmla="*/ 0 h 5039142"/>
                      <a:gd name="connsiteX3" fmla="*/ 1962720 w 3384000"/>
                      <a:gd name="connsiteY3" fmla="*/ 0 h 5039142"/>
                      <a:gd name="connsiteX4" fmla="*/ 2605680 w 3384000"/>
                      <a:gd name="connsiteY4" fmla="*/ 0 h 5039142"/>
                      <a:gd name="connsiteX5" fmla="*/ 3384000 w 3384000"/>
                      <a:gd name="connsiteY5" fmla="*/ 0 h 5039142"/>
                      <a:gd name="connsiteX6" fmla="*/ 3384000 w 3384000"/>
                      <a:gd name="connsiteY6" fmla="*/ 730676 h 5039142"/>
                      <a:gd name="connsiteX7" fmla="*/ 3384000 w 3384000"/>
                      <a:gd name="connsiteY7" fmla="*/ 1360568 h 5039142"/>
                      <a:gd name="connsiteX8" fmla="*/ 3384000 w 3384000"/>
                      <a:gd name="connsiteY8" fmla="*/ 1990461 h 5039142"/>
                      <a:gd name="connsiteX9" fmla="*/ 3384000 w 3384000"/>
                      <a:gd name="connsiteY9" fmla="*/ 2519571 h 5039142"/>
                      <a:gd name="connsiteX10" fmla="*/ 3384000 w 3384000"/>
                      <a:gd name="connsiteY10" fmla="*/ 3048681 h 5039142"/>
                      <a:gd name="connsiteX11" fmla="*/ 3384000 w 3384000"/>
                      <a:gd name="connsiteY11" fmla="*/ 3678574 h 5039142"/>
                      <a:gd name="connsiteX12" fmla="*/ 3384000 w 3384000"/>
                      <a:gd name="connsiteY12" fmla="*/ 4358858 h 5039142"/>
                      <a:gd name="connsiteX13" fmla="*/ 3384000 w 3384000"/>
                      <a:gd name="connsiteY13" fmla="*/ 5039142 h 5039142"/>
                      <a:gd name="connsiteX14" fmla="*/ 2707200 w 3384000"/>
                      <a:gd name="connsiteY14" fmla="*/ 5039142 h 5039142"/>
                      <a:gd name="connsiteX15" fmla="*/ 2098080 w 3384000"/>
                      <a:gd name="connsiteY15" fmla="*/ 5039142 h 5039142"/>
                      <a:gd name="connsiteX16" fmla="*/ 1421280 w 3384000"/>
                      <a:gd name="connsiteY16" fmla="*/ 5039142 h 5039142"/>
                      <a:gd name="connsiteX17" fmla="*/ 676800 w 3384000"/>
                      <a:gd name="connsiteY17" fmla="*/ 5039142 h 5039142"/>
                      <a:gd name="connsiteX18" fmla="*/ 0 w 3384000"/>
                      <a:gd name="connsiteY18" fmla="*/ 5039142 h 5039142"/>
                      <a:gd name="connsiteX19" fmla="*/ 0 w 3384000"/>
                      <a:gd name="connsiteY19" fmla="*/ 4560424 h 5039142"/>
                      <a:gd name="connsiteX20" fmla="*/ 0 w 3384000"/>
                      <a:gd name="connsiteY20" fmla="*/ 4031314 h 5039142"/>
                      <a:gd name="connsiteX21" fmla="*/ 0 w 3384000"/>
                      <a:gd name="connsiteY21" fmla="*/ 3451812 h 5039142"/>
                      <a:gd name="connsiteX22" fmla="*/ 0 w 3384000"/>
                      <a:gd name="connsiteY22" fmla="*/ 2721137 h 5039142"/>
                      <a:gd name="connsiteX23" fmla="*/ 0 w 3384000"/>
                      <a:gd name="connsiteY23" fmla="*/ 2091244 h 5039142"/>
                      <a:gd name="connsiteX24" fmla="*/ 0 w 3384000"/>
                      <a:gd name="connsiteY24" fmla="*/ 1511743 h 5039142"/>
                      <a:gd name="connsiteX25" fmla="*/ 0 w 3384000"/>
                      <a:gd name="connsiteY25" fmla="*/ 1033024 h 5039142"/>
                      <a:gd name="connsiteX26" fmla="*/ 0 w 3384000"/>
                      <a:gd name="connsiteY26" fmla="*/ 554306 h 5039142"/>
                      <a:gd name="connsiteX27" fmla="*/ 0 w 3384000"/>
                      <a:gd name="connsiteY27" fmla="*/ 0 h 50391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3384000" h="5039142" extrusionOk="0">
                        <a:moveTo>
                          <a:pt x="0" y="0"/>
                        </a:moveTo>
                        <a:cubicBezTo>
                          <a:pt x="271185" y="29039"/>
                          <a:pt x="328782" y="-28129"/>
                          <a:pt x="642960" y="0"/>
                        </a:cubicBezTo>
                        <a:cubicBezTo>
                          <a:pt x="957138" y="28129"/>
                          <a:pt x="1032733" y="9365"/>
                          <a:pt x="1218240" y="0"/>
                        </a:cubicBezTo>
                        <a:cubicBezTo>
                          <a:pt x="1403747" y="-9365"/>
                          <a:pt x="1722595" y="19949"/>
                          <a:pt x="1962720" y="0"/>
                        </a:cubicBezTo>
                        <a:cubicBezTo>
                          <a:pt x="2202845" y="-19949"/>
                          <a:pt x="2294374" y="-15471"/>
                          <a:pt x="2605680" y="0"/>
                        </a:cubicBezTo>
                        <a:cubicBezTo>
                          <a:pt x="2916986" y="15471"/>
                          <a:pt x="3056482" y="-1523"/>
                          <a:pt x="3384000" y="0"/>
                        </a:cubicBezTo>
                        <a:cubicBezTo>
                          <a:pt x="3391804" y="351232"/>
                          <a:pt x="3398473" y="465272"/>
                          <a:pt x="3384000" y="730676"/>
                        </a:cubicBezTo>
                        <a:cubicBezTo>
                          <a:pt x="3369527" y="996080"/>
                          <a:pt x="3364958" y="1100114"/>
                          <a:pt x="3384000" y="1360568"/>
                        </a:cubicBezTo>
                        <a:cubicBezTo>
                          <a:pt x="3403042" y="1621022"/>
                          <a:pt x="3401480" y="1745457"/>
                          <a:pt x="3384000" y="1990461"/>
                        </a:cubicBezTo>
                        <a:cubicBezTo>
                          <a:pt x="3366520" y="2235465"/>
                          <a:pt x="3400781" y="2334793"/>
                          <a:pt x="3384000" y="2519571"/>
                        </a:cubicBezTo>
                        <a:cubicBezTo>
                          <a:pt x="3367220" y="2704349"/>
                          <a:pt x="3395504" y="2938777"/>
                          <a:pt x="3384000" y="3048681"/>
                        </a:cubicBezTo>
                        <a:cubicBezTo>
                          <a:pt x="3372497" y="3158585"/>
                          <a:pt x="3379870" y="3417460"/>
                          <a:pt x="3384000" y="3678574"/>
                        </a:cubicBezTo>
                        <a:cubicBezTo>
                          <a:pt x="3388130" y="3939688"/>
                          <a:pt x="3390425" y="4135215"/>
                          <a:pt x="3384000" y="4358858"/>
                        </a:cubicBezTo>
                        <a:cubicBezTo>
                          <a:pt x="3377575" y="4582501"/>
                          <a:pt x="3393976" y="4724127"/>
                          <a:pt x="3384000" y="5039142"/>
                        </a:cubicBezTo>
                        <a:cubicBezTo>
                          <a:pt x="3046876" y="5050303"/>
                          <a:pt x="2922171" y="5035741"/>
                          <a:pt x="2707200" y="5039142"/>
                        </a:cubicBezTo>
                        <a:cubicBezTo>
                          <a:pt x="2492229" y="5042543"/>
                          <a:pt x="2335721" y="5011483"/>
                          <a:pt x="2098080" y="5039142"/>
                        </a:cubicBezTo>
                        <a:cubicBezTo>
                          <a:pt x="1860439" y="5066801"/>
                          <a:pt x="1648647" y="5069859"/>
                          <a:pt x="1421280" y="5039142"/>
                        </a:cubicBezTo>
                        <a:cubicBezTo>
                          <a:pt x="1193913" y="5008425"/>
                          <a:pt x="980245" y="5075806"/>
                          <a:pt x="676800" y="5039142"/>
                        </a:cubicBezTo>
                        <a:cubicBezTo>
                          <a:pt x="373355" y="5002478"/>
                          <a:pt x="186733" y="5035812"/>
                          <a:pt x="0" y="5039142"/>
                        </a:cubicBezTo>
                        <a:cubicBezTo>
                          <a:pt x="18411" y="4868054"/>
                          <a:pt x="-5364" y="4775031"/>
                          <a:pt x="0" y="4560424"/>
                        </a:cubicBezTo>
                        <a:cubicBezTo>
                          <a:pt x="5364" y="4345817"/>
                          <a:pt x="-22783" y="4255096"/>
                          <a:pt x="0" y="4031314"/>
                        </a:cubicBezTo>
                        <a:cubicBezTo>
                          <a:pt x="22783" y="3807532"/>
                          <a:pt x="-17666" y="3647596"/>
                          <a:pt x="0" y="3451812"/>
                        </a:cubicBezTo>
                        <a:cubicBezTo>
                          <a:pt x="17666" y="3256028"/>
                          <a:pt x="-29825" y="2916710"/>
                          <a:pt x="0" y="2721137"/>
                        </a:cubicBezTo>
                        <a:cubicBezTo>
                          <a:pt x="29825" y="2525565"/>
                          <a:pt x="-727" y="2310220"/>
                          <a:pt x="0" y="2091244"/>
                        </a:cubicBezTo>
                        <a:cubicBezTo>
                          <a:pt x="727" y="1872268"/>
                          <a:pt x="14542" y="1755568"/>
                          <a:pt x="0" y="1511743"/>
                        </a:cubicBezTo>
                        <a:cubicBezTo>
                          <a:pt x="-14542" y="1267918"/>
                          <a:pt x="6462" y="1213297"/>
                          <a:pt x="0" y="1033024"/>
                        </a:cubicBezTo>
                        <a:cubicBezTo>
                          <a:pt x="-6462" y="852751"/>
                          <a:pt x="-17725" y="738390"/>
                          <a:pt x="0" y="554306"/>
                        </a:cubicBezTo>
                        <a:cubicBezTo>
                          <a:pt x="17725" y="370222"/>
                          <a:pt x="-24059" y="115157"/>
                          <a:pt x="0" y="0"/>
                        </a:cubicBezTo>
                        <a:close/>
                      </a:path>
                    </a:pathLst>
                  </a:custGeom>
                  <ask:type>
                    <ask:lineSketchNone/>
                  </ask:type>
                </ask:lineSketchStyleProps>
              </a:ext>
            </a:extLst>
          </a:ln>
        </p:spPr>
        <p:txBody>
          <a:bodyPr lIns="90000" tIns="54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000" b="0" i="0" u="none" strike="noStrike" kern="0" cap="none" spc="0" normalizeH="0" baseline="0" noProof="0">
                <a:ln>
                  <a:noFill/>
                </a:ln>
                <a:solidFill>
                  <a:srgbClr val="12171C"/>
                </a:solidFill>
                <a:effectLst/>
                <a:uLnTx/>
                <a:uFillTx/>
                <a:latin typeface="72 Brand" panose="020B0504030603020204" pitchFamily="34" charset="0"/>
                <a:ea typeface="Arial Unicode MS" pitchFamily="34" charset="-128"/>
                <a:cs typeface="72" panose="020B0503030000000003" pitchFamily="34" charset="0"/>
              </a:rPr>
              <a:t>Phase 1</a:t>
            </a:r>
            <a:endParaRPr kumimoji="0" lang="en-US" sz="1000" b="0" u="none" strike="noStrike" kern="0" cap="none" spc="0" normalizeH="0" baseline="0" noProof="0">
              <a:ln>
                <a:noFill/>
              </a:ln>
              <a:solidFill>
                <a:srgbClr val="12171C"/>
              </a:solidFill>
              <a:effectLst/>
              <a:uLnTx/>
              <a:uFillTx/>
              <a:latin typeface="72 Brand" panose="020B0504030603020204" pitchFamily="34" charset="0"/>
              <a:ea typeface="Arial Unicode MS" pitchFamily="34" charset="-128"/>
              <a:cs typeface="72" panose="020B0503030000000003" pitchFamily="34" charset="0"/>
            </a:endParaRPr>
          </a:p>
        </p:txBody>
      </p:sp>
      <p:sp>
        <p:nvSpPr>
          <p:cNvPr id="172" name="Gefaltete Ecke 13">
            <a:extLst>
              <a:ext uri="{FF2B5EF4-FFF2-40B4-BE49-F238E27FC236}">
                <a16:creationId xmlns:a16="http://schemas.microsoft.com/office/drawing/2014/main" id="{43CFDA68-2BBC-6D54-AE86-1F0660E57BFA}"/>
              </a:ext>
            </a:extLst>
          </p:cNvPr>
          <p:cNvSpPr/>
          <p:nvPr/>
        </p:nvSpPr>
        <p:spPr bwMode="gray">
          <a:xfrm>
            <a:off x="1484320" y="1574264"/>
            <a:ext cx="3061607" cy="634069"/>
          </a:xfrm>
          <a:prstGeom prst="rect">
            <a:avLst/>
          </a:prstGeom>
          <a:solidFill>
            <a:srgbClr val="EAECEE"/>
          </a:solidFill>
          <a:ln w="25400" algn="ctr">
            <a:noFill/>
            <a:miter lim="800000"/>
            <a:headEnd/>
            <a:tailEnd/>
          </a:ln>
        </p:spPr>
        <p:txBody>
          <a:bodyPr lIns="0" tIns="0" rIns="0" bIns="0" rtlCol="0" anchor="ctr" anchorCtr="0"/>
          <a:lstStyle/>
          <a:p>
            <a:pPr algn="ctr" defTabSz="914400" fontAlgn="base">
              <a:spcBef>
                <a:spcPct val="50000"/>
              </a:spcBef>
              <a:spcAft>
                <a:spcPct val="0"/>
              </a:spcAft>
              <a:buClr>
                <a:srgbClr val="F0AB00"/>
              </a:buClr>
              <a:buSzPct val="80000"/>
            </a:pPr>
            <a:r>
              <a:rPr lang="en-US" sz="900" kern="0" dirty="0">
                <a:latin typeface="72 Brand" panose="020B0504030603020204" pitchFamily="34" charset="0"/>
                <a:ea typeface="Arial Unicode MS" pitchFamily="34" charset="-128"/>
                <a:cs typeface="Arial Unicode MS" pitchFamily="34" charset="-128"/>
              </a:rPr>
              <a:t>Scene 02:</a:t>
            </a:r>
          </a:p>
          <a:p>
            <a:pPr algn="ctr" defTabSz="914400" fontAlgn="base">
              <a:spcBef>
                <a:spcPct val="50000"/>
              </a:spcBef>
              <a:spcAft>
                <a:spcPct val="0"/>
              </a:spcAft>
              <a:buClr>
                <a:srgbClr val="F0AB00"/>
              </a:buClr>
              <a:buSzPct val="80000"/>
            </a:pPr>
            <a:r>
              <a:rPr lang="en-US" sz="900" b="1" kern="0" dirty="0">
                <a:latin typeface="72 Brand" panose="020B0504030603020204" pitchFamily="34" charset="0"/>
                <a:ea typeface="Arial Unicode MS" pitchFamily="34" charset="-128"/>
                <a:cs typeface="Arial Unicode MS" pitchFamily="34" charset="-128"/>
              </a:rPr>
              <a:t>Sales Order sent for approval </a:t>
            </a:r>
          </a:p>
        </p:txBody>
      </p:sp>
      <p:sp>
        <p:nvSpPr>
          <p:cNvPr id="195" name="Gefaltete Ecke 6">
            <a:extLst>
              <a:ext uri="{FF2B5EF4-FFF2-40B4-BE49-F238E27FC236}">
                <a16:creationId xmlns:a16="http://schemas.microsoft.com/office/drawing/2014/main" id="{769DF3F8-AA09-A7B3-4BA4-8FA80148FA91}"/>
              </a:ext>
            </a:extLst>
          </p:cNvPr>
          <p:cNvSpPr/>
          <p:nvPr/>
        </p:nvSpPr>
        <p:spPr bwMode="gray">
          <a:xfrm>
            <a:off x="3094044" y="2274242"/>
            <a:ext cx="1451883" cy="898971"/>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endParaRPr lang="en-US" sz="1050" dirty="0">
              <a:latin typeface="72 Brand" panose="020B0504030603020204" pitchFamily="34" charset="0"/>
              <a:cs typeface="Arial" panose="020B0604020202020204" pitchFamily="34" charset="0"/>
            </a:endParaRPr>
          </a:p>
        </p:txBody>
      </p:sp>
      <p:sp>
        <p:nvSpPr>
          <p:cNvPr id="193" name="Gefaltete Ecke 6">
            <a:extLst>
              <a:ext uri="{FF2B5EF4-FFF2-40B4-BE49-F238E27FC236}">
                <a16:creationId xmlns:a16="http://schemas.microsoft.com/office/drawing/2014/main" id="{E4CEC8DE-1962-8538-F935-8AD3ABFF90CF}"/>
              </a:ext>
            </a:extLst>
          </p:cNvPr>
          <p:cNvSpPr/>
          <p:nvPr/>
        </p:nvSpPr>
        <p:spPr bwMode="gray">
          <a:xfrm>
            <a:off x="1526191" y="3230647"/>
            <a:ext cx="1451883" cy="898971"/>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Quantity &gt; 10 OR</a:t>
            </a:r>
          </a:p>
          <a:p>
            <a:pPr algn="ctr" defTabSz="1088558">
              <a:defRPr/>
            </a:pPr>
            <a:r>
              <a:rPr lang="en-US" sz="1050" dirty="0">
                <a:latin typeface="72 Brand" panose="020B0504030603020204" pitchFamily="34" charset="0"/>
                <a:cs typeface="Arial" panose="020B0604020202020204" pitchFamily="34" charset="0"/>
              </a:rPr>
              <a:t>special product line OR new customer</a:t>
            </a:r>
          </a:p>
        </p:txBody>
      </p:sp>
      <p:sp>
        <p:nvSpPr>
          <p:cNvPr id="191" name="Gefaltete Ecke 6">
            <a:extLst>
              <a:ext uri="{FF2B5EF4-FFF2-40B4-BE49-F238E27FC236}">
                <a16:creationId xmlns:a16="http://schemas.microsoft.com/office/drawing/2014/main" id="{54097254-18EA-97F7-C424-59F4D9116439}"/>
              </a:ext>
            </a:extLst>
          </p:cNvPr>
          <p:cNvSpPr/>
          <p:nvPr/>
        </p:nvSpPr>
        <p:spPr bwMode="gray">
          <a:xfrm>
            <a:off x="3094044" y="3230647"/>
            <a:ext cx="1451883" cy="898971"/>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Get Sales Manager from SAP S/4HANA </a:t>
            </a:r>
            <a:br>
              <a:rPr lang="en-US" sz="1050" dirty="0">
                <a:latin typeface="72 Brand" panose="020B0504030603020204" pitchFamily="34" charset="0"/>
                <a:cs typeface="Arial" panose="020B0604020202020204" pitchFamily="34" charset="0"/>
              </a:rPr>
            </a:br>
            <a:r>
              <a:rPr lang="en-US" sz="1050" dirty="0">
                <a:latin typeface="72 Brand" panose="020B0504030603020204" pitchFamily="34" charset="0"/>
                <a:cs typeface="Arial" panose="020B0604020202020204" pitchFamily="34" charset="0"/>
              </a:rPr>
              <a:t>(Who needs to approve)</a:t>
            </a:r>
          </a:p>
        </p:txBody>
      </p:sp>
      <p:sp>
        <p:nvSpPr>
          <p:cNvPr id="189" name="Gefaltete Ecke 6">
            <a:extLst>
              <a:ext uri="{FF2B5EF4-FFF2-40B4-BE49-F238E27FC236}">
                <a16:creationId xmlns:a16="http://schemas.microsoft.com/office/drawing/2014/main" id="{7729EA98-C2BA-A90F-B998-82FECE17E930}"/>
              </a:ext>
            </a:extLst>
          </p:cNvPr>
          <p:cNvSpPr/>
          <p:nvPr/>
        </p:nvSpPr>
        <p:spPr bwMode="gray">
          <a:xfrm>
            <a:off x="1526191" y="4187052"/>
            <a:ext cx="1451883" cy="898971"/>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SAP BTP</a:t>
            </a:r>
          </a:p>
        </p:txBody>
      </p:sp>
      <p:sp>
        <p:nvSpPr>
          <p:cNvPr id="187" name="Gefaltete Ecke 6">
            <a:extLst>
              <a:ext uri="{FF2B5EF4-FFF2-40B4-BE49-F238E27FC236}">
                <a16:creationId xmlns:a16="http://schemas.microsoft.com/office/drawing/2014/main" id="{00134F64-908A-2665-7A52-EB3F8911A29D}"/>
              </a:ext>
            </a:extLst>
          </p:cNvPr>
          <p:cNvSpPr/>
          <p:nvPr/>
        </p:nvSpPr>
        <p:spPr bwMode="gray">
          <a:xfrm>
            <a:off x="3094044" y="4187052"/>
            <a:ext cx="1451883" cy="898971"/>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SAP S/4HANA Cloud Public Edition</a:t>
            </a:r>
          </a:p>
        </p:txBody>
      </p:sp>
      <p:sp>
        <p:nvSpPr>
          <p:cNvPr id="184" name="Gefaltete Ecke 6">
            <a:extLst>
              <a:ext uri="{FF2B5EF4-FFF2-40B4-BE49-F238E27FC236}">
                <a16:creationId xmlns:a16="http://schemas.microsoft.com/office/drawing/2014/main" id="{AB3AB204-7DA5-F143-E532-0542BCB395AF}"/>
              </a:ext>
            </a:extLst>
          </p:cNvPr>
          <p:cNvSpPr/>
          <p:nvPr/>
        </p:nvSpPr>
        <p:spPr bwMode="gray">
          <a:xfrm>
            <a:off x="1485927" y="5142428"/>
            <a:ext cx="45125" cy="898971"/>
          </a:xfrm>
          <a:prstGeom prst="rect">
            <a:avLst/>
          </a:prstGeom>
          <a:solidFill>
            <a:srgbClr val="7858FF"/>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185" name="Gefaltete Ecke 6">
            <a:extLst>
              <a:ext uri="{FF2B5EF4-FFF2-40B4-BE49-F238E27FC236}">
                <a16:creationId xmlns:a16="http://schemas.microsoft.com/office/drawing/2014/main" id="{23031766-E8C7-6173-292F-26F02D183D90}"/>
              </a:ext>
            </a:extLst>
          </p:cNvPr>
          <p:cNvSpPr/>
          <p:nvPr/>
        </p:nvSpPr>
        <p:spPr bwMode="gray">
          <a:xfrm>
            <a:off x="1526191" y="5143457"/>
            <a:ext cx="1451883" cy="898971"/>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endParaRPr lang="en-US" sz="1050" dirty="0">
              <a:latin typeface="72 Brand" panose="020B0504030603020204" pitchFamily="34" charset="0"/>
              <a:cs typeface="Arial" panose="020B0604020202020204" pitchFamily="34" charset="0"/>
            </a:endParaRPr>
          </a:p>
        </p:txBody>
      </p:sp>
      <p:sp>
        <p:nvSpPr>
          <p:cNvPr id="182" name="Gefaltete Ecke 6">
            <a:extLst>
              <a:ext uri="{FF2B5EF4-FFF2-40B4-BE49-F238E27FC236}">
                <a16:creationId xmlns:a16="http://schemas.microsoft.com/office/drawing/2014/main" id="{C38B2DEC-E161-5281-7526-949854480E92}"/>
              </a:ext>
            </a:extLst>
          </p:cNvPr>
          <p:cNvSpPr/>
          <p:nvPr/>
        </p:nvSpPr>
        <p:spPr bwMode="gray">
          <a:xfrm>
            <a:off x="3053780" y="5142428"/>
            <a:ext cx="45125" cy="898971"/>
          </a:xfrm>
          <a:prstGeom prst="rect">
            <a:avLst/>
          </a:prstGeom>
          <a:solidFill>
            <a:srgbClr val="7858FF"/>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183" name="Gefaltete Ecke 6">
            <a:extLst>
              <a:ext uri="{FF2B5EF4-FFF2-40B4-BE49-F238E27FC236}">
                <a16:creationId xmlns:a16="http://schemas.microsoft.com/office/drawing/2014/main" id="{E6240303-D60C-9470-94CA-74C3E86602EC}"/>
              </a:ext>
            </a:extLst>
          </p:cNvPr>
          <p:cNvSpPr/>
          <p:nvPr/>
        </p:nvSpPr>
        <p:spPr bwMode="gray">
          <a:xfrm>
            <a:off x="3094044" y="5143457"/>
            <a:ext cx="1451883" cy="898971"/>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Business partner</a:t>
            </a:r>
          </a:p>
        </p:txBody>
      </p:sp>
      <p:sp>
        <p:nvSpPr>
          <p:cNvPr id="198" name="Rechteck 28">
            <a:extLst>
              <a:ext uri="{FF2B5EF4-FFF2-40B4-BE49-F238E27FC236}">
                <a16:creationId xmlns:a16="http://schemas.microsoft.com/office/drawing/2014/main" id="{5C0E6E84-E92B-FB1D-2902-5665305117ED}"/>
              </a:ext>
            </a:extLst>
          </p:cNvPr>
          <p:cNvSpPr/>
          <p:nvPr/>
        </p:nvSpPr>
        <p:spPr bwMode="gray">
          <a:xfrm>
            <a:off x="4848834" y="1254896"/>
            <a:ext cx="3348000" cy="5000248"/>
          </a:xfrm>
          <a:prstGeom prst="roundRect">
            <a:avLst>
              <a:gd name="adj" fmla="val 1619"/>
            </a:avLst>
          </a:prstGeom>
          <a:noFill/>
          <a:ln w="15875" algn="ctr">
            <a:solidFill>
              <a:srgbClr val="A9B4BE"/>
            </a:solidFill>
            <a:miter lim="800000"/>
            <a:headEnd/>
            <a:tailEnd/>
            <a:extLst>
              <a:ext uri="{C807C97D-BFC1-408E-A445-0C87EB9F89A2}">
                <ask:lineSketchStyleProps xmlns:ask="http://schemas.microsoft.com/office/drawing/2018/sketchyshapes" sd="1219033472">
                  <a:custGeom>
                    <a:avLst/>
                    <a:gdLst>
                      <a:gd name="connsiteX0" fmla="*/ 0 w 3384000"/>
                      <a:gd name="connsiteY0" fmla="*/ 0 h 5039142"/>
                      <a:gd name="connsiteX1" fmla="*/ 642960 w 3384000"/>
                      <a:gd name="connsiteY1" fmla="*/ 0 h 5039142"/>
                      <a:gd name="connsiteX2" fmla="*/ 1218240 w 3384000"/>
                      <a:gd name="connsiteY2" fmla="*/ 0 h 5039142"/>
                      <a:gd name="connsiteX3" fmla="*/ 1962720 w 3384000"/>
                      <a:gd name="connsiteY3" fmla="*/ 0 h 5039142"/>
                      <a:gd name="connsiteX4" fmla="*/ 2605680 w 3384000"/>
                      <a:gd name="connsiteY4" fmla="*/ 0 h 5039142"/>
                      <a:gd name="connsiteX5" fmla="*/ 3384000 w 3384000"/>
                      <a:gd name="connsiteY5" fmla="*/ 0 h 5039142"/>
                      <a:gd name="connsiteX6" fmla="*/ 3384000 w 3384000"/>
                      <a:gd name="connsiteY6" fmla="*/ 730676 h 5039142"/>
                      <a:gd name="connsiteX7" fmla="*/ 3384000 w 3384000"/>
                      <a:gd name="connsiteY7" fmla="*/ 1360568 h 5039142"/>
                      <a:gd name="connsiteX8" fmla="*/ 3384000 w 3384000"/>
                      <a:gd name="connsiteY8" fmla="*/ 1990461 h 5039142"/>
                      <a:gd name="connsiteX9" fmla="*/ 3384000 w 3384000"/>
                      <a:gd name="connsiteY9" fmla="*/ 2519571 h 5039142"/>
                      <a:gd name="connsiteX10" fmla="*/ 3384000 w 3384000"/>
                      <a:gd name="connsiteY10" fmla="*/ 3048681 h 5039142"/>
                      <a:gd name="connsiteX11" fmla="*/ 3384000 w 3384000"/>
                      <a:gd name="connsiteY11" fmla="*/ 3678574 h 5039142"/>
                      <a:gd name="connsiteX12" fmla="*/ 3384000 w 3384000"/>
                      <a:gd name="connsiteY12" fmla="*/ 4358858 h 5039142"/>
                      <a:gd name="connsiteX13" fmla="*/ 3384000 w 3384000"/>
                      <a:gd name="connsiteY13" fmla="*/ 5039142 h 5039142"/>
                      <a:gd name="connsiteX14" fmla="*/ 2707200 w 3384000"/>
                      <a:gd name="connsiteY14" fmla="*/ 5039142 h 5039142"/>
                      <a:gd name="connsiteX15" fmla="*/ 2098080 w 3384000"/>
                      <a:gd name="connsiteY15" fmla="*/ 5039142 h 5039142"/>
                      <a:gd name="connsiteX16" fmla="*/ 1421280 w 3384000"/>
                      <a:gd name="connsiteY16" fmla="*/ 5039142 h 5039142"/>
                      <a:gd name="connsiteX17" fmla="*/ 676800 w 3384000"/>
                      <a:gd name="connsiteY17" fmla="*/ 5039142 h 5039142"/>
                      <a:gd name="connsiteX18" fmla="*/ 0 w 3384000"/>
                      <a:gd name="connsiteY18" fmla="*/ 5039142 h 5039142"/>
                      <a:gd name="connsiteX19" fmla="*/ 0 w 3384000"/>
                      <a:gd name="connsiteY19" fmla="*/ 4560424 h 5039142"/>
                      <a:gd name="connsiteX20" fmla="*/ 0 w 3384000"/>
                      <a:gd name="connsiteY20" fmla="*/ 4031314 h 5039142"/>
                      <a:gd name="connsiteX21" fmla="*/ 0 w 3384000"/>
                      <a:gd name="connsiteY21" fmla="*/ 3451812 h 5039142"/>
                      <a:gd name="connsiteX22" fmla="*/ 0 w 3384000"/>
                      <a:gd name="connsiteY22" fmla="*/ 2721137 h 5039142"/>
                      <a:gd name="connsiteX23" fmla="*/ 0 w 3384000"/>
                      <a:gd name="connsiteY23" fmla="*/ 2091244 h 5039142"/>
                      <a:gd name="connsiteX24" fmla="*/ 0 w 3384000"/>
                      <a:gd name="connsiteY24" fmla="*/ 1511743 h 5039142"/>
                      <a:gd name="connsiteX25" fmla="*/ 0 w 3384000"/>
                      <a:gd name="connsiteY25" fmla="*/ 1033024 h 5039142"/>
                      <a:gd name="connsiteX26" fmla="*/ 0 w 3384000"/>
                      <a:gd name="connsiteY26" fmla="*/ 554306 h 5039142"/>
                      <a:gd name="connsiteX27" fmla="*/ 0 w 3384000"/>
                      <a:gd name="connsiteY27" fmla="*/ 0 h 50391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3384000" h="5039142" extrusionOk="0">
                        <a:moveTo>
                          <a:pt x="0" y="0"/>
                        </a:moveTo>
                        <a:cubicBezTo>
                          <a:pt x="271185" y="29039"/>
                          <a:pt x="328782" y="-28129"/>
                          <a:pt x="642960" y="0"/>
                        </a:cubicBezTo>
                        <a:cubicBezTo>
                          <a:pt x="957138" y="28129"/>
                          <a:pt x="1032733" y="9365"/>
                          <a:pt x="1218240" y="0"/>
                        </a:cubicBezTo>
                        <a:cubicBezTo>
                          <a:pt x="1403747" y="-9365"/>
                          <a:pt x="1722595" y="19949"/>
                          <a:pt x="1962720" y="0"/>
                        </a:cubicBezTo>
                        <a:cubicBezTo>
                          <a:pt x="2202845" y="-19949"/>
                          <a:pt x="2294374" y="-15471"/>
                          <a:pt x="2605680" y="0"/>
                        </a:cubicBezTo>
                        <a:cubicBezTo>
                          <a:pt x="2916986" y="15471"/>
                          <a:pt x="3056482" y="-1523"/>
                          <a:pt x="3384000" y="0"/>
                        </a:cubicBezTo>
                        <a:cubicBezTo>
                          <a:pt x="3391804" y="351232"/>
                          <a:pt x="3398473" y="465272"/>
                          <a:pt x="3384000" y="730676"/>
                        </a:cubicBezTo>
                        <a:cubicBezTo>
                          <a:pt x="3369527" y="996080"/>
                          <a:pt x="3364958" y="1100114"/>
                          <a:pt x="3384000" y="1360568"/>
                        </a:cubicBezTo>
                        <a:cubicBezTo>
                          <a:pt x="3403042" y="1621022"/>
                          <a:pt x="3401480" y="1745457"/>
                          <a:pt x="3384000" y="1990461"/>
                        </a:cubicBezTo>
                        <a:cubicBezTo>
                          <a:pt x="3366520" y="2235465"/>
                          <a:pt x="3400781" y="2334793"/>
                          <a:pt x="3384000" y="2519571"/>
                        </a:cubicBezTo>
                        <a:cubicBezTo>
                          <a:pt x="3367220" y="2704349"/>
                          <a:pt x="3395504" y="2938777"/>
                          <a:pt x="3384000" y="3048681"/>
                        </a:cubicBezTo>
                        <a:cubicBezTo>
                          <a:pt x="3372497" y="3158585"/>
                          <a:pt x="3379870" y="3417460"/>
                          <a:pt x="3384000" y="3678574"/>
                        </a:cubicBezTo>
                        <a:cubicBezTo>
                          <a:pt x="3388130" y="3939688"/>
                          <a:pt x="3390425" y="4135215"/>
                          <a:pt x="3384000" y="4358858"/>
                        </a:cubicBezTo>
                        <a:cubicBezTo>
                          <a:pt x="3377575" y="4582501"/>
                          <a:pt x="3393976" y="4724127"/>
                          <a:pt x="3384000" y="5039142"/>
                        </a:cubicBezTo>
                        <a:cubicBezTo>
                          <a:pt x="3046876" y="5050303"/>
                          <a:pt x="2922171" y="5035741"/>
                          <a:pt x="2707200" y="5039142"/>
                        </a:cubicBezTo>
                        <a:cubicBezTo>
                          <a:pt x="2492229" y="5042543"/>
                          <a:pt x="2335721" y="5011483"/>
                          <a:pt x="2098080" y="5039142"/>
                        </a:cubicBezTo>
                        <a:cubicBezTo>
                          <a:pt x="1860439" y="5066801"/>
                          <a:pt x="1648647" y="5069859"/>
                          <a:pt x="1421280" y="5039142"/>
                        </a:cubicBezTo>
                        <a:cubicBezTo>
                          <a:pt x="1193913" y="5008425"/>
                          <a:pt x="980245" y="5075806"/>
                          <a:pt x="676800" y="5039142"/>
                        </a:cubicBezTo>
                        <a:cubicBezTo>
                          <a:pt x="373355" y="5002478"/>
                          <a:pt x="186733" y="5035812"/>
                          <a:pt x="0" y="5039142"/>
                        </a:cubicBezTo>
                        <a:cubicBezTo>
                          <a:pt x="18411" y="4868054"/>
                          <a:pt x="-5364" y="4775031"/>
                          <a:pt x="0" y="4560424"/>
                        </a:cubicBezTo>
                        <a:cubicBezTo>
                          <a:pt x="5364" y="4345817"/>
                          <a:pt x="-22783" y="4255096"/>
                          <a:pt x="0" y="4031314"/>
                        </a:cubicBezTo>
                        <a:cubicBezTo>
                          <a:pt x="22783" y="3807532"/>
                          <a:pt x="-17666" y="3647596"/>
                          <a:pt x="0" y="3451812"/>
                        </a:cubicBezTo>
                        <a:cubicBezTo>
                          <a:pt x="17666" y="3256028"/>
                          <a:pt x="-29825" y="2916710"/>
                          <a:pt x="0" y="2721137"/>
                        </a:cubicBezTo>
                        <a:cubicBezTo>
                          <a:pt x="29825" y="2525565"/>
                          <a:pt x="-727" y="2310220"/>
                          <a:pt x="0" y="2091244"/>
                        </a:cubicBezTo>
                        <a:cubicBezTo>
                          <a:pt x="727" y="1872268"/>
                          <a:pt x="14542" y="1755568"/>
                          <a:pt x="0" y="1511743"/>
                        </a:cubicBezTo>
                        <a:cubicBezTo>
                          <a:pt x="-14542" y="1267918"/>
                          <a:pt x="6462" y="1213297"/>
                          <a:pt x="0" y="1033024"/>
                        </a:cubicBezTo>
                        <a:cubicBezTo>
                          <a:pt x="-6462" y="852751"/>
                          <a:pt x="-17725" y="738390"/>
                          <a:pt x="0" y="554306"/>
                        </a:cubicBezTo>
                        <a:cubicBezTo>
                          <a:pt x="17725" y="370222"/>
                          <a:pt x="-24059" y="115157"/>
                          <a:pt x="0" y="0"/>
                        </a:cubicBezTo>
                        <a:close/>
                      </a:path>
                    </a:pathLst>
                  </a:custGeom>
                  <ask:type>
                    <ask:lineSketchNone/>
                  </ask:type>
                </ask:lineSketchStyleProps>
              </a:ext>
            </a:extLst>
          </a:ln>
        </p:spPr>
        <p:txBody>
          <a:bodyPr lIns="90000" tIns="54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000" b="0" i="0" u="none" strike="noStrike" kern="0" cap="none" spc="0" normalizeH="0" baseline="0" noProof="0">
                <a:ln>
                  <a:noFill/>
                </a:ln>
                <a:solidFill>
                  <a:srgbClr val="12171C"/>
                </a:solidFill>
                <a:effectLst/>
                <a:uLnTx/>
                <a:uFillTx/>
                <a:latin typeface="72 Brand" panose="020B0504030603020204" pitchFamily="34" charset="0"/>
                <a:ea typeface="Arial Unicode MS" pitchFamily="34" charset="-128"/>
                <a:cs typeface="72" panose="020B0503030000000003" pitchFamily="34" charset="0"/>
              </a:rPr>
              <a:t>Phase 2</a:t>
            </a:r>
            <a:endParaRPr kumimoji="0" lang="en-US" sz="1000" b="0" u="none" strike="noStrike" kern="0" cap="none" spc="0" normalizeH="0" baseline="0" noProof="0">
              <a:ln>
                <a:noFill/>
              </a:ln>
              <a:solidFill>
                <a:srgbClr val="12171C"/>
              </a:solidFill>
              <a:effectLst/>
              <a:uLnTx/>
              <a:uFillTx/>
              <a:latin typeface="72 Brand" panose="020B0504030603020204" pitchFamily="34" charset="0"/>
              <a:ea typeface="Arial Unicode MS" pitchFamily="34" charset="-128"/>
              <a:cs typeface="72" panose="020B0503030000000003" pitchFamily="34" charset="0"/>
            </a:endParaRPr>
          </a:p>
        </p:txBody>
      </p:sp>
      <p:sp>
        <p:nvSpPr>
          <p:cNvPr id="199" name="Gefaltete Ecke 13">
            <a:extLst>
              <a:ext uri="{FF2B5EF4-FFF2-40B4-BE49-F238E27FC236}">
                <a16:creationId xmlns:a16="http://schemas.microsoft.com/office/drawing/2014/main" id="{2DCE048A-15C6-1285-7622-B8BE4C75F7B4}"/>
              </a:ext>
            </a:extLst>
          </p:cNvPr>
          <p:cNvSpPr/>
          <p:nvPr/>
        </p:nvSpPr>
        <p:spPr bwMode="gray">
          <a:xfrm>
            <a:off x="4992834" y="1574264"/>
            <a:ext cx="3060000" cy="634069"/>
          </a:xfrm>
          <a:prstGeom prst="rect">
            <a:avLst/>
          </a:prstGeom>
          <a:solidFill>
            <a:srgbClr val="EAECEE"/>
          </a:solidFill>
          <a:ln w="25400" algn="ctr">
            <a:noFill/>
            <a:miter lim="800000"/>
            <a:headEnd/>
            <a:tailEnd/>
          </a:ln>
        </p:spPr>
        <p:txBody>
          <a:bodyPr lIns="0" tIns="0" rIns="0" bIns="0" rtlCol="0" anchor="ctr" anchorCtr="0"/>
          <a:lstStyle/>
          <a:p>
            <a:pPr algn="ctr" defTabSz="914400" fontAlgn="base">
              <a:spcBef>
                <a:spcPct val="50000"/>
              </a:spcBef>
              <a:spcAft>
                <a:spcPct val="0"/>
              </a:spcAft>
              <a:buClr>
                <a:srgbClr val="F0AB00"/>
              </a:buClr>
              <a:buSzPct val="80000"/>
            </a:pPr>
            <a:r>
              <a:rPr lang="en-US" sz="900" kern="0">
                <a:solidFill>
                  <a:srgbClr val="12171C"/>
                </a:solidFill>
                <a:latin typeface="72 Brand" panose="020B0504030603020204" pitchFamily="34" charset="0"/>
                <a:ea typeface="Arial Unicode MS" pitchFamily="34" charset="-128"/>
                <a:cs typeface="72" panose="020B0503030000000003" pitchFamily="34" charset="0"/>
              </a:rPr>
              <a:t>Extension tasks</a:t>
            </a:r>
          </a:p>
        </p:txBody>
      </p:sp>
      <p:sp>
        <p:nvSpPr>
          <p:cNvPr id="200" name="Gefaltete Ecke 13">
            <a:extLst>
              <a:ext uri="{FF2B5EF4-FFF2-40B4-BE49-F238E27FC236}">
                <a16:creationId xmlns:a16="http://schemas.microsoft.com/office/drawing/2014/main" id="{2EAB792B-D90F-003B-9E85-F029024462F7}"/>
              </a:ext>
            </a:extLst>
          </p:cNvPr>
          <p:cNvSpPr/>
          <p:nvPr/>
        </p:nvSpPr>
        <p:spPr bwMode="gray">
          <a:xfrm>
            <a:off x="8501347" y="1574264"/>
            <a:ext cx="3060000" cy="634069"/>
          </a:xfrm>
          <a:prstGeom prst="rect">
            <a:avLst/>
          </a:prstGeom>
          <a:solidFill>
            <a:srgbClr val="EAECEE"/>
          </a:solidFill>
          <a:ln w="25400" algn="ctr">
            <a:noFill/>
            <a:miter lim="800000"/>
            <a:headEnd/>
            <a:tailEnd/>
          </a:ln>
        </p:spPr>
        <p:txBody>
          <a:bodyPr lIns="0" tIns="0" rIns="0" bIns="0" rtlCol="0" anchor="ctr" anchorCtr="0"/>
          <a:lstStyle/>
          <a:p>
            <a:pPr algn="ctr" defTabSz="914400" fontAlgn="base">
              <a:spcBef>
                <a:spcPct val="50000"/>
              </a:spcBef>
              <a:spcAft>
                <a:spcPct val="0"/>
              </a:spcAft>
              <a:buClr>
                <a:srgbClr val="F0AB00"/>
              </a:buClr>
              <a:buSzPct val="80000"/>
            </a:pPr>
            <a:r>
              <a:rPr lang="en-US" sz="900" kern="0">
                <a:solidFill>
                  <a:srgbClr val="12171C"/>
                </a:solidFill>
                <a:latin typeface="72 Brand" panose="020B0504030603020204" pitchFamily="34" charset="0"/>
                <a:ea typeface="Arial Unicode MS" pitchFamily="34" charset="-128"/>
                <a:cs typeface="72" panose="020B0503030000000003" pitchFamily="34" charset="0"/>
              </a:rPr>
              <a:t>Technical extension building blocks</a:t>
            </a:r>
          </a:p>
        </p:txBody>
      </p:sp>
      <p:sp>
        <p:nvSpPr>
          <p:cNvPr id="201" name="Rechteck 28">
            <a:extLst>
              <a:ext uri="{FF2B5EF4-FFF2-40B4-BE49-F238E27FC236}">
                <a16:creationId xmlns:a16="http://schemas.microsoft.com/office/drawing/2014/main" id="{5964FA7C-4B0A-C229-9A23-6FFE049AAEFE}"/>
              </a:ext>
            </a:extLst>
          </p:cNvPr>
          <p:cNvSpPr/>
          <p:nvPr/>
        </p:nvSpPr>
        <p:spPr bwMode="gray">
          <a:xfrm>
            <a:off x="8357347" y="1254896"/>
            <a:ext cx="3348000" cy="5000248"/>
          </a:xfrm>
          <a:prstGeom prst="roundRect">
            <a:avLst>
              <a:gd name="adj" fmla="val 1619"/>
            </a:avLst>
          </a:prstGeom>
          <a:noFill/>
          <a:ln w="15875" algn="ctr">
            <a:solidFill>
              <a:srgbClr val="A9B4BE"/>
            </a:solidFill>
            <a:miter lim="800000"/>
            <a:headEnd/>
            <a:tailEnd/>
            <a:extLst>
              <a:ext uri="{C807C97D-BFC1-408E-A445-0C87EB9F89A2}">
                <ask:lineSketchStyleProps xmlns:ask="http://schemas.microsoft.com/office/drawing/2018/sketchyshapes" sd="1219033472">
                  <a:custGeom>
                    <a:avLst/>
                    <a:gdLst>
                      <a:gd name="connsiteX0" fmla="*/ 0 w 3384000"/>
                      <a:gd name="connsiteY0" fmla="*/ 0 h 5039142"/>
                      <a:gd name="connsiteX1" fmla="*/ 642960 w 3384000"/>
                      <a:gd name="connsiteY1" fmla="*/ 0 h 5039142"/>
                      <a:gd name="connsiteX2" fmla="*/ 1218240 w 3384000"/>
                      <a:gd name="connsiteY2" fmla="*/ 0 h 5039142"/>
                      <a:gd name="connsiteX3" fmla="*/ 1962720 w 3384000"/>
                      <a:gd name="connsiteY3" fmla="*/ 0 h 5039142"/>
                      <a:gd name="connsiteX4" fmla="*/ 2605680 w 3384000"/>
                      <a:gd name="connsiteY4" fmla="*/ 0 h 5039142"/>
                      <a:gd name="connsiteX5" fmla="*/ 3384000 w 3384000"/>
                      <a:gd name="connsiteY5" fmla="*/ 0 h 5039142"/>
                      <a:gd name="connsiteX6" fmla="*/ 3384000 w 3384000"/>
                      <a:gd name="connsiteY6" fmla="*/ 730676 h 5039142"/>
                      <a:gd name="connsiteX7" fmla="*/ 3384000 w 3384000"/>
                      <a:gd name="connsiteY7" fmla="*/ 1360568 h 5039142"/>
                      <a:gd name="connsiteX8" fmla="*/ 3384000 w 3384000"/>
                      <a:gd name="connsiteY8" fmla="*/ 1990461 h 5039142"/>
                      <a:gd name="connsiteX9" fmla="*/ 3384000 w 3384000"/>
                      <a:gd name="connsiteY9" fmla="*/ 2519571 h 5039142"/>
                      <a:gd name="connsiteX10" fmla="*/ 3384000 w 3384000"/>
                      <a:gd name="connsiteY10" fmla="*/ 3048681 h 5039142"/>
                      <a:gd name="connsiteX11" fmla="*/ 3384000 w 3384000"/>
                      <a:gd name="connsiteY11" fmla="*/ 3678574 h 5039142"/>
                      <a:gd name="connsiteX12" fmla="*/ 3384000 w 3384000"/>
                      <a:gd name="connsiteY12" fmla="*/ 4358858 h 5039142"/>
                      <a:gd name="connsiteX13" fmla="*/ 3384000 w 3384000"/>
                      <a:gd name="connsiteY13" fmla="*/ 5039142 h 5039142"/>
                      <a:gd name="connsiteX14" fmla="*/ 2707200 w 3384000"/>
                      <a:gd name="connsiteY14" fmla="*/ 5039142 h 5039142"/>
                      <a:gd name="connsiteX15" fmla="*/ 2098080 w 3384000"/>
                      <a:gd name="connsiteY15" fmla="*/ 5039142 h 5039142"/>
                      <a:gd name="connsiteX16" fmla="*/ 1421280 w 3384000"/>
                      <a:gd name="connsiteY16" fmla="*/ 5039142 h 5039142"/>
                      <a:gd name="connsiteX17" fmla="*/ 676800 w 3384000"/>
                      <a:gd name="connsiteY17" fmla="*/ 5039142 h 5039142"/>
                      <a:gd name="connsiteX18" fmla="*/ 0 w 3384000"/>
                      <a:gd name="connsiteY18" fmla="*/ 5039142 h 5039142"/>
                      <a:gd name="connsiteX19" fmla="*/ 0 w 3384000"/>
                      <a:gd name="connsiteY19" fmla="*/ 4560424 h 5039142"/>
                      <a:gd name="connsiteX20" fmla="*/ 0 w 3384000"/>
                      <a:gd name="connsiteY20" fmla="*/ 4031314 h 5039142"/>
                      <a:gd name="connsiteX21" fmla="*/ 0 w 3384000"/>
                      <a:gd name="connsiteY21" fmla="*/ 3451812 h 5039142"/>
                      <a:gd name="connsiteX22" fmla="*/ 0 w 3384000"/>
                      <a:gd name="connsiteY22" fmla="*/ 2721137 h 5039142"/>
                      <a:gd name="connsiteX23" fmla="*/ 0 w 3384000"/>
                      <a:gd name="connsiteY23" fmla="*/ 2091244 h 5039142"/>
                      <a:gd name="connsiteX24" fmla="*/ 0 w 3384000"/>
                      <a:gd name="connsiteY24" fmla="*/ 1511743 h 5039142"/>
                      <a:gd name="connsiteX25" fmla="*/ 0 w 3384000"/>
                      <a:gd name="connsiteY25" fmla="*/ 1033024 h 5039142"/>
                      <a:gd name="connsiteX26" fmla="*/ 0 w 3384000"/>
                      <a:gd name="connsiteY26" fmla="*/ 554306 h 5039142"/>
                      <a:gd name="connsiteX27" fmla="*/ 0 w 3384000"/>
                      <a:gd name="connsiteY27" fmla="*/ 0 h 50391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3384000" h="5039142" extrusionOk="0">
                        <a:moveTo>
                          <a:pt x="0" y="0"/>
                        </a:moveTo>
                        <a:cubicBezTo>
                          <a:pt x="271185" y="29039"/>
                          <a:pt x="328782" y="-28129"/>
                          <a:pt x="642960" y="0"/>
                        </a:cubicBezTo>
                        <a:cubicBezTo>
                          <a:pt x="957138" y="28129"/>
                          <a:pt x="1032733" y="9365"/>
                          <a:pt x="1218240" y="0"/>
                        </a:cubicBezTo>
                        <a:cubicBezTo>
                          <a:pt x="1403747" y="-9365"/>
                          <a:pt x="1722595" y="19949"/>
                          <a:pt x="1962720" y="0"/>
                        </a:cubicBezTo>
                        <a:cubicBezTo>
                          <a:pt x="2202845" y="-19949"/>
                          <a:pt x="2294374" y="-15471"/>
                          <a:pt x="2605680" y="0"/>
                        </a:cubicBezTo>
                        <a:cubicBezTo>
                          <a:pt x="2916986" y="15471"/>
                          <a:pt x="3056482" y="-1523"/>
                          <a:pt x="3384000" y="0"/>
                        </a:cubicBezTo>
                        <a:cubicBezTo>
                          <a:pt x="3391804" y="351232"/>
                          <a:pt x="3398473" y="465272"/>
                          <a:pt x="3384000" y="730676"/>
                        </a:cubicBezTo>
                        <a:cubicBezTo>
                          <a:pt x="3369527" y="996080"/>
                          <a:pt x="3364958" y="1100114"/>
                          <a:pt x="3384000" y="1360568"/>
                        </a:cubicBezTo>
                        <a:cubicBezTo>
                          <a:pt x="3403042" y="1621022"/>
                          <a:pt x="3401480" y="1745457"/>
                          <a:pt x="3384000" y="1990461"/>
                        </a:cubicBezTo>
                        <a:cubicBezTo>
                          <a:pt x="3366520" y="2235465"/>
                          <a:pt x="3400781" y="2334793"/>
                          <a:pt x="3384000" y="2519571"/>
                        </a:cubicBezTo>
                        <a:cubicBezTo>
                          <a:pt x="3367220" y="2704349"/>
                          <a:pt x="3395504" y="2938777"/>
                          <a:pt x="3384000" y="3048681"/>
                        </a:cubicBezTo>
                        <a:cubicBezTo>
                          <a:pt x="3372497" y="3158585"/>
                          <a:pt x="3379870" y="3417460"/>
                          <a:pt x="3384000" y="3678574"/>
                        </a:cubicBezTo>
                        <a:cubicBezTo>
                          <a:pt x="3388130" y="3939688"/>
                          <a:pt x="3390425" y="4135215"/>
                          <a:pt x="3384000" y="4358858"/>
                        </a:cubicBezTo>
                        <a:cubicBezTo>
                          <a:pt x="3377575" y="4582501"/>
                          <a:pt x="3393976" y="4724127"/>
                          <a:pt x="3384000" y="5039142"/>
                        </a:cubicBezTo>
                        <a:cubicBezTo>
                          <a:pt x="3046876" y="5050303"/>
                          <a:pt x="2922171" y="5035741"/>
                          <a:pt x="2707200" y="5039142"/>
                        </a:cubicBezTo>
                        <a:cubicBezTo>
                          <a:pt x="2492229" y="5042543"/>
                          <a:pt x="2335721" y="5011483"/>
                          <a:pt x="2098080" y="5039142"/>
                        </a:cubicBezTo>
                        <a:cubicBezTo>
                          <a:pt x="1860439" y="5066801"/>
                          <a:pt x="1648647" y="5069859"/>
                          <a:pt x="1421280" y="5039142"/>
                        </a:cubicBezTo>
                        <a:cubicBezTo>
                          <a:pt x="1193913" y="5008425"/>
                          <a:pt x="980245" y="5075806"/>
                          <a:pt x="676800" y="5039142"/>
                        </a:cubicBezTo>
                        <a:cubicBezTo>
                          <a:pt x="373355" y="5002478"/>
                          <a:pt x="186733" y="5035812"/>
                          <a:pt x="0" y="5039142"/>
                        </a:cubicBezTo>
                        <a:cubicBezTo>
                          <a:pt x="18411" y="4868054"/>
                          <a:pt x="-5364" y="4775031"/>
                          <a:pt x="0" y="4560424"/>
                        </a:cubicBezTo>
                        <a:cubicBezTo>
                          <a:pt x="5364" y="4345817"/>
                          <a:pt x="-22783" y="4255096"/>
                          <a:pt x="0" y="4031314"/>
                        </a:cubicBezTo>
                        <a:cubicBezTo>
                          <a:pt x="22783" y="3807532"/>
                          <a:pt x="-17666" y="3647596"/>
                          <a:pt x="0" y="3451812"/>
                        </a:cubicBezTo>
                        <a:cubicBezTo>
                          <a:pt x="17666" y="3256028"/>
                          <a:pt x="-29825" y="2916710"/>
                          <a:pt x="0" y="2721137"/>
                        </a:cubicBezTo>
                        <a:cubicBezTo>
                          <a:pt x="29825" y="2525565"/>
                          <a:pt x="-727" y="2310220"/>
                          <a:pt x="0" y="2091244"/>
                        </a:cubicBezTo>
                        <a:cubicBezTo>
                          <a:pt x="727" y="1872268"/>
                          <a:pt x="14542" y="1755568"/>
                          <a:pt x="0" y="1511743"/>
                        </a:cubicBezTo>
                        <a:cubicBezTo>
                          <a:pt x="-14542" y="1267918"/>
                          <a:pt x="6462" y="1213297"/>
                          <a:pt x="0" y="1033024"/>
                        </a:cubicBezTo>
                        <a:cubicBezTo>
                          <a:pt x="-6462" y="852751"/>
                          <a:pt x="-17725" y="738390"/>
                          <a:pt x="0" y="554306"/>
                        </a:cubicBezTo>
                        <a:cubicBezTo>
                          <a:pt x="17725" y="370222"/>
                          <a:pt x="-24059" y="115157"/>
                          <a:pt x="0" y="0"/>
                        </a:cubicBezTo>
                        <a:close/>
                      </a:path>
                    </a:pathLst>
                  </a:custGeom>
                  <ask:type>
                    <ask:lineSketchNone/>
                  </ask:type>
                </ask:lineSketchStyleProps>
              </a:ext>
            </a:extLst>
          </a:ln>
        </p:spPr>
        <p:txBody>
          <a:bodyPr lIns="90000" tIns="54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000" b="0" i="0" u="none" strike="noStrike" kern="0" cap="none" spc="0" normalizeH="0" baseline="0" noProof="0">
                <a:ln>
                  <a:noFill/>
                </a:ln>
                <a:solidFill>
                  <a:srgbClr val="12171C"/>
                </a:solidFill>
                <a:effectLst/>
                <a:uLnTx/>
                <a:uFillTx/>
                <a:latin typeface="72 Brand" panose="020B0504030603020204" pitchFamily="34" charset="0"/>
                <a:ea typeface="Arial Unicode MS" pitchFamily="34" charset="-128"/>
                <a:cs typeface="72" panose="020B0503030000000003" pitchFamily="34" charset="0"/>
              </a:rPr>
              <a:t>Phase 3</a:t>
            </a:r>
            <a:endParaRPr kumimoji="0" lang="en-US" sz="1000" b="0" u="none" strike="noStrike" kern="0" cap="none" spc="0" normalizeH="0" baseline="0" noProof="0">
              <a:ln>
                <a:noFill/>
              </a:ln>
              <a:solidFill>
                <a:srgbClr val="12171C"/>
              </a:solidFill>
              <a:effectLst/>
              <a:uLnTx/>
              <a:uFillTx/>
              <a:latin typeface="72 Brand" panose="020B0504030603020204" pitchFamily="34" charset="0"/>
              <a:ea typeface="Arial Unicode MS" pitchFamily="34" charset="-128"/>
              <a:cs typeface="72" panose="020B0503030000000003" pitchFamily="34" charset="0"/>
            </a:endParaRPr>
          </a:p>
        </p:txBody>
      </p:sp>
      <p:sp>
        <p:nvSpPr>
          <p:cNvPr id="249" name="Gefaltete Ecke 6">
            <a:extLst>
              <a:ext uri="{FF2B5EF4-FFF2-40B4-BE49-F238E27FC236}">
                <a16:creationId xmlns:a16="http://schemas.microsoft.com/office/drawing/2014/main" id="{9E0CDA30-8869-4C51-ADCB-2BF9C3074BFC}"/>
              </a:ext>
            </a:extLst>
          </p:cNvPr>
          <p:cNvSpPr/>
          <p:nvPr/>
        </p:nvSpPr>
        <p:spPr bwMode="gray">
          <a:xfrm>
            <a:off x="5033098" y="2274242"/>
            <a:ext cx="3019736" cy="898971"/>
          </a:xfrm>
          <a:prstGeom prst="rect">
            <a:avLst/>
          </a:prstGeom>
          <a:solidFill>
            <a:srgbClr val="EAECEE"/>
          </a:solidFill>
          <a:ln w="25400" algn="ctr">
            <a:noFill/>
            <a:miter lim="800000"/>
            <a:headEnd/>
            <a:tailEnd/>
          </a:ln>
        </p:spPr>
        <p:txBody>
          <a:bodyPr lIns="36000" tIns="72000" rIns="36000" bIns="0" rtlCol="0" anchor="ctr" anchorCtr="0"/>
          <a:lstStyle/>
          <a:p>
            <a:pPr algn="ctr" defTabSz="1088558"/>
            <a:r>
              <a:rPr lang="en-US" sz="1050" dirty="0">
                <a:latin typeface="72 Brand" panose="020B0504030603020204" pitchFamily="34" charset="0"/>
                <a:cs typeface="72" panose="020B0503030000000003" pitchFamily="34" charset="0"/>
              </a:rPr>
              <a:t>Create custom UI</a:t>
            </a:r>
          </a:p>
          <a:p>
            <a:pPr algn="ctr" defTabSz="1088558"/>
            <a:endParaRPr lang="en-US" sz="1050" dirty="0">
              <a:solidFill>
                <a:srgbClr val="12171C"/>
              </a:solidFill>
              <a:latin typeface="72 Brand" panose="020B0504030603020204" pitchFamily="34" charset="0"/>
              <a:cs typeface="Times New Roman"/>
            </a:endParaRPr>
          </a:p>
        </p:txBody>
      </p:sp>
      <p:sp>
        <p:nvSpPr>
          <p:cNvPr id="245" name="Gefaltete Ecke 6">
            <a:extLst>
              <a:ext uri="{FF2B5EF4-FFF2-40B4-BE49-F238E27FC236}">
                <a16:creationId xmlns:a16="http://schemas.microsoft.com/office/drawing/2014/main" id="{DB3D2D5F-B16C-F512-234E-799B5DFD280D}"/>
              </a:ext>
            </a:extLst>
          </p:cNvPr>
          <p:cNvSpPr/>
          <p:nvPr/>
        </p:nvSpPr>
        <p:spPr bwMode="gray">
          <a:xfrm>
            <a:off x="5033098" y="3230647"/>
            <a:ext cx="1451883" cy="898971"/>
          </a:xfrm>
          <a:prstGeom prst="rect">
            <a:avLst/>
          </a:prstGeom>
          <a:solidFill>
            <a:srgbClr val="EAECEE"/>
          </a:solidFill>
          <a:ln w="25400" algn="ctr">
            <a:noFill/>
            <a:miter lim="800000"/>
            <a:headEnd/>
            <a:tailEnd/>
          </a:ln>
        </p:spPr>
        <p:txBody>
          <a:bodyPr lIns="36000" tIns="72000" rIns="36000" bIns="0" rtlCol="0" anchor="ctr" anchorCtr="0"/>
          <a:lstStyle/>
          <a:p>
            <a:pPr algn="ctr" defTabSz="1088558"/>
            <a:r>
              <a:rPr lang="en-US" sz="1050" dirty="0">
                <a:solidFill>
                  <a:srgbClr val="12171C"/>
                </a:solidFill>
                <a:latin typeface="72 Brand" panose="020B0504030603020204" pitchFamily="34" charset="0"/>
                <a:cs typeface="Times New Roman"/>
              </a:rPr>
              <a:t>Create application logic</a:t>
            </a:r>
          </a:p>
        </p:txBody>
      </p:sp>
      <p:sp>
        <p:nvSpPr>
          <p:cNvPr id="243" name="Gefaltete Ecke 6">
            <a:extLst>
              <a:ext uri="{FF2B5EF4-FFF2-40B4-BE49-F238E27FC236}">
                <a16:creationId xmlns:a16="http://schemas.microsoft.com/office/drawing/2014/main" id="{718E5834-CC44-73C0-C2DC-16C1AAC4C571}"/>
              </a:ext>
            </a:extLst>
          </p:cNvPr>
          <p:cNvSpPr/>
          <p:nvPr/>
        </p:nvSpPr>
        <p:spPr bwMode="gray">
          <a:xfrm>
            <a:off x="6600951" y="3230647"/>
            <a:ext cx="1451883" cy="898971"/>
          </a:xfrm>
          <a:prstGeom prst="rect">
            <a:avLst/>
          </a:prstGeom>
          <a:solidFill>
            <a:srgbClr val="EAECEE"/>
          </a:solidFill>
          <a:ln w="25400" algn="ctr">
            <a:noFill/>
            <a:miter lim="800000"/>
            <a:headEnd/>
            <a:tailEnd/>
          </a:ln>
        </p:spPr>
        <p:txBody>
          <a:bodyPr lIns="36000" tIns="72000" rIns="36000" bIns="0" rtlCol="0" anchor="ctr" anchorCtr="0"/>
          <a:lstStyle/>
          <a:p>
            <a:pPr algn="ctr" defTabSz="1088558"/>
            <a:r>
              <a:rPr lang="en-US" sz="1050" dirty="0">
                <a:latin typeface="72 Brand" panose="020B0504030603020204" pitchFamily="34" charset="0"/>
                <a:cs typeface="72" panose="020B0503030000000003" pitchFamily="34" charset="0"/>
              </a:rPr>
              <a:t>Consume API</a:t>
            </a:r>
          </a:p>
        </p:txBody>
      </p:sp>
      <p:sp>
        <p:nvSpPr>
          <p:cNvPr id="274" name="Gefaltete Ecke 6">
            <a:extLst>
              <a:ext uri="{FF2B5EF4-FFF2-40B4-BE49-F238E27FC236}">
                <a16:creationId xmlns:a16="http://schemas.microsoft.com/office/drawing/2014/main" id="{5AD1D955-D2F7-8FEF-1860-86E2CBF5B1AE}"/>
              </a:ext>
            </a:extLst>
          </p:cNvPr>
          <p:cNvSpPr/>
          <p:nvPr/>
        </p:nvSpPr>
        <p:spPr bwMode="gray">
          <a:xfrm>
            <a:off x="8541611" y="2274242"/>
            <a:ext cx="3019736" cy="898971"/>
          </a:xfrm>
          <a:prstGeom prst="rect">
            <a:avLst/>
          </a:prstGeom>
          <a:solidFill>
            <a:srgbClr val="EAECEE"/>
          </a:solidFill>
          <a:ln w="25400" algn="ctr">
            <a:noFill/>
            <a:miter lim="800000"/>
            <a:headEnd/>
            <a:tailEnd/>
          </a:ln>
        </p:spPr>
        <p:txBody>
          <a:bodyPr lIns="36000" tIns="72000" rIns="36000" bIns="0" rtlCol="0" anchor="ctr" anchorCtr="0"/>
          <a:lstStyle/>
          <a:p>
            <a:pPr algn="ctr" defTabSz="1088558"/>
            <a:r>
              <a:rPr lang="en-US" sz="1050" dirty="0">
                <a:solidFill>
                  <a:srgbClr val="12171C"/>
                </a:solidFill>
                <a:latin typeface="72 Brand" panose="020B0504030603020204" pitchFamily="34" charset="0"/>
                <a:cs typeface="Times New Roman"/>
              </a:rPr>
              <a:t>SAP Build Apps</a:t>
            </a:r>
          </a:p>
        </p:txBody>
      </p:sp>
      <p:sp>
        <p:nvSpPr>
          <p:cNvPr id="270" name="Gefaltete Ecke 6">
            <a:extLst>
              <a:ext uri="{FF2B5EF4-FFF2-40B4-BE49-F238E27FC236}">
                <a16:creationId xmlns:a16="http://schemas.microsoft.com/office/drawing/2014/main" id="{6860A3C9-E17A-B4FB-6510-7F85CB7D34D9}"/>
              </a:ext>
            </a:extLst>
          </p:cNvPr>
          <p:cNvSpPr/>
          <p:nvPr/>
        </p:nvSpPr>
        <p:spPr bwMode="gray">
          <a:xfrm>
            <a:off x="8541611" y="3230647"/>
            <a:ext cx="1451883" cy="898971"/>
          </a:xfrm>
          <a:prstGeom prst="rect">
            <a:avLst/>
          </a:prstGeom>
          <a:solidFill>
            <a:srgbClr val="EAECEE"/>
          </a:solidFill>
          <a:ln w="25400" algn="ctr">
            <a:noFill/>
            <a:miter lim="800000"/>
            <a:headEnd/>
            <a:tailEnd/>
          </a:ln>
        </p:spPr>
        <p:txBody>
          <a:bodyPr lIns="36000" tIns="72000" rIns="36000" bIns="0" rtlCol="0" anchor="ctr" anchorCtr="0"/>
          <a:lstStyle/>
          <a:p>
            <a:pPr algn="ctr" defTabSz="1088558"/>
            <a:r>
              <a:rPr lang="en-US" sz="1050" dirty="0">
                <a:solidFill>
                  <a:srgbClr val="12171C"/>
                </a:solidFill>
                <a:latin typeface="72 Brand" panose="020B0504030603020204" pitchFamily="34" charset="0"/>
                <a:cs typeface="Times New Roman"/>
              </a:rPr>
              <a:t>SAP Build Process Automation</a:t>
            </a:r>
          </a:p>
        </p:txBody>
      </p:sp>
      <p:sp>
        <p:nvSpPr>
          <p:cNvPr id="268" name="Gefaltete Ecke 6">
            <a:extLst>
              <a:ext uri="{FF2B5EF4-FFF2-40B4-BE49-F238E27FC236}">
                <a16:creationId xmlns:a16="http://schemas.microsoft.com/office/drawing/2014/main" id="{EF979CB6-8E41-5092-7E06-FC01EB69829E}"/>
              </a:ext>
            </a:extLst>
          </p:cNvPr>
          <p:cNvSpPr/>
          <p:nvPr/>
        </p:nvSpPr>
        <p:spPr bwMode="gray">
          <a:xfrm>
            <a:off x="10109464" y="3230647"/>
            <a:ext cx="1451883" cy="898971"/>
          </a:xfrm>
          <a:prstGeom prst="rect">
            <a:avLst/>
          </a:prstGeom>
          <a:solidFill>
            <a:srgbClr val="EAECEE"/>
          </a:solidFill>
          <a:ln w="25400" algn="ctr">
            <a:noFill/>
            <a:miter lim="800000"/>
            <a:headEnd/>
            <a:tailEnd/>
          </a:ln>
        </p:spPr>
        <p:txBody>
          <a:bodyPr lIns="36000" tIns="72000" rIns="36000" bIns="0" rtlCol="0" anchor="ctr" anchorCtr="0"/>
          <a:lstStyle/>
          <a:p>
            <a:pPr algn="ctr" defTabSz="1088558"/>
            <a:r>
              <a:rPr lang="en-US" sz="1050" dirty="0">
                <a:solidFill>
                  <a:srgbClr val="12171C"/>
                </a:solidFill>
                <a:latin typeface="72 Brand" panose="020B0504030603020204" pitchFamily="34" charset="0"/>
                <a:cs typeface="Times New Roman"/>
              </a:rPr>
              <a:t>Consume SAP remote API - SAP Business Accelerator Hub (Clean Core Level A)</a:t>
            </a:r>
          </a:p>
        </p:txBody>
      </p:sp>
      <p:sp>
        <p:nvSpPr>
          <p:cNvPr id="31" name="Gefaltete Ecke 7">
            <a:extLst>
              <a:ext uri="{FF2B5EF4-FFF2-40B4-BE49-F238E27FC236}">
                <a16:creationId xmlns:a16="http://schemas.microsoft.com/office/drawing/2014/main" id="{9FF5D793-217E-6C5B-7A67-9FBDBBFDCA09}"/>
              </a:ext>
            </a:extLst>
          </p:cNvPr>
          <p:cNvSpPr>
            <a:spLocks/>
          </p:cNvSpPr>
          <p:nvPr/>
        </p:nvSpPr>
        <p:spPr bwMode="gray">
          <a:xfrm>
            <a:off x="501651" y="2273212"/>
            <a:ext cx="722700" cy="898971"/>
          </a:xfrm>
          <a:prstGeom prst="rect">
            <a:avLst/>
          </a:prstGeom>
          <a:solidFill>
            <a:srgbClr val="EAECEE"/>
          </a:solidFill>
          <a:ln w="25400" algn="ctr">
            <a:noFill/>
            <a:miter lim="800000"/>
            <a:headEnd/>
            <a:tailEnd/>
          </a:ln>
        </p:spPr>
        <p:txBody>
          <a:bodyPr lIns="144000" tIns="144000" rIns="36000" bIns="0" rtlCol="0" anchor="t" anchorCtr="0"/>
          <a:lstStyle/>
          <a:p>
            <a:pPr defTabSz="914400" fontAlgn="base">
              <a:spcBef>
                <a:spcPct val="50000"/>
              </a:spcBef>
              <a:spcAft>
                <a:spcPct val="0"/>
              </a:spcAft>
              <a:buClr>
                <a:srgbClr val="F0AB00"/>
              </a:buClr>
              <a:buSzPct val="80000"/>
            </a:pPr>
            <a:r>
              <a:rPr lang="en-US" sz="700" kern="0">
                <a:solidFill>
                  <a:srgbClr val="12171C"/>
                </a:solidFill>
                <a:latin typeface="72 Brand Medium" panose="020B0504030603020204" pitchFamily="34" charset="0"/>
                <a:ea typeface="Arial Unicode MS" pitchFamily="34" charset="-128"/>
                <a:cs typeface="72" panose="020B0503030000000003" pitchFamily="34" charset="0"/>
              </a:rPr>
              <a:t>Actions</a:t>
            </a:r>
            <a:endParaRPr kumimoji="0" lang="en-US" sz="700" u="none" strike="noStrike" kern="0" cap="none" spc="0" normalizeH="0" baseline="0" noProof="0">
              <a:ln>
                <a:noFill/>
              </a:ln>
              <a:solidFill>
                <a:srgbClr val="12171C"/>
              </a:solidFill>
              <a:effectLst/>
              <a:uLnTx/>
              <a:uFillTx/>
              <a:latin typeface="72 Brand Medium" panose="020B0504030603020204" pitchFamily="34" charset="0"/>
              <a:ea typeface="Arial Unicode MS" pitchFamily="34" charset="-128"/>
              <a:cs typeface="72" panose="020B0503030000000003" pitchFamily="34" charset="0"/>
            </a:endParaRPr>
          </a:p>
        </p:txBody>
      </p:sp>
      <p:sp>
        <p:nvSpPr>
          <p:cNvPr id="29" name="Gefaltete Ecke 8">
            <a:extLst>
              <a:ext uri="{FF2B5EF4-FFF2-40B4-BE49-F238E27FC236}">
                <a16:creationId xmlns:a16="http://schemas.microsoft.com/office/drawing/2014/main" id="{EE659B95-CAE6-8C33-B1AE-AD0ACBE84B3B}"/>
              </a:ext>
            </a:extLst>
          </p:cNvPr>
          <p:cNvSpPr>
            <a:spLocks/>
          </p:cNvSpPr>
          <p:nvPr/>
        </p:nvSpPr>
        <p:spPr bwMode="gray">
          <a:xfrm>
            <a:off x="501650" y="3229618"/>
            <a:ext cx="722699" cy="897944"/>
          </a:xfrm>
          <a:prstGeom prst="rect">
            <a:avLst/>
          </a:prstGeom>
          <a:solidFill>
            <a:srgbClr val="EAECEE"/>
          </a:solidFill>
          <a:ln w="25400" algn="ctr">
            <a:noFill/>
            <a:miter lim="800000"/>
            <a:headEnd/>
            <a:tailEnd/>
          </a:ln>
        </p:spPr>
        <p:txBody>
          <a:bodyPr lIns="144000" tIns="144000" rIns="36000" bIns="0" rtlCol="0" anchor="t" anchorCtr="0"/>
          <a:lstStyle/>
          <a:p>
            <a:pPr defTabSz="914400" fontAlgn="base">
              <a:spcBef>
                <a:spcPct val="50000"/>
              </a:spcBef>
              <a:spcAft>
                <a:spcPct val="0"/>
              </a:spcAft>
              <a:buClr>
                <a:srgbClr val="F0AB00"/>
              </a:buClr>
              <a:buSzPct val="80000"/>
            </a:pPr>
            <a:r>
              <a:rPr lang="en-US" sz="700" kern="0">
                <a:solidFill>
                  <a:srgbClr val="12171C"/>
                </a:solidFill>
                <a:latin typeface="72 Brand Medium" panose="020B0504030603020204" pitchFamily="34" charset="0"/>
                <a:ea typeface="Arial Unicode MS" pitchFamily="34" charset="-128"/>
                <a:cs typeface="72" panose="020B0503030000000003" pitchFamily="34" charset="0"/>
              </a:rPr>
              <a:t>Application Logic</a:t>
            </a:r>
            <a:endParaRPr kumimoji="0" lang="en-US" sz="700" u="none" strike="noStrike" kern="0" cap="none" spc="0" normalizeH="0" baseline="0" noProof="0">
              <a:ln>
                <a:noFill/>
              </a:ln>
              <a:solidFill>
                <a:srgbClr val="12171C"/>
              </a:solidFill>
              <a:effectLst/>
              <a:uLnTx/>
              <a:uFillTx/>
              <a:latin typeface="72 Brand Medium" panose="020B0504030603020204" pitchFamily="34" charset="0"/>
              <a:ea typeface="Arial Unicode MS" pitchFamily="34" charset="-128"/>
              <a:cs typeface="72" panose="020B0503030000000003" pitchFamily="34" charset="0"/>
            </a:endParaRPr>
          </a:p>
        </p:txBody>
      </p:sp>
      <p:sp>
        <p:nvSpPr>
          <p:cNvPr id="27" name="Gefaltete Ecke 9">
            <a:extLst>
              <a:ext uri="{FF2B5EF4-FFF2-40B4-BE49-F238E27FC236}">
                <a16:creationId xmlns:a16="http://schemas.microsoft.com/office/drawing/2014/main" id="{C0F1376A-6409-4705-FB98-52CB12A9A9E4}"/>
              </a:ext>
            </a:extLst>
          </p:cNvPr>
          <p:cNvSpPr>
            <a:spLocks/>
          </p:cNvSpPr>
          <p:nvPr/>
        </p:nvSpPr>
        <p:spPr bwMode="gray">
          <a:xfrm>
            <a:off x="501650" y="4184997"/>
            <a:ext cx="722699" cy="897943"/>
          </a:xfrm>
          <a:prstGeom prst="rect">
            <a:avLst/>
          </a:prstGeom>
          <a:solidFill>
            <a:srgbClr val="EAECEE"/>
          </a:solidFill>
          <a:ln w="25400" algn="ctr">
            <a:noFill/>
            <a:miter lim="800000"/>
            <a:headEnd/>
            <a:tailEnd/>
          </a:ln>
        </p:spPr>
        <p:txBody>
          <a:bodyPr lIns="144000" tIns="144000" rIns="36000" bIns="0" rtlCol="0" anchor="t" anchorCtr="0"/>
          <a:lstStyle/>
          <a:p>
            <a:pPr defTabSz="914400" fontAlgn="base">
              <a:spcBef>
                <a:spcPct val="50000"/>
              </a:spcBef>
              <a:spcAft>
                <a:spcPct val="0"/>
              </a:spcAft>
              <a:buClr>
                <a:srgbClr val="F0AB00"/>
              </a:buClr>
              <a:buSzPct val="80000"/>
            </a:pPr>
            <a:r>
              <a:rPr lang="en-US" sz="700" kern="0">
                <a:solidFill>
                  <a:srgbClr val="12171C"/>
                </a:solidFill>
                <a:latin typeface="72 Brand Medium" panose="020B0504030603020204" pitchFamily="34" charset="0"/>
                <a:ea typeface="Arial Unicode MS" pitchFamily="34" charset="-128"/>
                <a:cs typeface="72" panose="020B0503030000000003" pitchFamily="34" charset="0"/>
              </a:rPr>
              <a:t>System</a:t>
            </a:r>
            <a:endParaRPr kumimoji="0" lang="en-US" sz="700" u="none" strike="noStrike" kern="0" cap="none" spc="0" normalizeH="0" baseline="0" noProof="0" err="1">
              <a:ln>
                <a:noFill/>
              </a:ln>
              <a:solidFill>
                <a:srgbClr val="12171C"/>
              </a:solidFill>
              <a:effectLst/>
              <a:uLnTx/>
              <a:uFillTx/>
              <a:latin typeface="72 Brand Medium" panose="020B0504030603020204" pitchFamily="34" charset="0"/>
              <a:ea typeface="Arial Unicode MS" pitchFamily="34" charset="-128"/>
              <a:cs typeface="72" panose="020B0503030000000003" pitchFamily="34" charset="0"/>
            </a:endParaRPr>
          </a:p>
        </p:txBody>
      </p:sp>
      <p:sp>
        <p:nvSpPr>
          <p:cNvPr id="25" name="Gefaltete Ecke 10">
            <a:extLst>
              <a:ext uri="{FF2B5EF4-FFF2-40B4-BE49-F238E27FC236}">
                <a16:creationId xmlns:a16="http://schemas.microsoft.com/office/drawing/2014/main" id="{04BDB949-DCDE-7463-7B41-CD56C814DF88}"/>
              </a:ext>
            </a:extLst>
          </p:cNvPr>
          <p:cNvSpPr>
            <a:spLocks/>
          </p:cNvSpPr>
          <p:nvPr/>
        </p:nvSpPr>
        <p:spPr bwMode="gray">
          <a:xfrm>
            <a:off x="501650" y="5140375"/>
            <a:ext cx="722699" cy="897943"/>
          </a:xfrm>
          <a:prstGeom prst="rect">
            <a:avLst/>
          </a:prstGeom>
          <a:solidFill>
            <a:srgbClr val="EAECEE"/>
          </a:solidFill>
          <a:ln w="25400" algn="ctr">
            <a:noFill/>
            <a:miter lim="800000"/>
            <a:headEnd/>
            <a:tailEnd/>
          </a:ln>
        </p:spPr>
        <p:txBody>
          <a:bodyPr lIns="144000" tIns="144000" rIns="36000" bIns="0" rtlCol="0" anchor="t" anchorCtr="0"/>
          <a:lstStyle/>
          <a:p>
            <a:pPr defTabSz="914400" fontAlgn="base">
              <a:spcBef>
                <a:spcPct val="50000"/>
              </a:spcBef>
              <a:spcAft>
                <a:spcPct val="0"/>
              </a:spcAft>
              <a:buClr>
                <a:srgbClr val="F0AB00"/>
              </a:buClr>
              <a:buSzPct val="80000"/>
            </a:pPr>
            <a:r>
              <a:rPr lang="en-US" sz="700" kern="0">
                <a:solidFill>
                  <a:srgbClr val="12171C"/>
                </a:solidFill>
                <a:latin typeface="72 Brand Medium" panose="020B0504030603020204" pitchFamily="34" charset="0"/>
                <a:ea typeface="Arial Unicode MS" pitchFamily="34" charset="-128"/>
                <a:cs typeface="72" panose="020B0503030000000003" pitchFamily="34" charset="0"/>
              </a:rPr>
              <a:t>Required </a:t>
            </a:r>
            <a:br>
              <a:rPr lang="en-US" sz="700" kern="0">
                <a:solidFill>
                  <a:srgbClr val="12171C"/>
                </a:solidFill>
                <a:latin typeface="72 Brand Medium" panose="020B0504030603020204" pitchFamily="34" charset="0"/>
                <a:ea typeface="Arial Unicode MS" pitchFamily="34" charset="-128"/>
                <a:cs typeface="72" panose="020B0503030000000003" pitchFamily="34" charset="0"/>
              </a:rPr>
            </a:br>
            <a:r>
              <a:rPr lang="en-US" sz="700" kern="0">
                <a:solidFill>
                  <a:srgbClr val="12171C"/>
                </a:solidFill>
                <a:latin typeface="72 Brand Medium" panose="020B0504030603020204" pitchFamily="34" charset="0"/>
                <a:ea typeface="Arial Unicode MS" pitchFamily="34" charset="-128"/>
                <a:cs typeface="72" panose="020B0503030000000003" pitchFamily="34" charset="0"/>
              </a:rPr>
              <a:t>Data</a:t>
            </a:r>
            <a:endParaRPr kumimoji="0" lang="en-US" sz="700" u="none" strike="noStrike" kern="0" cap="none" spc="0" normalizeH="0" baseline="0" noProof="0">
              <a:ln>
                <a:noFill/>
              </a:ln>
              <a:solidFill>
                <a:srgbClr val="12171C"/>
              </a:solidFill>
              <a:effectLst/>
              <a:uLnTx/>
              <a:uFillTx/>
              <a:latin typeface="72 Brand Medium" panose="020B0504030603020204" pitchFamily="34" charset="0"/>
              <a:ea typeface="Arial Unicode MS" pitchFamily="34" charset="-128"/>
              <a:cs typeface="72" panose="020B0503030000000003" pitchFamily="34" charset="0"/>
            </a:endParaRPr>
          </a:p>
        </p:txBody>
      </p:sp>
      <p:sp>
        <p:nvSpPr>
          <p:cNvPr id="26" name="Gefaltete Ecke 6">
            <a:extLst>
              <a:ext uri="{FF2B5EF4-FFF2-40B4-BE49-F238E27FC236}">
                <a16:creationId xmlns:a16="http://schemas.microsoft.com/office/drawing/2014/main" id="{D5BF9E12-F43D-0492-9CC2-79A6EA4435A7}"/>
              </a:ext>
            </a:extLst>
          </p:cNvPr>
          <p:cNvSpPr/>
          <p:nvPr/>
        </p:nvSpPr>
        <p:spPr bwMode="gray">
          <a:xfrm>
            <a:off x="501650" y="5140907"/>
            <a:ext cx="58853" cy="896917"/>
          </a:xfrm>
          <a:prstGeom prst="rect">
            <a:avLst/>
          </a:prstGeom>
          <a:solidFill>
            <a:srgbClr val="7858FF"/>
          </a:solidFill>
          <a:ln w="25400" algn="ctr">
            <a:noFill/>
            <a:miter lim="800000"/>
            <a:headEnd/>
            <a:tailEnd/>
          </a:ln>
        </p:spPr>
        <p:txBody>
          <a:bodyPr lIns="144000" tIns="108000" rIns="108000" bIns="0" rtlCol="0" anchor="t" anchorCtr="0"/>
          <a:lstStyle/>
          <a:p>
            <a:pPr lvl="0" defTabSz="1088558">
              <a:defRPr/>
            </a:pPr>
            <a:endParaRPr lang="en-US" sz="700">
              <a:latin typeface="72 Brand" panose="020B0504030603020204" pitchFamily="34" charset="0"/>
              <a:cs typeface="72" panose="020B0503030000000003" pitchFamily="34" charset="0"/>
            </a:endParaRPr>
          </a:p>
        </p:txBody>
      </p:sp>
      <p:grpSp>
        <p:nvGrpSpPr>
          <p:cNvPr id="9" name="Group 8">
            <a:extLst>
              <a:ext uri="{FF2B5EF4-FFF2-40B4-BE49-F238E27FC236}">
                <a16:creationId xmlns:a16="http://schemas.microsoft.com/office/drawing/2014/main" id="{9A1C0640-EB76-EF55-2CBF-E4350D349CC3}"/>
              </a:ext>
            </a:extLst>
          </p:cNvPr>
          <p:cNvGrpSpPr/>
          <p:nvPr/>
        </p:nvGrpSpPr>
        <p:grpSpPr>
          <a:xfrm>
            <a:off x="1485927" y="2273213"/>
            <a:ext cx="1492147" cy="900000"/>
            <a:chOff x="1485927" y="2273213"/>
            <a:chExt cx="1492147" cy="900000"/>
          </a:xfrm>
        </p:grpSpPr>
        <p:sp>
          <p:nvSpPr>
            <p:cNvPr id="197" name="Gefaltete Ecke 6">
              <a:extLst>
                <a:ext uri="{FF2B5EF4-FFF2-40B4-BE49-F238E27FC236}">
                  <a16:creationId xmlns:a16="http://schemas.microsoft.com/office/drawing/2014/main" id="{3CA59EF6-EBE6-FADE-A371-C3852B2FECCF}"/>
                </a:ext>
              </a:extLst>
            </p:cNvPr>
            <p:cNvSpPr/>
            <p:nvPr/>
          </p:nvSpPr>
          <p:spPr bwMode="gray">
            <a:xfrm>
              <a:off x="1526191" y="2274242"/>
              <a:ext cx="1451883" cy="898971"/>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Internal sales rep triggers approval process</a:t>
              </a:r>
            </a:p>
          </p:txBody>
        </p:sp>
        <p:sp>
          <p:nvSpPr>
            <p:cNvPr id="196" name="Gefaltete Ecke 6">
              <a:extLst>
                <a:ext uri="{FF2B5EF4-FFF2-40B4-BE49-F238E27FC236}">
                  <a16:creationId xmlns:a16="http://schemas.microsoft.com/office/drawing/2014/main" id="{0ED1818B-9065-5270-4057-5A86F46FA87E}"/>
                </a:ext>
              </a:extLst>
            </p:cNvPr>
            <p:cNvSpPr/>
            <p:nvPr/>
          </p:nvSpPr>
          <p:spPr bwMode="gray">
            <a:xfrm>
              <a:off x="1485927" y="2273213"/>
              <a:ext cx="45125" cy="898971"/>
            </a:xfrm>
            <a:prstGeom prst="rect">
              <a:avLst/>
            </a:prstGeom>
            <a:solidFill>
              <a:srgbClr val="97DD40"/>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grpSp>
      <p:sp>
        <p:nvSpPr>
          <p:cNvPr id="194" name="Gefaltete Ecke 6">
            <a:extLst>
              <a:ext uri="{FF2B5EF4-FFF2-40B4-BE49-F238E27FC236}">
                <a16:creationId xmlns:a16="http://schemas.microsoft.com/office/drawing/2014/main" id="{274A4DA9-8249-A404-39BC-3373648CBFDE}"/>
              </a:ext>
            </a:extLst>
          </p:cNvPr>
          <p:cNvSpPr/>
          <p:nvPr/>
        </p:nvSpPr>
        <p:spPr bwMode="gray">
          <a:xfrm>
            <a:off x="3053780" y="2273213"/>
            <a:ext cx="45125" cy="898971"/>
          </a:xfrm>
          <a:prstGeom prst="rect">
            <a:avLst/>
          </a:prstGeom>
          <a:solidFill>
            <a:srgbClr val="97DD40"/>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248" name="Gefaltete Ecke 6">
            <a:extLst>
              <a:ext uri="{FF2B5EF4-FFF2-40B4-BE49-F238E27FC236}">
                <a16:creationId xmlns:a16="http://schemas.microsoft.com/office/drawing/2014/main" id="{7A0E4181-B549-5596-1223-1AC1C4F3A10A}"/>
              </a:ext>
            </a:extLst>
          </p:cNvPr>
          <p:cNvSpPr/>
          <p:nvPr/>
        </p:nvSpPr>
        <p:spPr bwMode="gray">
          <a:xfrm>
            <a:off x="4992834" y="2273213"/>
            <a:ext cx="45125" cy="898971"/>
          </a:xfrm>
          <a:prstGeom prst="rect">
            <a:avLst/>
          </a:prstGeom>
          <a:solidFill>
            <a:srgbClr val="97DD40"/>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273" name="Gefaltete Ecke 6">
            <a:extLst>
              <a:ext uri="{FF2B5EF4-FFF2-40B4-BE49-F238E27FC236}">
                <a16:creationId xmlns:a16="http://schemas.microsoft.com/office/drawing/2014/main" id="{36FE3741-C7AE-7A78-C7CE-A2B45AB421A2}"/>
              </a:ext>
            </a:extLst>
          </p:cNvPr>
          <p:cNvSpPr/>
          <p:nvPr/>
        </p:nvSpPr>
        <p:spPr bwMode="gray">
          <a:xfrm>
            <a:off x="8501347" y="2273213"/>
            <a:ext cx="45125" cy="898971"/>
          </a:xfrm>
          <a:prstGeom prst="rect">
            <a:avLst/>
          </a:prstGeom>
          <a:solidFill>
            <a:srgbClr val="97DD40"/>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32" name="Gefaltete Ecke 6">
            <a:extLst>
              <a:ext uri="{FF2B5EF4-FFF2-40B4-BE49-F238E27FC236}">
                <a16:creationId xmlns:a16="http://schemas.microsoft.com/office/drawing/2014/main" id="{44A5AF0F-5E97-2819-726D-AE8BAACB23C8}"/>
              </a:ext>
            </a:extLst>
          </p:cNvPr>
          <p:cNvSpPr/>
          <p:nvPr/>
        </p:nvSpPr>
        <p:spPr bwMode="gray">
          <a:xfrm>
            <a:off x="501650" y="2273213"/>
            <a:ext cx="58853" cy="897944"/>
          </a:xfrm>
          <a:prstGeom prst="rect">
            <a:avLst/>
          </a:prstGeom>
          <a:solidFill>
            <a:srgbClr val="97DD40"/>
          </a:solidFill>
          <a:ln w="25400" algn="ctr">
            <a:noFill/>
            <a:miter lim="800000"/>
            <a:headEnd/>
            <a:tailEnd/>
          </a:ln>
        </p:spPr>
        <p:txBody>
          <a:bodyPr lIns="144000" tIns="108000" rIns="108000" bIns="0" rtlCol="0" anchor="t" anchorCtr="0"/>
          <a:lstStyle/>
          <a:p>
            <a:pPr lvl="0" defTabSz="1088558">
              <a:defRPr/>
            </a:pPr>
            <a:endParaRPr lang="en-US" sz="700">
              <a:latin typeface="72 Brand" panose="020B0504030603020204" pitchFamily="34" charset="0"/>
              <a:cs typeface="72" panose="020B0503030000000003" pitchFamily="34" charset="0"/>
            </a:endParaRPr>
          </a:p>
        </p:txBody>
      </p:sp>
      <p:sp>
        <p:nvSpPr>
          <p:cNvPr id="192" name="Gefaltete Ecke 6">
            <a:extLst>
              <a:ext uri="{FF2B5EF4-FFF2-40B4-BE49-F238E27FC236}">
                <a16:creationId xmlns:a16="http://schemas.microsoft.com/office/drawing/2014/main" id="{F2701DAB-3881-95DF-7E95-0BAC47A57CFC}"/>
              </a:ext>
            </a:extLst>
          </p:cNvPr>
          <p:cNvSpPr/>
          <p:nvPr/>
        </p:nvSpPr>
        <p:spPr bwMode="gray">
          <a:xfrm>
            <a:off x="1485927" y="3229618"/>
            <a:ext cx="45125" cy="898971"/>
          </a:xfrm>
          <a:prstGeom prst="rect">
            <a:avLst/>
          </a:prstGeom>
          <a:solidFill>
            <a:srgbClr val="FFC933"/>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190" name="Gefaltete Ecke 6">
            <a:extLst>
              <a:ext uri="{FF2B5EF4-FFF2-40B4-BE49-F238E27FC236}">
                <a16:creationId xmlns:a16="http://schemas.microsoft.com/office/drawing/2014/main" id="{CDC327ED-9941-AAC5-1D3D-C29944C32CF2}"/>
              </a:ext>
            </a:extLst>
          </p:cNvPr>
          <p:cNvSpPr/>
          <p:nvPr/>
        </p:nvSpPr>
        <p:spPr bwMode="gray">
          <a:xfrm>
            <a:off x="3053780" y="3229618"/>
            <a:ext cx="45125" cy="898971"/>
          </a:xfrm>
          <a:prstGeom prst="rect">
            <a:avLst/>
          </a:prstGeom>
          <a:solidFill>
            <a:srgbClr val="FFC933"/>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244" name="Gefaltete Ecke 6">
            <a:extLst>
              <a:ext uri="{FF2B5EF4-FFF2-40B4-BE49-F238E27FC236}">
                <a16:creationId xmlns:a16="http://schemas.microsoft.com/office/drawing/2014/main" id="{60FEC625-21F8-BCB9-CC57-CED1259855DE}"/>
              </a:ext>
            </a:extLst>
          </p:cNvPr>
          <p:cNvSpPr/>
          <p:nvPr/>
        </p:nvSpPr>
        <p:spPr bwMode="gray">
          <a:xfrm>
            <a:off x="4992834" y="3229618"/>
            <a:ext cx="45125" cy="898971"/>
          </a:xfrm>
          <a:prstGeom prst="rect">
            <a:avLst/>
          </a:prstGeom>
          <a:solidFill>
            <a:srgbClr val="FFC933"/>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242" name="Gefaltete Ecke 6">
            <a:extLst>
              <a:ext uri="{FF2B5EF4-FFF2-40B4-BE49-F238E27FC236}">
                <a16:creationId xmlns:a16="http://schemas.microsoft.com/office/drawing/2014/main" id="{7084BEA5-D79B-0100-8A01-3CB82B635FE5}"/>
              </a:ext>
            </a:extLst>
          </p:cNvPr>
          <p:cNvSpPr/>
          <p:nvPr/>
        </p:nvSpPr>
        <p:spPr bwMode="gray">
          <a:xfrm>
            <a:off x="6560687" y="3229618"/>
            <a:ext cx="45125" cy="898971"/>
          </a:xfrm>
          <a:prstGeom prst="rect">
            <a:avLst/>
          </a:prstGeom>
          <a:solidFill>
            <a:srgbClr val="FFC933"/>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269" name="Gefaltete Ecke 6">
            <a:extLst>
              <a:ext uri="{FF2B5EF4-FFF2-40B4-BE49-F238E27FC236}">
                <a16:creationId xmlns:a16="http://schemas.microsoft.com/office/drawing/2014/main" id="{7EAD8817-3DEA-A4F7-BBBD-DE80836D3EFA}"/>
              </a:ext>
            </a:extLst>
          </p:cNvPr>
          <p:cNvSpPr/>
          <p:nvPr/>
        </p:nvSpPr>
        <p:spPr bwMode="gray">
          <a:xfrm>
            <a:off x="8501347" y="3229618"/>
            <a:ext cx="45125" cy="898971"/>
          </a:xfrm>
          <a:prstGeom prst="rect">
            <a:avLst/>
          </a:prstGeom>
          <a:solidFill>
            <a:srgbClr val="FFC933"/>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267" name="Gefaltete Ecke 6">
            <a:extLst>
              <a:ext uri="{FF2B5EF4-FFF2-40B4-BE49-F238E27FC236}">
                <a16:creationId xmlns:a16="http://schemas.microsoft.com/office/drawing/2014/main" id="{225B410C-4153-5086-BA2D-A77F658A6A59}"/>
              </a:ext>
            </a:extLst>
          </p:cNvPr>
          <p:cNvSpPr/>
          <p:nvPr/>
        </p:nvSpPr>
        <p:spPr bwMode="gray">
          <a:xfrm>
            <a:off x="10069200" y="3229618"/>
            <a:ext cx="45125" cy="898971"/>
          </a:xfrm>
          <a:prstGeom prst="rect">
            <a:avLst/>
          </a:prstGeom>
          <a:solidFill>
            <a:srgbClr val="FFC933"/>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30" name="Gefaltete Ecke 6">
            <a:extLst>
              <a:ext uri="{FF2B5EF4-FFF2-40B4-BE49-F238E27FC236}">
                <a16:creationId xmlns:a16="http://schemas.microsoft.com/office/drawing/2014/main" id="{93E4EC4F-6C32-CBD7-2FFE-8E44BCA66BAE}"/>
              </a:ext>
            </a:extLst>
          </p:cNvPr>
          <p:cNvSpPr/>
          <p:nvPr/>
        </p:nvSpPr>
        <p:spPr bwMode="gray">
          <a:xfrm>
            <a:off x="501650" y="3230128"/>
            <a:ext cx="58853" cy="896919"/>
          </a:xfrm>
          <a:prstGeom prst="rect">
            <a:avLst/>
          </a:prstGeom>
          <a:solidFill>
            <a:srgbClr val="FFC933"/>
          </a:solidFill>
          <a:ln w="25400" algn="ctr">
            <a:noFill/>
            <a:miter lim="800000"/>
            <a:headEnd/>
            <a:tailEnd/>
          </a:ln>
        </p:spPr>
        <p:txBody>
          <a:bodyPr lIns="144000" tIns="108000" rIns="108000" bIns="0" rtlCol="0" anchor="t" anchorCtr="0"/>
          <a:lstStyle/>
          <a:p>
            <a:pPr lvl="0" defTabSz="1088558">
              <a:defRPr/>
            </a:pPr>
            <a:endParaRPr lang="en-US" sz="700">
              <a:latin typeface="72 Brand" panose="020B0504030603020204" pitchFamily="34" charset="0"/>
              <a:cs typeface="72" panose="020B0503030000000003" pitchFamily="34" charset="0"/>
            </a:endParaRPr>
          </a:p>
        </p:txBody>
      </p:sp>
      <p:sp>
        <p:nvSpPr>
          <p:cNvPr id="188" name="Gefaltete Ecke 6">
            <a:extLst>
              <a:ext uri="{FF2B5EF4-FFF2-40B4-BE49-F238E27FC236}">
                <a16:creationId xmlns:a16="http://schemas.microsoft.com/office/drawing/2014/main" id="{0506C294-8536-4627-B6E5-3127F4F7CBB5}"/>
              </a:ext>
            </a:extLst>
          </p:cNvPr>
          <p:cNvSpPr/>
          <p:nvPr/>
        </p:nvSpPr>
        <p:spPr bwMode="gray">
          <a:xfrm>
            <a:off x="1485927" y="4186023"/>
            <a:ext cx="45125" cy="898971"/>
          </a:xfrm>
          <a:prstGeom prst="rect">
            <a:avLst/>
          </a:prstGeom>
          <a:solidFill>
            <a:srgbClr val="1B90FF"/>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186" name="Gefaltete Ecke 6">
            <a:extLst>
              <a:ext uri="{FF2B5EF4-FFF2-40B4-BE49-F238E27FC236}">
                <a16:creationId xmlns:a16="http://schemas.microsoft.com/office/drawing/2014/main" id="{58BA5BD9-D2DC-A679-EE52-B16679A392E3}"/>
              </a:ext>
            </a:extLst>
          </p:cNvPr>
          <p:cNvSpPr/>
          <p:nvPr/>
        </p:nvSpPr>
        <p:spPr bwMode="gray">
          <a:xfrm>
            <a:off x="3053780" y="4186023"/>
            <a:ext cx="45125" cy="898971"/>
          </a:xfrm>
          <a:prstGeom prst="rect">
            <a:avLst/>
          </a:prstGeom>
          <a:solidFill>
            <a:srgbClr val="1B90FF"/>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28" name="Gefaltete Ecke 6">
            <a:extLst>
              <a:ext uri="{FF2B5EF4-FFF2-40B4-BE49-F238E27FC236}">
                <a16:creationId xmlns:a16="http://schemas.microsoft.com/office/drawing/2014/main" id="{FE32CA2B-7F09-36B7-55EC-E783222CEE1D}"/>
              </a:ext>
            </a:extLst>
          </p:cNvPr>
          <p:cNvSpPr/>
          <p:nvPr/>
        </p:nvSpPr>
        <p:spPr bwMode="gray">
          <a:xfrm>
            <a:off x="502344" y="4185517"/>
            <a:ext cx="58853" cy="896917"/>
          </a:xfrm>
          <a:prstGeom prst="rect">
            <a:avLst/>
          </a:prstGeom>
          <a:solidFill>
            <a:srgbClr val="1B90FF"/>
          </a:solidFill>
          <a:ln w="25400" algn="ctr">
            <a:noFill/>
            <a:miter lim="800000"/>
            <a:headEnd/>
            <a:tailEnd/>
          </a:ln>
        </p:spPr>
        <p:txBody>
          <a:bodyPr lIns="144000" tIns="108000" rIns="108000" bIns="0" rtlCol="0" anchor="t" anchorCtr="0"/>
          <a:lstStyle/>
          <a:p>
            <a:pPr lvl="0" defTabSz="1088558">
              <a:defRPr/>
            </a:pPr>
            <a:endParaRPr lang="en-US" sz="700">
              <a:latin typeface="72 Brand" panose="020B0504030603020204" pitchFamily="34" charset="0"/>
              <a:cs typeface="72" panose="020B0503030000000003" pitchFamily="34" charset="0"/>
            </a:endParaRPr>
          </a:p>
        </p:txBody>
      </p:sp>
      <p:sp>
        <p:nvSpPr>
          <p:cNvPr id="11" name="Rounded Rectangle 2">
            <a:extLst>
              <a:ext uri="{FF2B5EF4-FFF2-40B4-BE49-F238E27FC236}">
                <a16:creationId xmlns:a16="http://schemas.microsoft.com/office/drawing/2014/main" id="{68ADED4E-B99C-CE09-3FA0-0D8150B1D67D}"/>
              </a:ext>
            </a:extLst>
          </p:cNvPr>
          <p:cNvSpPr/>
          <p:nvPr/>
        </p:nvSpPr>
        <p:spPr bwMode="gray">
          <a:xfrm>
            <a:off x="4992834" y="974710"/>
            <a:ext cx="3060000" cy="227442"/>
          </a:xfrm>
          <a:prstGeom prst="roundRect">
            <a:avLst>
              <a:gd name="adj" fmla="val 21664"/>
            </a:avLst>
          </a:prstGeom>
          <a:solidFill>
            <a:srgbClr val="36A41D"/>
          </a:solidFill>
          <a:ln w="19050" cap="rnd" cmpd="sng">
            <a:noFill/>
            <a:headEnd/>
            <a:tailEnd/>
          </a:ln>
          <a:effectLst/>
        </p:spPr>
        <p:style>
          <a:lnRef idx="3">
            <a:schemeClr val="lt1"/>
          </a:lnRef>
          <a:fillRef idx="1">
            <a:schemeClr val="accent6"/>
          </a:fillRef>
          <a:effectRef idx="1">
            <a:schemeClr val="accent6"/>
          </a:effectRef>
          <a:fontRef idx="minor">
            <a:schemeClr val="lt1"/>
          </a:fontRef>
        </p:style>
        <p:txBody>
          <a:bodyPr wrap="square" lIns="0" tIns="0" rIns="0" bIns="0" rtlCol="0" anchor="ctr">
            <a:noAutofit/>
          </a:bodyPr>
          <a:lstStyle/>
          <a:p>
            <a:pPr algn="ctr" fontAlgn="base">
              <a:spcBef>
                <a:spcPct val="50000"/>
              </a:spcBef>
              <a:spcAft>
                <a:spcPct val="0"/>
              </a:spcAft>
              <a:buClr>
                <a:srgbClr val="F0AB00"/>
              </a:buClr>
              <a:buSzPct val="80000"/>
            </a:pPr>
            <a:r>
              <a:rPr lang="en-US" sz="1000" kern="0" dirty="0">
                <a:solidFill>
                  <a:schemeClr val="bg1"/>
                </a:solidFill>
                <a:latin typeface="72 Brand" panose="020B0504030603020204" pitchFamily="34" charset="0"/>
                <a:ea typeface="Arial Unicode MS" pitchFamily="34" charset="-128"/>
                <a:cs typeface="Arial Unicode MS" pitchFamily="34" charset="-128"/>
                <a:sym typeface="Arial"/>
              </a:rPr>
              <a:t>Exercise 1.3</a:t>
            </a:r>
          </a:p>
        </p:txBody>
      </p:sp>
      <p:sp>
        <p:nvSpPr>
          <p:cNvPr id="13" name="Rounded Rectangle 2">
            <a:extLst>
              <a:ext uri="{FF2B5EF4-FFF2-40B4-BE49-F238E27FC236}">
                <a16:creationId xmlns:a16="http://schemas.microsoft.com/office/drawing/2014/main" id="{C4F43BA5-56CC-5ED1-9B74-B9E17CC818DA}"/>
              </a:ext>
            </a:extLst>
          </p:cNvPr>
          <p:cNvSpPr/>
          <p:nvPr/>
        </p:nvSpPr>
        <p:spPr bwMode="gray">
          <a:xfrm>
            <a:off x="8501347" y="974710"/>
            <a:ext cx="3060000" cy="227442"/>
          </a:xfrm>
          <a:prstGeom prst="roundRect">
            <a:avLst>
              <a:gd name="adj" fmla="val 21664"/>
            </a:avLst>
          </a:prstGeom>
          <a:solidFill>
            <a:srgbClr val="36A41D"/>
          </a:solidFill>
          <a:ln w="19050" cap="rnd" cmpd="sng">
            <a:noFill/>
            <a:headEnd/>
            <a:tailEnd/>
          </a:ln>
          <a:effectLst/>
        </p:spPr>
        <p:style>
          <a:lnRef idx="3">
            <a:schemeClr val="lt1"/>
          </a:lnRef>
          <a:fillRef idx="1">
            <a:schemeClr val="accent6"/>
          </a:fillRef>
          <a:effectRef idx="1">
            <a:schemeClr val="accent6"/>
          </a:effectRef>
          <a:fontRef idx="minor">
            <a:schemeClr val="lt1"/>
          </a:fontRef>
        </p:style>
        <p:txBody>
          <a:bodyPr wrap="square" lIns="0" tIns="0" rIns="0" bIns="0" rtlCol="0" anchor="ctr">
            <a:noAutofit/>
          </a:bodyPr>
          <a:lstStyle/>
          <a:p>
            <a:pPr algn="ctr" fontAlgn="base">
              <a:spcBef>
                <a:spcPct val="50000"/>
              </a:spcBef>
              <a:spcAft>
                <a:spcPct val="0"/>
              </a:spcAft>
              <a:buClr>
                <a:srgbClr val="F0AB00"/>
              </a:buClr>
              <a:buSzPct val="80000"/>
            </a:pPr>
            <a:r>
              <a:rPr lang="en-US" sz="1000" kern="0" dirty="0">
                <a:solidFill>
                  <a:schemeClr val="bg1"/>
                </a:solidFill>
                <a:latin typeface="72 Brand" panose="020B0504030603020204" pitchFamily="34" charset="0"/>
                <a:ea typeface="Arial Unicode MS" pitchFamily="34" charset="-128"/>
                <a:cs typeface="Arial Unicode MS" pitchFamily="34" charset="-128"/>
                <a:sym typeface="Arial"/>
              </a:rPr>
              <a:t>Exercise 1.4</a:t>
            </a:r>
          </a:p>
        </p:txBody>
      </p:sp>
      <p:sp>
        <p:nvSpPr>
          <p:cNvPr id="14" name="Rounded Rectangle 2">
            <a:extLst>
              <a:ext uri="{FF2B5EF4-FFF2-40B4-BE49-F238E27FC236}">
                <a16:creationId xmlns:a16="http://schemas.microsoft.com/office/drawing/2014/main" id="{4BEED8E8-1192-460B-22AA-E0B8056BC95D}"/>
              </a:ext>
            </a:extLst>
          </p:cNvPr>
          <p:cNvSpPr/>
          <p:nvPr/>
        </p:nvSpPr>
        <p:spPr bwMode="gray">
          <a:xfrm>
            <a:off x="1484319" y="974710"/>
            <a:ext cx="3061607" cy="227442"/>
          </a:xfrm>
          <a:prstGeom prst="roundRect">
            <a:avLst>
              <a:gd name="adj" fmla="val 21664"/>
            </a:avLst>
          </a:prstGeom>
          <a:solidFill>
            <a:srgbClr val="36A41D"/>
          </a:solidFill>
          <a:ln w="19050" cap="rnd" cmpd="sng">
            <a:noFill/>
            <a:headEnd/>
            <a:tailEnd/>
          </a:ln>
          <a:effectLst/>
        </p:spPr>
        <p:style>
          <a:lnRef idx="3">
            <a:schemeClr val="lt1"/>
          </a:lnRef>
          <a:fillRef idx="1">
            <a:schemeClr val="accent6"/>
          </a:fillRef>
          <a:effectRef idx="1">
            <a:schemeClr val="accent6"/>
          </a:effectRef>
          <a:fontRef idx="minor">
            <a:schemeClr val="lt1"/>
          </a:fontRef>
        </p:style>
        <p:txBody>
          <a:bodyPr wrap="square" lIns="0" tIns="0" rIns="0" bIns="0" rtlCol="0" anchor="ctr">
            <a:noAutofit/>
          </a:bodyPr>
          <a:lstStyle/>
          <a:p>
            <a:pPr algn="ctr" fontAlgn="base">
              <a:spcBef>
                <a:spcPct val="50000"/>
              </a:spcBef>
              <a:spcAft>
                <a:spcPct val="0"/>
              </a:spcAft>
              <a:buClr>
                <a:srgbClr val="F0AB00"/>
              </a:buClr>
              <a:buSzPct val="80000"/>
            </a:pPr>
            <a:r>
              <a:rPr lang="en-US" sz="1000" kern="0" dirty="0">
                <a:solidFill>
                  <a:schemeClr val="bg1"/>
                </a:solidFill>
                <a:latin typeface="72 Brand" panose="020B0504030603020204" pitchFamily="34" charset="0"/>
                <a:ea typeface="Arial Unicode MS" pitchFamily="34" charset="-128"/>
                <a:cs typeface="Arial Unicode MS" pitchFamily="34" charset="-128"/>
                <a:sym typeface="Arial"/>
              </a:rPr>
              <a:t>Exercise 1.2</a:t>
            </a:r>
          </a:p>
        </p:txBody>
      </p:sp>
      <p:sp>
        <p:nvSpPr>
          <p:cNvPr id="2" name="Rounded Rectangle 2">
            <a:extLst>
              <a:ext uri="{FF2B5EF4-FFF2-40B4-BE49-F238E27FC236}">
                <a16:creationId xmlns:a16="http://schemas.microsoft.com/office/drawing/2014/main" id="{6B794989-89E7-A8F8-D96E-DF75B73CB40F}"/>
              </a:ext>
            </a:extLst>
          </p:cNvPr>
          <p:cNvSpPr/>
          <p:nvPr/>
        </p:nvSpPr>
        <p:spPr bwMode="gray">
          <a:xfrm>
            <a:off x="501650" y="810962"/>
            <a:ext cx="722700" cy="233316"/>
          </a:xfrm>
          <a:prstGeom prst="roundRect">
            <a:avLst>
              <a:gd name="adj" fmla="val 21664"/>
            </a:avLst>
          </a:prstGeom>
          <a:solidFill>
            <a:srgbClr val="36A41D"/>
          </a:solidFill>
          <a:ln w="19050" cap="rnd" cmpd="sng">
            <a:noFill/>
            <a:headEnd/>
            <a:tailEnd/>
          </a:ln>
          <a:effectLst/>
        </p:spPr>
        <p:style>
          <a:lnRef idx="3">
            <a:schemeClr val="lt1"/>
          </a:lnRef>
          <a:fillRef idx="1">
            <a:schemeClr val="accent6"/>
          </a:fillRef>
          <a:effectRef idx="1">
            <a:schemeClr val="accent6"/>
          </a:effectRef>
          <a:fontRef idx="minor">
            <a:schemeClr val="lt1"/>
          </a:fontRef>
        </p:style>
        <p:txBody>
          <a:bodyPr wrap="square" lIns="0" tIns="0" rIns="0" bIns="0" rtlCol="0" anchor="ctr">
            <a:noAutofit/>
          </a:bodyPr>
          <a:lstStyle/>
          <a:p>
            <a:pPr algn="ctr" fontAlgn="base">
              <a:spcBef>
                <a:spcPct val="50000"/>
              </a:spcBef>
              <a:spcAft>
                <a:spcPct val="0"/>
              </a:spcAft>
              <a:buClr>
                <a:srgbClr val="F0AB00"/>
              </a:buClr>
              <a:buSzPct val="80000"/>
            </a:pPr>
            <a:r>
              <a:rPr lang="en-US" sz="1000" kern="0" dirty="0">
                <a:solidFill>
                  <a:schemeClr val="bg1"/>
                </a:solidFill>
                <a:latin typeface="72 Brand" panose="020B0504030603020204" pitchFamily="34" charset="0"/>
                <a:ea typeface="Arial Unicode MS" pitchFamily="34" charset="-128"/>
                <a:cs typeface="Arial Unicode MS" pitchFamily="34" charset="-128"/>
                <a:sym typeface="Arial"/>
              </a:rPr>
              <a:t>Example</a:t>
            </a:r>
          </a:p>
        </p:txBody>
      </p:sp>
    </p:spTree>
    <p:extLst>
      <p:ext uri="{BB962C8B-B14F-4D97-AF65-F5344CB8AC3E}">
        <p14:creationId xmlns:p14="http://schemas.microsoft.com/office/powerpoint/2010/main" val="48487357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8CE422F-F2E2-E1B3-6F63-0DDC8847705D}"/>
            </a:ext>
          </a:extLst>
        </p:cNvPr>
        <p:cNvGrpSpPr/>
        <p:nvPr/>
      </p:nvGrpSpPr>
      <p:grpSpPr>
        <a:xfrm>
          <a:off x="0" y="0"/>
          <a:ext cx="0" cy="0"/>
          <a:chOff x="0" y="0"/>
          <a:chExt cx="0" cy="0"/>
        </a:xfrm>
      </p:grpSpPr>
      <p:sp>
        <p:nvSpPr>
          <p:cNvPr id="12" name="Titel 11">
            <a:extLst>
              <a:ext uri="{FF2B5EF4-FFF2-40B4-BE49-F238E27FC236}">
                <a16:creationId xmlns:a16="http://schemas.microsoft.com/office/drawing/2014/main" id="{994F21FD-AEB9-9916-5973-C1C75108C7EB}"/>
              </a:ext>
            </a:extLst>
          </p:cNvPr>
          <p:cNvSpPr>
            <a:spLocks noGrp="1"/>
          </p:cNvSpPr>
          <p:nvPr>
            <p:ph type="title"/>
          </p:nvPr>
        </p:nvSpPr>
        <p:spPr>
          <a:xfrm>
            <a:off x="504001" y="504000"/>
            <a:ext cx="11186476" cy="307777"/>
          </a:xfrm>
        </p:spPr>
        <p:txBody>
          <a:bodyPr/>
          <a:lstStyle/>
          <a:p>
            <a:pPr defTabSz="914400" fontAlgn="base">
              <a:spcBef>
                <a:spcPct val="50000"/>
              </a:spcBef>
              <a:spcAft>
                <a:spcPct val="0"/>
              </a:spcAft>
              <a:buClr>
                <a:srgbClr val="F0AB00"/>
              </a:buClr>
              <a:buSzPct val="80000"/>
            </a:pPr>
            <a:r>
              <a:rPr lang="en-US" sz="2000" dirty="0"/>
              <a:t>Extension Technology per Extension Task Mapping - Scene 03: Sales Order approval</a:t>
            </a:r>
          </a:p>
        </p:txBody>
      </p:sp>
      <p:sp>
        <p:nvSpPr>
          <p:cNvPr id="171" name="Rechteck 28">
            <a:extLst>
              <a:ext uri="{FF2B5EF4-FFF2-40B4-BE49-F238E27FC236}">
                <a16:creationId xmlns:a16="http://schemas.microsoft.com/office/drawing/2014/main" id="{4EDC9256-49F9-FDA5-AD6D-A75AB12C6920}"/>
              </a:ext>
            </a:extLst>
          </p:cNvPr>
          <p:cNvSpPr/>
          <p:nvPr/>
        </p:nvSpPr>
        <p:spPr bwMode="gray">
          <a:xfrm>
            <a:off x="1340321" y="1254896"/>
            <a:ext cx="3348000" cy="5000248"/>
          </a:xfrm>
          <a:prstGeom prst="roundRect">
            <a:avLst>
              <a:gd name="adj" fmla="val 1619"/>
            </a:avLst>
          </a:prstGeom>
          <a:noFill/>
          <a:ln w="15875" algn="ctr">
            <a:solidFill>
              <a:srgbClr val="A9B4BE"/>
            </a:solidFill>
            <a:miter lim="800000"/>
            <a:headEnd/>
            <a:tailEnd/>
            <a:extLst>
              <a:ext uri="{C807C97D-BFC1-408E-A445-0C87EB9F89A2}">
                <ask:lineSketchStyleProps xmlns:ask="http://schemas.microsoft.com/office/drawing/2018/sketchyshapes" sd="1219033472">
                  <a:custGeom>
                    <a:avLst/>
                    <a:gdLst>
                      <a:gd name="connsiteX0" fmla="*/ 0 w 3384000"/>
                      <a:gd name="connsiteY0" fmla="*/ 0 h 5039142"/>
                      <a:gd name="connsiteX1" fmla="*/ 642960 w 3384000"/>
                      <a:gd name="connsiteY1" fmla="*/ 0 h 5039142"/>
                      <a:gd name="connsiteX2" fmla="*/ 1218240 w 3384000"/>
                      <a:gd name="connsiteY2" fmla="*/ 0 h 5039142"/>
                      <a:gd name="connsiteX3" fmla="*/ 1962720 w 3384000"/>
                      <a:gd name="connsiteY3" fmla="*/ 0 h 5039142"/>
                      <a:gd name="connsiteX4" fmla="*/ 2605680 w 3384000"/>
                      <a:gd name="connsiteY4" fmla="*/ 0 h 5039142"/>
                      <a:gd name="connsiteX5" fmla="*/ 3384000 w 3384000"/>
                      <a:gd name="connsiteY5" fmla="*/ 0 h 5039142"/>
                      <a:gd name="connsiteX6" fmla="*/ 3384000 w 3384000"/>
                      <a:gd name="connsiteY6" fmla="*/ 730676 h 5039142"/>
                      <a:gd name="connsiteX7" fmla="*/ 3384000 w 3384000"/>
                      <a:gd name="connsiteY7" fmla="*/ 1360568 h 5039142"/>
                      <a:gd name="connsiteX8" fmla="*/ 3384000 w 3384000"/>
                      <a:gd name="connsiteY8" fmla="*/ 1990461 h 5039142"/>
                      <a:gd name="connsiteX9" fmla="*/ 3384000 w 3384000"/>
                      <a:gd name="connsiteY9" fmla="*/ 2519571 h 5039142"/>
                      <a:gd name="connsiteX10" fmla="*/ 3384000 w 3384000"/>
                      <a:gd name="connsiteY10" fmla="*/ 3048681 h 5039142"/>
                      <a:gd name="connsiteX11" fmla="*/ 3384000 w 3384000"/>
                      <a:gd name="connsiteY11" fmla="*/ 3678574 h 5039142"/>
                      <a:gd name="connsiteX12" fmla="*/ 3384000 w 3384000"/>
                      <a:gd name="connsiteY12" fmla="*/ 4358858 h 5039142"/>
                      <a:gd name="connsiteX13" fmla="*/ 3384000 w 3384000"/>
                      <a:gd name="connsiteY13" fmla="*/ 5039142 h 5039142"/>
                      <a:gd name="connsiteX14" fmla="*/ 2707200 w 3384000"/>
                      <a:gd name="connsiteY14" fmla="*/ 5039142 h 5039142"/>
                      <a:gd name="connsiteX15" fmla="*/ 2098080 w 3384000"/>
                      <a:gd name="connsiteY15" fmla="*/ 5039142 h 5039142"/>
                      <a:gd name="connsiteX16" fmla="*/ 1421280 w 3384000"/>
                      <a:gd name="connsiteY16" fmla="*/ 5039142 h 5039142"/>
                      <a:gd name="connsiteX17" fmla="*/ 676800 w 3384000"/>
                      <a:gd name="connsiteY17" fmla="*/ 5039142 h 5039142"/>
                      <a:gd name="connsiteX18" fmla="*/ 0 w 3384000"/>
                      <a:gd name="connsiteY18" fmla="*/ 5039142 h 5039142"/>
                      <a:gd name="connsiteX19" fmla="*/ 0 w 3384000"/>
                      <a:gd name="connsiteY19" fmla="*/ 4560424 h 5039142"/>
                      <a:gd name="connsiteX20" fmla="*/ 0 w 3384000"/>
                      <a:gd name="connsiteY20" fmla="*/ 4031314 h 5039142"/>
                      <a:gd name="connsiteX21" fmla="*/ 0 w 3384000"/>
                      <a:gd name="connsiteY21" fmla="*/ 3451812 h 5039142"/>
                      <a:gd name="connsiteX22" fmla="*/ 0 w 3384000"/>
                      <a:gd name="connsiteY22" fmla="*/ 2721137 h 5039142"/>
                      <a:gd name="connsiteX23" fmla="*/ 0 w 3384000"/>
                      <a:gd name="connsiteY23" fmla="*/ 2091244 h 5039142"/>
                      <a:gd name="connsiteX24" fmla="*/ 0 w 3384000"/>
                      <a:gd name="connsiteY24" fmla="*/ 1511743 h 5039142"/>
                      <a:gd name="connsiteX25" fmla="*/ 0 w 3384000"/>
                      <a:gd name="connsiteY25" fmla="*/ 1033024 h 5039142"/>
                      <a:gd name="connsiteX26" fmla="*/ 0 w 3384000"/>
                      <a:gd name="connsiteY26" fmla="*/ 554306 h 5039142"/>
                      <a:gd name="connsiteX27" fmla="*/ 0 w 3384000"/>
                      <a:gd name="connsiteY27" fmla="*/ 0 h 50391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3384000" h="5039142" extrusionOk="0">
                        <a:moveTo>
                          <a:pt x="0" y="0"/>
                        </a:moveTo>
                        <a:cubicBezTo>
                          <a:pt x="271185" y="29039"/>
                          <a:pt x="328782" y="-28129"/>
                          <a:pt x="642960" y="0"/>
                        </a:cubicBezTo>
                        <a:cubicBezTo>
                          <a:pt x="957138" y="28129"/>
                          <a:pt x="1032733" y="9365"/>
                          <a:pt x="1218240" y="0"/>
                        </a:cubicBezTo>
                        <a:cubicBezTo>
                          <a:pt x="1403747" y="-9365"/>
                          <a:pt x="1722595" y="19949"/>
                          <a:pt x="1962720" y="0"/>
                        </a:cubicBezTo>
                        <a:cubicBezTo>
                          <a:pt x="2202845" y="-19949"/>
                          <a:pt x="2294374" y="-15471"/>
                          <a:pt x="2605680" y="0"/>
                        </a:cubicBezTo>
                        <a:cubicBezTo>
                          <a:pt x="2916986" y="15471"/>
                          <a:pt x="3056482" y="-1523"/>
                          <a:pt x="3384000" y="0"/>
                        </a:cubicBezTo>
                        <a:cubicBezTo>
                          <a:pt x="3391804" y="351232"/>
                          <a:pt x="3398473" y="465272"/>
                          <a:pt x="3384000" y="730676"/>
                        </a:cubicBezTo>
                        <a:cubicBezTo>
                          <a:pt x="3369527" y="996080"/>
                          <a:pt x="3364958" y="1100114"/>
                          <a:pt x="3384000" y="1360568"/>
                        </a:cubicBezTo>
                        <a:cubicBezTo>
                          <a:pt x="3403042" y="1621022"/>
                          <a:pt x="3401480" y="1745457"/>
                          <a:pt x="3384000" y="1990461"/>
                        </a:cubicBezTo>
                        <a:cubicBezTo>
                          <a:pt x="3366520" y="2235465"/>
                          <a:pt x="3400781" y="2334793"/>
                          <a:pt x="3384000" y="2519571"/>
                        </a:cubicBezTo>
                        <a:cubicBezTo>
                          <a:pt x="3367220" y="2704349"/>
                          <a:pt x="3395504" y="2938777"/>
                          <a:pt x="3384000" y="3048681"/>
                        </a:cubicBezTo>
                        <a:cubicBezTo>
                          <a:pt x="3372497" y="3158585"/>
                          <a:pt x="3379870" y="3417460"/>
                          <a:pt x="3384000" y="3678574"/>
                        </a:cubicBezTo>
                        <a:cubicBezTo>
                          <a:pt x="3388130" y="3939688"/>
                          <a:pt x="3390425" y="4135215"/>
                          <a:pt x="3384000" y="4358858"/>
                        </a:cubicBezTo>
                        <a:cubicBezTo>
                          <a:pt x="3377575" y="4582501"/>
                          <a:pt x="3393976" y="4724127"/>
                          <a:pt x="3384000" y="5039142"/>
                        </a:cubicBezTo>
                        <a:cubicBezTo>
                          <a:pt x="3046876" y="5050303"/>
                          <a:pt x="2922171" y="5035741"/>
                          <a:pt x="2707200" y="5039142"/>
                        </a:cubicBezTo>
                        <a:cubicBezTo>
                          <a:pt x="2492229" y="5042543"/>
                          <a:pt x="2335721" y="5011483"/>
                          <a:pt x="2098080" y="5039142"/>
                        </a:cubicBezTo>
                        <a:cubicBezTo>
                          <a:pt x="1860439" y="5066801"/>
                          <a:pt x="1648647" y="5069859"/>
                          <a:pt x="1421280" y="5039142"/>
                        </a:cubicBezTo>
                        <a:cubicBezTo>
                          <a:pt x="1193913" y="5008425"/>
                          <a:pt x="980245" y="5075806"/>
                          <a:pt x="676800" y="5039142"/>
                        </a:cubicBezTo>
                        <a:cubicBezTo>
                          <a:pt x="373355" y="5002478"/>
                          <a:pt x="186733" y="5035812"/>
                          <a:pt x="0" y="5039142"/>
                        </a:cubicBezTo>
                        <a:cubicBezTo>
                          <a:pt x="18411" y="4868054"/>
                          <a:pt x="-5364" y="4775031"/>
                          <a:pt x="0" y="4560424"/>
                        </a:cubicBezTo>
                        <a:cubicBezTo>
                          <a:pt x="5364" y="4345817"/>
                          <a:pt x="-22783" y="4255096"/>
                          <a:pt x="0" y="4031314"/>
                        </a:cubicBezTo>
                        <a:cubicBezTo>
                          <a:pt x="22783" y="3807532"/>
                          <a:pt x="-17666" y="3647596"/>
                          <a:pt x="0" y="3451812"/>
                        </a:cubicBezTo>
                        <a:cubicBezTo>
                          <a:pt x="17666" y="3256028"/>
                          <a:pt x="-29825" y="2916710"/>
                          <a:pt x="0" y="2721137"/>
                        </a:cubicBezTo>
                        <a:cubicBezTo>
                          <a:pt x="29825" y="2525565"/>
                          <a:pt x="-727" y="2310220"/>
                          <a:pt x="0" y="2091244"/>
                        </a:cubicBezTo>
                        <a:cubicBezTo>
                          <a:pt x="727" y="1872268"/>
                          <a:pt x="14542" y="1755568"/>
                          <a:pt x="0" y="1511743"/>
                        </a:cubicBezTo>
                        <a:cubicBezTo>
                          <a:pt x="-14542" y="1267918"/>
                          <a:pt x="6462" y="1213297"/>
                          <a:pt x="0" y="1033024"/>
                        </a:cubicBezTo>
                        <a:cubicBezTo>
                          <a:pt x="-6462" y="852751"/>
                          <a:pt x="-17725" y="738390"/>
                          <a:pt x="0" y="554306"/>
                        </a:cubicBezTo>
                        <a:cubicBezTo>
                          <a:pt x="17725" y="370222"/>
                          <a:pt x="-24059" y="115157"/>
                          <a:pt x="0" y="0"/>
                        </a:cubicBezTo>
                        <a:close/>
                      </a:path>
                    </a:pathLst>
                  </a:custGeom>
                  <ask:type>
                    <ask:lineSketchNone/>
                  </ask:type>
                </ask:lineSketchStyleProps>
              </a:ext>
            </a:extLst>
          </a:ln>
        </p:spPr>
        <p:txBody>
          <a:bodyPr lIns="90000" tIns="54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000" b="0" i="0" u="none" strike="noStrike" kern="0" cap="none" spc="0" normalizeH="0" baseline="0" noProof="0">
                <a:ln>
                  <a:noFill/>
                </a:ln>
                <a:solidFill>
                  <a:srgbClr val="12171C"/>
                </a:solidFill>
                <a:effectLst/>
                <a:uLnTx/>
                <a:uFillTx/>
                <a:latin typeface="72 Brand" panose="020B0504030603020204" pitchFamily="34" charset="0"/>
                <a:ea typeface="Arial Unicode MS" pitchFamily="34" charset="-128"/>
                <a:cs typeface="72" panose="020B0503030000000003" pitchFamily="34" charset="0"/>
              </a:rPr>
              <a:t>Phase 1</a:t>
            </a:r>
            <a:endParaRPr kumimoji="0" lang="en-US" sz="1000" b="0" u="none" strike="noStrike" kern="0" cap="none" spc="0" normalizeH="0" baseline="0" noProof="0">
              <a:ln>
                <a:noFill/>
              </a:ln>
              <a:solidFill>
                <a:srgbClr val="12171C"/>
              </a:solidFill>
              <a:effectLst/>
              <a:uLnTx/>
              <a:uFillTx/>
              <a:latin typeface="72 Brand" panose="020B0504030603020204" pitchFamily="34" charset="0"/>
              <a:ea typeface="Arial Unicode MS" pitchFamily="34" charset="-128"/>
              <a:cs typeface="72" panose="020B0503030000000003" pitchFamily="34" charset="0"/>
            </a:endParaRPr>
          </a:p>
        </p:txBody>
      </p:sp>
      <p:sp>
        <p:nvSpPr>
          <p:cNvPr id="172" name="Gefaltete Ecke 13">
            <a:extLst>
              <a:ext uri="{FF2B5EF4-FFF2-40B4-BE49-F238E27FC236}">
                <a16:creationId xmlns:a16="http://schemas.microsoft.com/office/drawing/2014/main" id="{4F9C869E-70E4-AFD2-1F50-27C83A206685}"/>
              </a:ext>
            </a:extLst>
          </p:cNvPr>
          <p:cNvSpPr/>
          <p:nvPr/>
        </p:nvSpPr>
        <p:spPr bwMode="gray">
          <a:xfrm>
            <a:off x="1484320" y="1574264"/>
            <a:ext cx="3061607" cy="634069"/>
          </a:xfrm>
          <a:prstGeom prst="rect">
            <a:avLst/>
          </a:prstGeom>
          <a:solidFill>
            <a:srgbClr val="EAECEE"/>
          </a:solidFill>
          <a:ln w="25400" algn="ctr">
            <a:noFill/>
            <a:miter lim="800000"/>
            <a:headEnd/>
            <a:tailEnd/>
          </a:ln>
        </p:spPr>
        <p:txBody>
          <a:bodyPr lIns="0" tIns="0" rIns="0" bIns="0" rtlCol="0" anchor="ctr" anchorCtr="0"/>
          <a:lstStyle/>
          <a:p>
            <a:pPr algn="ctr" defTabSz="914400" fontAlgn="base">
              <a:spcBef>
                <a:spcPct val="50000"/>
              </a:spcBef>
              <a:spcAft>
                <a:spcPct val="0"/>
              </a:spcAft>
              <a:buClr>
                <a:srgbClr val="F0AB00"/>
              </a:buClr>
              <a:buSzPct val="80000"/>
            </a:pPr>
            <a:r>
              <a:rPr lang="en-US" sz="900" kern="0" dirty="0">
                <a:latin typeface="72 Brand" panose="020B0504030603020204" pitchFamily="34" charset="0"/>
                <a:ea typeface="Arial Unicode MS" pitchFamily="34" charset="-128"/>
                <a:cs typeface="Arial Unicode MS" pitchFamily="34" charset="-128"/>
              </a:rPr>
              <a:t>Scene 03:</a:t>
            </a:r>
          </a:p>
          <a:p>
            <a:pPr algn="ctr" defTabSz="914400" fontAlgn="base">
              <a:spcBef>
                <a:spcPct val="50000"/>
              </a:spcBef>
              <a:spcAft>
                <a:spcPct val="0"/>
              </a:spcAft>
              <a:buClr>
                <a:srgbClr val="F0AB00"/>
              </a:buClr>
              <a:buSzPct val="80000"/>
            </a:pPr>
            <a:r>
              <a:rPr lang="en-US" sz="900" b="1" kern="0" dirty="0">
                <a:latin typeface="72 Brand" panose="020B0504030603020204" pitchFamily="34" charset="0"/>
                <a:ea typeface="Arial Unicode MS" pitchFamily="34" charset="-128"/>
                <a:cs typeface="Arial Unicode MS" pitchFamily="34" charset="-128"/>
              </a:rPr>
              <a:t>Sales Order approval process </a:t>
            </a:r>
          </a:p>
        </p:txBody>
      </p:sp>
      <p:sp>
        <p:nvSpPr>
          <p:cNvPr id="195" name="Gefaltete Ecke 6">
            <a:extLst>
              <a:ext uri="{FF2B5EF4-FFF2-40B4-BE49-F238E27FC236}">
                <a16:creationId xmlns:a16="http://schemas.microsoft.com/office/drawing/2014/main" id="{12DF710F-45FB-7F74-D5CA-0778C3AC46B5}"/>
              </a:ext>
            </a:extLst>
          </p:cNvPr>
          <p:cNvSpPr/>
          <p:nvPr/>
        </p:nvSpPr>
        <p:spPr bwMode="gray">
          <a:xfrm>
            <a:off x="3094044" y="2274242"/>
            <a:ext cx="1451883" cy="898971"/>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Sales manager approves or rejects sales order</a:t>
            </a:r>
          </a:p>
        </p:txBody>
      </p:sp>
      <p:sp>
        <p:nvSpPr>
          <p:cNvPr id="193" name="Gefaltete Ecke 6">
            <a:extLst>
              <a:ext uri="{FF2B5EF4-FFF2-40B4-BE49-F238E27FC236}">
                <a16:creationId xmlns:a16="http://schemas.microsoft.com/office/drawing/2014/main" id="{6D1B364D-2C73-E5AC-250E-2F98E14E62F8}"/>
              </a:ext>
            </a:extLst>
          </p:cNvPr>
          <p:cNvSpPr/>
          <p:nvPr/>
        </p:nvSpPr>
        <p:spPr bwMode="gray">
          <a:xfrm>
            <a:off x="1526191" y="3230647"/>
            <a:ext cx="1451883" cy="898971"/>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endParaRPr lang="en-US" sz="1050" dirty="0">
              <a:latin typeface="72 Brand" panose="020B0504030603020204" pitchFamily="34" charset="0"/>
              <a:cs typeface="Arial" panose="020B0604020202020204" pitchFamily="34" charset="0"/>
            </a:endParaRPr>
          </a:p>
        </p:txBody>
      </p:sp>
      <p:sp>
        <p:nvSpPr>
          <p:cNvPr id="191" name="Gefaltete Ecke 6">
            <a:extLst>
              <a:ext uri="{FF2B5EF4-FFF2-40B4-BE49-F238E27FC236}">
                <a16:creationId xmlns:a16="http://schemas.microsoft.com/office/drawing/2014/main" id="{409D2752-384D-8E89-73BF-F33AB69911C7}"/>
              </a:ext>
            </a:extLst>
          </p:cNvPr>
          <p:cNvSpPr/>
          <p:nvPr/>
        </p:nvSpPr>
        <p:spPr bwMode="gray">
          <a:xfrm>
            <a:off x="3094044" y="3230647"/>
            <a:ext cx="1451883" cy="898971"/>
          </a:xfrm>
          <a:prstGeom prst="rect">
            <a:avLst/>
          </a:prstGeom>
          <a:solidFill>
            <a:srgbClr val="EAECEE"/>
          </a:solidFill>
          <a:ln w="25400" algn="ctr">
            <a:noFill/>
            <a:miter lim="800000"/>
            <a:headEnd/>
            <a:tailEnd/>
          </a:ln>
        </p:spPr>
        <p:txBody>
          <a:bodyPr lIns="36000" tIns="72000" rIns="36000" bIns="0" rtlCol="0" anchor="ctr" anchorCtr="0"/>
          <a:lstStyle/>
          <a:p>
            <a:pPr algn="ctr" defTabSz="1088558">
              <a:defRPr/>
            </a:pPr>
            <a:r>
              <a:rPr lang="en-US" sz="1050" dirty="0">
                <a:latin typeface="72 Brand" panose="020B0504030603020204" pitchFamily="34" charset="0"/>
                <a:cs typeface="Arial" panose="020B0604020202020204" pitchFamily="34" charset="0"/>
              </a:rPr>
              <a:t>Sales order approve or reject form</a:t>
            </a:r>
          </a:p>
        </p:txBody>
      </p:sp>
      <p:sp>
        <p:nvSpPr>
          <p:cNvPr id="189" name="Gefaltete Ecke 6">
            <a:extLst>
              <a:ext uri="{FF2B5EF4-FFF2-40B4-BE49-F238E27FC236}">
                <a16:creationId xmlns:a16="http://schemas.microsoft.com/office/drawing/2014/main" id="{7FF04B30-E41D-AA44-666E-B13D92188176}"/>
              </a:ext>
            </a:extLst>
          </p:cNvPr>
          <p:cNvSpPr/>
          <p:nvPr/>
        </p:nvSpPr>
        <p:spPr bwMode="gray">
          <a:xfrm>
            <a:off x="1526191" y="4187052"/>
            <a:ext cx="1451883" cy="898971"/>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SAP BTP</a:t>
            </a:r>
          </a:p>
        </p:txBody>
      </p:sp>
      <p:sp>
        <p:nvSpPr>
          <p:cNvPr id="187" name="Gefaltete Ecke 6">
            <a:extLst>
              <a:ext uri="{FF2B5EF4-FFF2-40B4-BE49-F238E27FC236}">
                <a16:creationId xmlns:a16="http://schemas.microsoft.com/office/drawing/2014/main" id="{775C6F62-0DF4-A675-672F-25D31B5DC3B1}"/>
              </a:ext>
            </a:extLst>
          </p:cNvPr>
          <p:cNvSpPr/>
          <p:nvPr/>
        </p:nvSpPr>
        <p:spPr bwMode="gray">
          <a:xfrm>
            <a:off x="3094044" y="4187052"/>
            <a:ext cx="1451883" cy="898971"/>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SAP BTP</a:t>
            </a:r>
          </a:p>
        </p:txBody>
      </p:sp>
      <p:sp>
        <p:nvSpPr>
          <p:cNvPr id="184" name="Gefaltete Ecke 6">
            <a:extLst>
              <a:ext uri="{FF2B5EF4-FFF2-40B4-BE49-F238E27FC236}">
                <a16:creationId xmlns:a16="http://schemas.microsoft.com/office/drawing/2014/main" id="{1142703F-341A-43FB-9679-4679DC37B0C2}"/>
              </a:ext>
            </a:extLst>
          </p:cNvPr>
          <p:cNvSpPr/>
          <p:nvPr/>
        </p:nvSpPr>
        <p:spPr bwMode="gray">
          <a:xfrm>
            <a:off x="1485927" y="5142428"/>
            <a:ext cx="45125" cy="898971"/>
          </a:xfrm>
          <a:prstGeom prst="rect">
            <a:avLst/>
          </a:prstGeom>
          <a:solidFill>
            <a:srgbClr val="7858FF"/>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185" name="Gefaltete Ecke 6">
            <a:extLst>
              <a:ext uri="{FF2B5EF4-FFF2-40B4-BE49-F238E27FC236}">
                <a16:creationId xmlns:a16="http://schemas.microsoft.com/office/drawing/2014/main" id="{B724CE9F-3E6B-784E-C166-5DBFEF827C40}"/>
              </a:ext>
            </a:extLst>
          </p:cNvPr>
          <p:cNvSpPr/>
          <p:nvPr/>
        </p:nvSpPr>
        <p:spPr bwMode="gray">
          <a:xfrm>
            <a:off x="1526191" y="5143457"/>
            <a:ext cx="1451883" cy="898971"/>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endParaRPr lang="en-US" sz="1050" dirty="0">
              <a:latin typeface="72 Brand" panose="020B0504030603020204" pitchFamily="34" charset="0"/>
              <a:cs typeface="Arial" panose="020B0604020202020204" pitchFamily="34" charset="0"/>
            </a:endParaRPr>
          </a:p>
        </p:txBody>
      </p:sp>
      <p:sp>
        <p:nvSpPr>
          <p:cNvPr id="182" name="Gefaltete Ecke 6">
            <a:extLst>
              <a:ext uri="{FF2B5EF4-FFF2-40B4-BE49-F238E27FC236}">
                <a16:creationId xmlns:a16="http://schemas.microsoft.com/office/drawing/2014/main" id="{D24EAB48-B24A-691F-C4E5-382898BF4639}"/>
              </a:ext>
            </a:extLst>
          </p:cNvPr>
          <p:cNvSpPr/>
          <p:nvPr/>
        </p:nvSpPr>
        <p:spPr bwMode="gray">
          <a:xfrm>
            <a:off x="3053780" y="5142428"/>
            <a:ext cx="45125" cy="898971"/>
          </a:xfrm>
          <a:prstGeom prst="rect">
            <a:avLst/>
          </a:prstGeom>
          <a:solidFill>
            <a:srgbClr val="7858FF"/>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183" name="Gefaltete Ecke 6">
            <a:extLst>
              <a:ext uri="{FF2B5EF4-FFF2-40B4-BE49-F238E27FC236}">
                <a16:creationId xmlns:a16="http://schemas.microsoft.com/office/drawing/2014/main" id="{6B4EB551-1D2A-C340-4C3A-2A0691D44BAD}"/>
              </a:ext>
            </a:extLst>
          </p:cNvPr>
          <p:cNvSpPr/>
          <p:nvPr/>
        </p:nvSpPr>
        <p:spPr bwMode="gray">
          <a:xfrm>
            <a:off x="3094044" y="5143457"/>
            <a:ext cx="1451883" cy="898971"/>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Sales order</a:t>
            </a:r>
          </a:p>
        </p:txBody>
      </p:sp>
      <p:sp>
        <p:nvSpPr>
          <p:cNvPr id="198" name="Rechteck 28">
            <a:extLst>
              <a:ext uri="{FF2B5EF4-FFF2-40B4-BE49-F238E27FC236}">
                <a16:creationId xmlns:a16="http://schemas.microsoft.com/office/drawing/2014/main" id="{34E2F96C-508A-D547-68B6-B1D2E3096DEC}"/>
              </a:ext>
            </a:extLst>
          </p:cNvPr>
          <p:cNvSpPr/>
          <p:nvPr/>
        </p:nvSpPr>
        <p:spPr bwMode="gray">
          <a:xfrm>
            <a:off x="4848834" y="1254896"/>
            <a:ext cx="3348000" cy="5000248"/>
          </a:xfrm>
          <a:prstGeom prst="roundRect">
            <a:avLst>
              <a:gd name="adj" fmla="val 1619"/>
            </a:avLst>
          </a:prstGeom>
          <a:noFill/>
          <a:ln w="15875" algn="ctr">
            <a:solidFill>
              <a:srgbClr val="A9B4BE"/>
            </a:solidFill>
            <a:miter lim="800000"/>
            <a:headEnd/>
            <a:tailEnd/>
            <a:extLst>
              <a:ext uri="{C807C97D-BFC1-408E-A445-0C87EB9F89A2}">
                <ask:lineSketchStyleProps xmlns:ask="http://schemas.microsoft.com/office/drawing/2018/sketchyshapes" sd="1219033472">
                  <a:custGeom>
                    <a:avLst/>
                    <a:gdLst>
                      <a:gd name="connsiteX0" fmla="*/ 0 w 3384000"/>
                      <a:gd name="connsiteY0" fmla="*/ 0 h 5039142"/>
                      <a:gd name="connsiteX1" fmla="*/ 642960 w 3384000"/>
                      <a:gd name="connsiteY1" fmla="*/ 0 h 5039142"/>
                      <a:gd name="connsiteX2" fmla="*/ 1218240 w 3384000"/>
                      <a:gd name="connsiteY2" fmla="*/ 0 h 5039142"/>
                      <a:gd name="connsiteX3" fmla="*/ 1962720 w 3384000"/>
                      <a:gd name="connsiteY3" fmla="*/ 0 h 5039142"/>
                      <a:gd name="connsiteX4" fmla="*/ 2605680 w 3384000"/>
                      <a:gd name="connsiteY4" fmla="*/ 0 h 5039142"/>
                      <a:gd name="connsiteX5" fmla="*/ 3384000 w 3384000"/>
                      <a:gd name="connsiteY5" fmla="*/ 0 h 5039142"/>
                      <a:gd name="connsiteX6" fmla="*/ 3384000 w 3384000"/>
                      <a:gd name="connsiteY6" fmla="*/ 730676 h 5039142"/>
                      <a:gd name="connsiteX7" fmla="*/ 3384000 w 3384000"/>
                      <a:gd name="connsiteY7" fmla="*/ 1360568 h 5039142"/>
                      <a:gd name="connsiteX8" fmla="*/ 3384000 w 3384000"/>
                      <a:gd name="connsiteY8" fmla="*/ 1990461 h 5039142"/>
                      <a:gd name="connsiteX9" fmla="*/ 3384000 w 3384000"/>
                      <a:gd name="connsiteY9" fmla="*/ 2519571 h 5039142"/>
                      <a:gd name="connsiteX10" fmla="*/ 3384000 w 3384000"/>
                      <a:gd name="connsiteY10" fmla="*/ 3048681 h 5039142"/>
                      <a:gd name="connsiteX11" fmla="*/ 3384000 w 3384000"/>
                      <a:gd name="connsiteY11" fmla="*/ 3678574 h 5039142"/>
                      <a:gd name="connsiteX12" fmla="*/ 3384000 w 3384000"/>
                      <a:gd name="connsiteY12" fmla="*/ 4358858 h 5039142"/>
                      <a:gd name="connsiteX13" fmla="*/ 3384000 w 3384000"/>
                      <a:gd name="connsiteY13" fmla="*/ 5039142 h 5039142"/>
                      <a:gd name="connsiteX14" fmla="*/ 2707200 w 3384000"/>
                      <a:gd name="connsiteY14" fmla="*/ 5039142 h 5039142"/>
                      <a:gd name="connsiteX15" fmla="*/ 2098080 w 3384000"/>
                      <a:gd name="connsiteY15" fmla="*/ 5039142 h 5039142"/>
                      <a:gd name="connsiteX16" fmla="*/ 1421280 w 3384000"/>
                      <a:gd name="connsiteY16" fmla="*/ 5039142 h 5039142"/>
                      <a:gd name="connsiteX17" fmla="*/ 676800 w 3384000"/>
                      <a:gd name="connsiteY17" fmla="*/ 5039142 h 5039142"/>
                      <a:gd name="connsiteX18" fmla="*/ 0 w 3384000"/>
                      <a:gd name="connsiteY18" fmla="*/ 5039142 h 5039142"/>
                      <a:gd name="connsiteX19" fmla="*/ 0 w 3384000"/>
                      <a:gd name="connsiteY19" fmla="*/ 4560424 h 5039142"/>
                      <a:gd name="connsiteX20" fmla="*/ 0 w 3384000"/>
                      <a:gd name="connsiteY20" fmla="*/ 4031314 h 5039142"/>
                      <a:gd name="connsiteX21" fmla="*/ 0 w 3384000"/>
                      <a:gd name="connsiteY21" fmla="*/ 3451812 h 5039142"/>
                      <a:gd name="connsiteX22" fmla="*/ 0 w 3384000"/>
                      <a:gd name="connsiteY22" fmla="*/ 2721137 h 5039142"/>
                      <a:gd name="connsiteX23" fmla="*/ 0 w 3384000"/>
                      <a:gd name="connsiteY23" fmla="*/ 2091244 h 5039142"/>
                      <a:gd name="connsiteX24" fmla="*/ 0 w 3384000"/>
                      <a:gd name="connsiteY24" fmla="*/ 1511743 h 5039142"/>
                      <a:gd name="connsiteX25" fmla="*/ 0 w 3384000"/>
                      <a:gd name="connsiteY25" fmla="*/ 1033024 h 5039142"/>
                      <a:gd name="connsiteX26" fmla="*/ 0 w 3384000"/>
                      <a:gd name="connsiteY26" fmla="*/ 554306 h 5039142"/>
                      <a:gd name="connsiteX27" fmla="*/ 0 w 3384000"/>
                      <a:gd name="connsiteY27" fmla="*/ 0 h 50391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3384000" h="5039142" extrusionOk="0">
                        <a:moveTo>
                          <a:pt x="0" y="0"/>
                        </a:moveTo>
                        <a:cubicBezTo>
                          <a:pt x="271185" y="29039"/>
                          <a:pt x="328782" y="-28129"/>
                          <a:pt x="642960" y="0"/>
                        </a:cubicBezTo>
                        <a:cubicBezTo>
                          <a:pt x="957138" y="28129"/>
                          <a:pt x="1032733" y="9365"/>
                          <a:pt x="1218240" y="0"/>
                        </a:cubicBezTo>
                        <a:cubicBezTo>
                          <a:pt x="1403747" y="-9365"/>
                          <a:pt x="1722595" y="19949"/>
                          <a:pt x="1962720" y="0"/>
                        </a:cubicBezTo>
                        <a:cubicBezTo>
                          <a:pt x="2202845" y="-19949"/>
                          <a:pt x="2294374" y="-15471"/>
                          <a:pt x="2605680" y="0"/>
                        </a:cubicBezTo>
                        <a:cubicBezTo>
                          <a:pt x="2916986" y="15471"/>
                          <a:pt x="3056482" y="-1523"/>
                          <a:pt x="3384000" y="0"/>
                        </a:cubicBezTo>
                        <a:cubicBezTo>
                          <a:pt x="3391804" y="351232"/>
                          <a:pt x="3398473" y="465272"/>
                          <a:pt x="3384000" y="730676"/>
                        </a:cubicBezTo>
                        <a:cubicBezTo>
                          <a:pt x="3369527" y="996080"/>
                          <a:pt x="3364958" y="1100114"/>
                          <a:pt x="3384000" y="1360568"/>
                        </a:cubicBezTo>
                        <a:cubicBezTo>
                          <a:pt x="3403042" y="1621022"/>
                          <a:pt x="3401480" y="1745457"/>
                          <a:pt x="3384000" y="1990461"/>
                        </a:cubicBezTo>
                        <a:cubicBezTo>
                          <a:pt x="3366520" y="2235465"/>
                          <a:pt x="3400781" y="2334793"/>
                          <a:pt x="3384000" y="2519571"/>
                        </a:cubicBezTo>
                        <a:cubicBezTo>
                          <a:pt x="3367220" y="2704349"/>
                          <a:pt x="3395504" y="2938777"/>
                          <a:pt x="3384000" y="3048681"/>
                        </a:cubicBezTo>
                        <a:cubicBezTo>
                          <a:pt x="3372497" y="3158585"/>
                          <a:pt x="3379870" y="3417460"/>
                          <a:pt x="3384000" y="3678574"/>
                        </a:cubicBezTo>
                        <a:cubicBezTo>
                          <a:pt x="3388130" y="3939688"/>
                          <a:pt x="3390425" y="4135215"/>
                          <a:pt x="3384000" y="4358858"/>
                        </a:cubicBezTo>
                        <a:cubicBezTo>
                          <a:pt x="3377575" y="4582501"/>
                          <a:pt x="3393976" y="4724127"/>
                          <a:pt x="3384000" y="5039142"/>
                        </a:cubicBezTo>
                        <a:cubicBezTo>
                          <a:pt x="3046876" y="5050303"/>
                          <a:pt x="2922171" y="5035741"/>
                          <a:pt x="2707200" y="5039142"/>
                        </a:cubicBezTo>
                        <a:cubicBezTo>
                          <a:pt x="2492229" y="5042543"/>
                          <a:pt x="2335721" y="5011483"/>
                          <a:pt x="2098080" y="5039142"/>
                        </a:cubicBezTo>
                        <a:cubicBezTo>
                          <a:pt x="1860439" y="5066801"/>
                          <a:pt x="1648647" y="5069859"/>
                          <a:pt x="1421280" y="5039142"/>
                        </a:cubicBezTo>
                        <a:cubicBezTo>
                          <a:pt x="1193913" y="5008425"/>
                          <a:pt x="980245" y="5075806"/>
                          <a:pt x="676800" y="5039142"/>
                        </a:cubicBezTo>
                        <a:cubicBezTo>
                          <a:pt x="373355" y="5002478"/>
                          <a:pt x="186733" y="5035812"/>
                          <a:pt x="0" y="5039142"/>
                        </a:cubicBezTo>
                        <a:cubicBezTo>
                          <a:pt x="18411" y="4868054"/>
                          <a:pt x="-5364" y="4775031"/>
                          <a:pt x="0" y="4560424"/>
                        </a:cubicBezTo>
                        <a:cubicBezTo>
                          <a:pt x="5364" y="4345817"/>
                          <a:pt x="-22783" y="4255096"/>
                          <a:pt x="0" y="4031314"/>
                        </a:cubicBezTo>
                        <a:cubicBezTo>
                          <a:pt x="22783" y="3807532"/>
                          <a:pt x="-17666" y="3647596"/>
                          <a:pt x="0" y="3451812"/>
                        </a:cubicBezTo>
                        <a:cubicBezTo>
                          <a:pt x="17666" y="3256028"/>
                          <a:pt x="-29825" y="2916710"/>
                          <a:pt x="0" y="2721137"/>
                        </a:cubicBezTo>
                        <a:cubicBezTo>
                          <a:pt x="29825" y="2525565"/>
                          <a:pt x="-727" y="2310220"/>
                          <a:pt x="0" y="2091244"/>
                        </a:cubicBezTo>
                        <a:cubicBezTo>
                          <a:pt x="727" y="1872268"/>
                          <a:pt x="14542" y="1755568"/>
                          <a:pt x="0" y="1511743"/>
                        </a:cubicBezTo>
                        <a:cubicBezTo>
                          <a:pt x="-14542" y="1267918"/>
                          <a:pt x="6462" y="1213297"/>
                          <a:pt x="0" y="1033024"/>
                        </a:cubicBezTo>
                        <a:cubicBezTo>
                          <a:pt x="-6462" y="852751"/>
                          <a:pt x="-17725" y="738390"/>
                          <a:pt x="0" y="554306"/>
                        </a:cubicBezTo>
                        <a:cubicBezTo>
                          <a:pt x="17725" y="370222"/>
                          <a:pt x="-24059" y="115157"/>
                          <a:pt x="0" y="0"/>
                        </a:cubicBezTo>
                        <a:close/>
                      </a:path>
                    </a:pathLst>
                  </a:custGeom>
                  <ask:type>
                    <ask:lineSketchNone/>
                  </ask:type>
                </ask:lineSketchStyleProps>
              </a:ext>
            </a:extLst>
          </a:ln>
        </p:spPr>
        <p:txBody>
          <a:bodyPr lIns="90000" tIns="54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000" b="0" i="0" u="none" strike="noStrike" kern="0" cap="none" spc="0" normalizeH="0" baseline="0" noProof="0">
                <a:ln>
                  <a:noFill/>
                </a:ln>
                <a:solidFill>
                  <a:srgbClr val="12171C"/>
                </a:solidFill>
                <a:effectLst/>
                <a:uLnTx/>
                <a:uFillTx/>
                <a:latin typeface="72 Brand" panose="020B0504030603020204" pitchFamily="34" charset="0"/>
                <a:ea typeface="Arial Unicode MS" pitchFamily="34" charset="-128"/>
                <a:cs typeface="72" panose="020B0503030000000003" pitchFamily="34" charset="0"/>
              </a:rPr>
              <a:t>Phase 2</a:t>
            </a:r>
            <a:endParaRPr kumimoji="0" lang="en-US" sz="1000" b="0" u="none" strike="noStrike" kern="0" cap="none" spc="0" normalizeH="0" baseline="0" noProof="0">
              <a:ln>
                <a:noFill/>
              </a:ln>
              <a:solidFill>
                <a:srgbClr val="12171C"/>
              </a:solidFill>
              <a:effectLst/>
              <a:uLnTx/>
              <a:uFillTx/>
              <a:latin typeface="72 Brand" panose="020B0504030603020204" pitchFamily="34" charset="0"/>
              <a:ea typeface="Arial Unicode MS" pitchFamily="34" charset="-128"/>
              <a:cs typeface="72" panose="020B0503030000000003" pitchFamily="34" charset="0"/>
            </a:endParaRPr>
          </a:p>
        </p:txBody>
      </p:sp>
      <p:sp>
        <p:nvSpPr>
          <p:cNvPr id="199" name="Gefaltete Ecke 13">
            <a:extLst>
              <a:ext uri="{FF2B5EF4-FFF2-40B4-BE49-F238E27FC236}">
                <a16:creationId xmlns:a16="http://schemas.microsoft.com/office/drawing/2014/main" id="{BC40E503-CF19-044B-3C09-B25984479D5A}"/>
              </a:ext>
            </a:extLst>
          </p:cNvPr>
          <p:cNvSpPr/>
          <p:nvPr/>
        </p:nvSpPr>
        <p:spPr bwMode="gray">
          <a:xfrm>
            <a:off x="4992834" y="1574264"/>
            <a:ext cx="3060000" cy="634069"/>
          </a:xfrm>
          <a:prstGeom prst="rect">
            <a:avLst/>
          </a:prstGeom>
          <a:solidFill>
            <a:srgbClr val="EAECEE"/>
          </a:solidFill>
          <a:ln w="25400" algn="ctr">
            <a:noFill/>
            <a:miter lim="800000"/>
            <a:headEnd/>
            <a:tailEnd/>
          </a:ln>
        </p:spPr>
        <p:txBody>
          <a:bodyPr lIns="0" tIns="0" rIns="0" bIns="0" rtlCol="0" anchor="ctr" anchorCtr="0"/>
          <a:lstStyle/>
          <a:p>
            <a:pPr algn="ctr" defTabSz="914400" fontAlgn="base">
              <a:spcBef>
                <a:spcPct val="50000"/>
              </a:spcBef>
              <a:spcAft>
                <a:spcPct val="0"/>
              </a:spcAft>
              <a:buClr>
                <a:srgbClr val="F0AB00"/>
              </a:buClr>
              <a:buSzPct val="80000"/>
            </a:pPr>
            <a:r>
              <a:rPr lang="en-US" sz="900" kern="0">
                <a:solidFill>
                  <a:srgbClr val="12171C"/>
                </a:solidFill>
                <a:latin typeface="72 Brand" panose="020B0504030603020204" pitchFamily="34" charset="0"/>
                <a:ea typeface="Arial Unicode MS" pitchFamily="34" charset="-128"/>
                <a:cs typeface="72" panose="020B0503030000000003" pitchFamily="34" charset="0"/>
              </a:rPr>
              <a:t>Extension tasks</a:t>
            </a:r>
          </a:p>
        </p:txBody>
      </p:sp>
      <p:sp>
        <p:nvSpPr>
          <p:cNvPr id="200" name="Gefaltete Ecke 13">
            <a:extLst>
              <a:ext uri="{FF2B5EF4-FFF2-40B4-BE49-F238E27FC236}">
                <a16:creationId xmlns:a16="http://schemas.microsoft.com/office/drawing/2014/main" id="{337041BA-C098-6050-7DFA-9F9D2A866D94}"/>
              </a:ext>
            </a:extLst>
          </p:cNvPr>
          <p:cNvSpPr/>
          <p:nvPr/>
        </p:nvSpPr>
        <p:spPr bwMode="gray">
          <a:xfrm>
            <a:off x="8501347" y="1574264"/>
            <a:ext cx="3060000" cy="634069"/>
          </a:xfrm>
          <a:prstGeom prst="rect">
            <a:avLst/>
          </a:prstGeom>
          <a:solidFill>
            <a:srgbClr val="EAECEE"/>
          </a:solidFill>
          <a:ln w="25400" algn="ctr">
            <a:noFill/>
            <a:miter lim="800000"/>
            <a:headEnd/>
            <a:tailEnd/>
          </a:ln>
        </p:spPr>
        <p:txBody>
          <a:bodyPr lIns="0" tIns="0" rIns="0" bIns="0" rtlCol="0" anchor="ctr" anchorCtr="0"/>
          <a:lstStyle/>
          <a:p>
            <a:pPr algn="ctr" defTabSz="914400" fontAlgn="base">
              <a:spcBef>
                <a:spcPct val="50000"/>
              </a:spcBef>
              <a:spcAft>
                <a:spcPct val="0"/>
              </a:spcAft>
              <a:buClr>
                <a:srgbClr val="F0AB00"/>
              </a:buClr>
              <a:buSzPct val="80000"/>
            </a:pPr>
            <a:r>
              <a:rPr lang="en-US" sz="900" kern="0">
                <a:solidFill>
                  <a:srgbClr val="12171C"/>
                </a:solidFill>
                <a:latin typeface="72 Brand" panose="020B0504030603020204" pitchFamily="34" charset="0"/>
                <a:ea typeface="Arial Unicode MS" pitchFamily="34" charset="-128"/>
                <a:cs typeface="72" panose="020B0503030000000003" pitchFamily="34" charset="0"/>
              </a:rPr>
              <a:t>Technical extension building blocks</a:t>
            </a:r>
          </a:p>
        </p:txBody>
      </p:sp>
      <p:sp>
        <p:nvSpPr>
          <p:cNvPr id="201" name="Rechteck 28">
            <a:extLst>
              <a:ext uri="{FF2B5EF4-FFF2-40B4-BE49-F238E27FC236}">
                <a16:creationId xmlns:a16="http://schemas.microsoft.com/office/drawing/2014/main" id="{170CBEA2-9379-A113-26D2-ACDC8A204DE7}"/>
              </a:ext>
            </a:extLst>
          </p:cNvPr>
          <p:cNvSpPr/>
          <p:nvPr/>
        </p:nvSpPr>
        <p:spPr bwMode="gray">
          <a:xfrm>
            <a:off x="8357347" y="1254896"/>
            <a:ext cx="3348000" cy="5000248"/>
          </a:xfrm>
          <a:prstGeom prst="roundRect">
            <a:avLst>
              <a:gd name="adj" fmla="val 1619"/>
            </a:avLst>
          </a:prstGeom>
          <a:noFill/>
          <a:ln w="15875" algn="ctr">
            <a:solidFill>
              <a:srgbClr val="A9B4BE"/>
            </a:solidFill>
            <a:miter lim="800000"/>
            <a:headEnd/>
            <a:tailEnd/>
            <a:extLst>
              <a:ext uri="{C807C97D-BFC1-408E-A445-0C87EB9F89A2}">
                <ask:lineSketchStyleProps xmlns:ask="http://schemas.microsoft.com/office/drawing/2018/sketchyshapes" sd="1219033472">
                  <a:custGeom>
                    <a:avLst/>
                    <a:gdLst>
                      <a:gd name="connsiteX0" fmla="*/ 0 w 3384000"/>
                      <a:gd name="connsiteY0" fmla="*/ 0 h 5039142"/>
                      <a:gd name="connsiteX1" fmla="*/ 642960 w 3384000"/>
                      <a:gd name="connsiteY1" fmla="*/ 0 h 5039142"/>
                      <a:gd name="connsiteX2" fmla="*/ 1218240 w 3384000"/>
                      <a:gd name="connsiteY2" fmla="*/ 0 h 5039142"/>
                      <a:gd name="connsiteX3" fmla="*/ 1962720 w 3384000"/>
                      <a:gd name="connsiteY3" fmla="*/ 0 h 5039142"/>
                      <a:gd name="connsiteX4" fmla="*/ 2605680 w 3384000"/>
                      <a:gd name="connsiteY4" fmla="*/ 0 h 5039142"/>
                      <a:gd name="connsiteX5" fmla="*/ 3384000 w 3384000"/>
                      <a:gd name="connsiteY5" fmla="*/ 0 h 5039142"/>
                      <a:gd name="connsiteX6" fmla="*/ 3384000 w 3384000"/>
                      <a:gd name="connsiteY6" fmla="*/ 730676 h 5039142"/>
                      <a:gd name="connsiteX7" fmla="*/ 3384000 w 3384000"/>
                      <a:gd name="connsiteY7" fmla="*/ 1360568 h 5039142"/>
                      <a:gd name="connsiteX8" fmla="*/ 3384000 w 3384000"/>
                      <a:gd name="connsiteY8" fmla="*/ 1990461 h 5039142"/>
                      <a:gd name="connsiteX9" fmla="*/ 3384000 w 3384000"/>
                      <a:gd name="connsiteY9" fmla="*/ 2519571 h 5039142"/>
                      <a:gd name="connsiteX10" fmla="*/ 3384000 w 3384000"/>
                      <a:gd name="connsiteY10" fmla="*/ 3048681 h 5039142"/>
                      <a:gd name="connsiteX11" fmla="*/ 3384000 w 3384000"/>
                      <a:gd name="connsiteY11" fmla="*/ 3678574 h 5039142"/>
                      <a:gd name="connsiteX12" fmla="*/ 3384000 w 3384000"/>
                      <a:gd name="connsiteY12" fmla="*/ 4358858 h 5039142"/>
                      <a:gd name="connsiteX13" fmla="*/ 3384000 w 3384000"/>
                      <a:gd name="connsiteY13" fmla="*/ 5039142 h 5039142"/>
                      <a:gd name="connsiteX14" fmla="*/ 2707200 w 3384000"/>
                      <a:gd name="connsiteY14" fmla="*/ 5039142 h 5039142"/>
                      <a:gd name="connsiteX15" fmla="*/ 2098080 w 3384000"/>
                      <a:gd name="connsiteY15" fmla="*/ 5039142 h 5039142"/>
                      <a:gd name="connsiteX16" fmla="*/ 1421280 w 3384000"/>
                      <a:gd name="connsiteY16" fmla="*/ 5039142 h 5039142"/>
                      <a:gd name="connsiteX17" fmla="*/ 676800 w 3384000"/>
                      <a:gd name="connsiteY17" fmla="*/ 5039142 h 5039142"/>
                      <a:gd name="connsiteX18" fmla="*/ 0 w 3384000"/>
                      <a:gd name="connsiteY18" fmla="*/ 5039142 h 5039142"/>
                      <a:gd name="connsiteX19" fmla="*/ 0 w 3384000"/>
                      <a:gd name="connsiteY19" fmla="*/ 4560424 h 5039142"/>
                      <a:gd name="connsiteX20" fmla="*/ 0 w 3384000"/>
                      <a:gd name="connsiteY20" fmla="*/ 4031314 h 5039142"/>
                      <a:gd name="connsiteX21" fmla="*/ 0 w 3384000"/>
                      <a:gd name="connsiteY21" fmla="*/ 3451812 h 5039142"/>
                      <a:gd name="connsiteX22" fmla="*/ 0 w 3384000"/>
                      <a:gd name="connsiteY22" fmla="*/ 2721137 h 5039142"/>
                      <a:gd name="connsiteX23" fmla="*/ 0 w 3384000"/>
                      <a:gd name="connsiteY23" fmla="*/ 2091244 h 5039142"/>
                      <a:gd name="connsiteX24" fmla="*/ 0 w 3384000"/>
                      <a:gd name="connsiteY24" fmla="*/ 1511743 h 5039142"/>
                      <a:gd name="connsiteX25" fmla="*/ 0 w 3384000"/>
                      <a:gd name="connsiteY25" fmla="*/ 1033024 h 5039142"/>
                      <a:gd name="connsiteX26" fmla="*/ 0 w 3384000"/>
                      <a:gd name="connsiteY26" fmla="*/ 554306 h 5039142"/>
                      <a:gd name="connsiteX27" fmla="*/ 0 w 3384000"/>
                      <a:gd name="connsiteY27" fmla="*/ 0 h 50391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3384000" h="5039142" extrusionOk="0">
                        <a:moveTo>
                          <a:pt x="0" y="0"/>
                        </a:moveTo>
                        <a:cubicBezTo>
                          <a:pt x="271185" y="29039"/>
                          <a:pt x="328782" y="-28129"/>
                          <a:pt x="642960" y="0"/>
                        </a:cubicBezTo>
                        <a:cubicBezTo>
                          <a:pt x="957138" y="28129"/>
                          <a:pt x="1032733" y="9365"/>
                          <a:pt x="1218240" y="0"/>
                        </a:cubicBezTo>
                        <a:cubicBezTo>
                          <a:pt x="1403747" y="-9365"/>
                          <a:pt x="1722595" y="19949"/>
                          <a:pt x="1962720" y="0"/>
                        </a:cubicBezTo>
                        <a:cubicBezTo>
                          <a:pt x="2202845" y="-19949"/>
                          <a:pt x="2294374" y="-15471"/>
                          <a:pt x="2605680" y="0"/>
                        </a:cubicBezTo>
                        <a:cubicBezTo>
                          <a:pt x="2916986" y="15471"/>
                          <a:pt x="3056482" y="-1523"/>
                          <a:pt x="3384000" y="0"/>
                        </a:cubicBezTo>
                        <a:cubicBezTo>
                          <a:pt x="3391804" y="351232"/>
                          <a:pt x="3398473" y="465272"/>
                          <a:pt x="3384000" y="730676"/>
                        </a:cubicBezTo>
                        <a:cubicBezTo>
                          <a:pt x="3369527" y="996080"/>
                          <a:pt x="3364958" y="1100114"/>
                          <a:pt x="3384000" y="1360568"/>
                        </a:cubicBezTo>
                        <a:cubicBezTo>
                          <a:pt x="3403042" y="1621022"/>
                          <a:pt x="3401480" y="1745457"/>
                          <a:pt x="3384000" y="1990461"/>
                        </a:cubicBezTo>
                        <a:cubicBezTo>
                          <a:pt x="3366520" y="2235465"/>
                          <a:pt x="3400781" y="2334793"/>
                          <a:pt x="3384000" y="2519571"/>
                        </a:cubicBezTo>
                        <a:cubicBezTo>
                          <a:pt x="3367220" y="2704349"/>
                          <a:pt x="3395504" y="2938777"/>
                          <a:pt x="3384000" y="3048681"/>
                        </a:cubicBezTo>
                        <a:cubicBezTo>
                          <a:pt x="3372497" y="3158585"/>
                          <a:pt x="3379870" y="3417460"/>
                          <a:pt x="3384000" y="3678574"/>
                        </a:cubicBezTo>
                        <a:cubicBezTo>
                          <a:pt x="3388130" y="3939688"/>
                          <a:pt x="3390425" y="4135215"/>
                          <a:pt x="3384000" y="4358858"/>
                        </a:cubicBezTo>
                        <a:cubicBezTo>
                          <a:pt x="3377575" y="4582501"/>
                          <a:pt x="3393976" y="4724127"/>
                          <a:pt x="3384000" y="5039142"/>
                        </a:cubicBezTo>
                        <a:cubicBezTo>
                          <a:pt x="3046876" y="5050303"/>
                          <a:pt x="2922171" y="5035741"/>
                          <a:pt x="2707200" y="5039142"/>
                        </a:cubicBezTo>
                        <a:cubicBezTo>
                          <a:pt x="2492229" y="5042543"/>
                          <a:pt x="2335721" y="5011483"/>
                          <a:pt x="2098080" y="5039142"/>
                        </a:cubicBezTo>
                        <a:cubicBezTo>
                          <a:pt x="1860439" y="5066801"/>
                          <a:pt x="1648647" y="5069859"/>
                          <a:pt x="1421280" y="5039142"/>
                        </a:cubicBezTo>
                        <a:cubicBezTo>
                          <a:pt x="1193913" y="5008425"/>
                          <a:pt x="980245" y="5075806"/>
                          <a:pt x="676800" y="5039142"/>
                        </a:cubicBezTo>
                        <a:cubicBezTo>
                          <a:pt x="373355" y="5002478"/>
                          <a:pt x="186733" y="5035812"/>
                          <a:pt x="0" y="5039142"/>
                        </a:cubicBezTo>
                        <a:cubicBezTo>
                          <a:pt x="18411" y="4868054"/>
                          <a:pt x="-5364" y="4775031"/>
                          <a:pt x="0" y="4560424"/>
                        </a:cubicBezTo>
                        <a:cubicBezTo>
                          <a:pt x="5364" y="4345817"/>
                          <a:pt x="-22783" y="4255096"/>
                          <a:pt x="0" y="4031314"/>
                        </a:cubicBezTo>
                        <a:cubicBezTo>
                          <a:pt x="22783" y="3807532"/>
                          <a:pt x="-17666" y="3647596"/>
                          <a:pt x="0" y="3451812"/>
                        </a:cubicBezTo>
                        <a:cubicBezTo>
                          <a:pt x="17666" y="3256028"/>
                          <a:pt x="-29825" y="2916710"/>
                          <a:pt x="0" y="2721137"/>
                        </a:cubicBezTo>
                        <a:cubicBezTo>
                          <a:pt x="29825" y="2525565"/>
                          <a:pt x="-727" y="2310220"/>
                          <a:pt x="0" y="2091244"/>
                        </a:cubicBezTo>
                        <a:cubicBezTo>
                          <a:pt x="727" y="1872268"/>
                          <a:pt x="14542" y="1755568"/>
                          <a:pt x="0" y="1511743"/>
                        </a:cubicBezTo>
                        <a:cubicBezTo>
                          <a:pt x="-14542" y="1267918"/>
                          <a:pt x="6462" y="1213297"/>
                          <a:pt x="0" y="1033024"/>
                        </a:cubicBezTo>
                        <a:cubicBezTo>
                          <a:pt x="-6462" y="852751"/>
                          <a:pt x="-17725" y="738390"/>
                          <a:pt x="0" y="554306"/>
                        </a:cubicBezTo>
                        <a:cubicBezTo>
                          <a:pt x="17725" y="370222"/>
                          <a:pt x="-24059" y="115157"/>
                          <a:pt x="0" y="0"/>
                        </a:cubicBezTo>
                        <a:close/>
                      </a:path>
                    </a:pathLst>
                  </a:custGeom>
                  <ask:type>
                    <ask:lineSketchNone/>
                  </ask:type>
                </ask:lineSketchStyleProps>
              </a:ext>
            </a:extLst>
          </a:ln>
        </p:spPr>
        <p:txBody>
          <a:bodyPr lIns="90000" tIns="54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000" b="0" i="0" u="none" strike="noStrike" kern="0" cap="none" spc="0" normalizeH="0" baseline="0" noProof="0">
                <a:ln>
                  <a:noFill/>
                </a:ln>
                <a:solidFill>
                  <a:srgbClr val="12171C"/>
                </a:solidFill>
                <a:effectLst/>
                <a:uLnTx/>
                <a:uFillTx/>
                <a:latin typeface="72 Brand" panose="020B0504030603020204" pitchFamily="34" charset="0"/>
                <a:ea typeface="Arial Unicode MS" pitchFamily="34" charset="-128"/>
                <a:cs typeface="72" panose="020B0503030000000003" pitchFamily="34" charset="0"/>
              </a:rPr>
              <a:t>Phase 3</a:t>
            </a:r>
            <a:endParaRPr kumimoji="0" lang="en-US" sz="1000" b="0" u="none" strike="noStrike" kern="0" cap="none" spc="0" normalizeH="0" baseline="0" noProof="0">
              <a:ln>
                <a:noFill/>
              </a:ln>
              <a:solidFill>
                <a:srgbClr val="12171C"/>
              </a:solidFill>
              <a:effectLst/>
              <a:uLnTx/>
              <a:uFillTx/>
              <a:latin typeface="72 Brand" panose="020B0504030603020204" pitchFamily="34" charset="0"/>
              <a:ea typeface="Arial Unicode MS" pitchFamily="34" charset="-128"/>
              <a:cs typeface="72" panose="020B0503030000000003" pitchFamily="34" charset="0"/>
            </a:endParaRPr>
          </a:p>
        </p:txBody>
      </p:sp>
      <p:sp>
        <p:nvSpPr>
          <p:cNvPr id="245" name="Gefaltete Ecke 6">
            <a:extLst>
              <a:ext uri="{FF2B5EF4-FFF2-40B4-BE49-F238E27FC236}">
                <a16:creationId xmlns:a16="http://schemas.microsoft.com/office/drawing/2014/main" id="{F638F0E5-9EB6-C1A9-EDD5-61B6899BDAE4}"/>
              </a:ext>
            </a:extLst>
          </p:cNvPr>
          <p:cNvSpPr/>
          <p:nvPr/>
        </p:nvSpPr>
        <p:spPr bwMode="gray">
          <a:xfrm>
            <a:off x="5033098" y="3230647"/>
            <a:ext cx="1451883" cy="898971"/>
          </a:xfrm>
          <a:prstGeom prst="rect">
            <a:avLst/>
          </a:prstGeom>
          <a:solidFill>
            <a:srgbClr val="EAECEE"/>
          </a:solidFill>
          <a:ln w="25400" algn="ctr">
            <a:noFill/>
            <a:miter lim="800000"/>
            <a:headEnd/>
            <a:tailEnd/>
          </a:ln>
        </p:spPr>
        <p:txBody>
          <a:bodyPr lIns="36000" tIns="72000" rIns="36000" bIns="0" rtlCol="0" anchor="ctr" anchorCtr="0"/>
          <a:lstStyle/>
          <a:p>
            <a:pPr algn="ctr" defTabSz="1088558"/>
            <a:r>
              <a:rPr lang="en-US" sz="1050" dirty="0">
                <a:latin typeface="72 Brand" panose="020B0504030603020204" pitchFamily="34" charset="0"/>
                <a:cs typeface="72" panose="020B0503030000000003" pitchFamily="34" charset="0"/>
              </a:rPr>
              <a:t>Create application logic</a:t>
            </a:r>
          </a:p>
        </p:txBody>
      </p:sp>
      <p:sp>
        <p:nvSpPr>
          <p:cNvPr id="243" name="Gefaltete Ecke 6">
            <a:extLst>
              <a:ext uri="{FF2B5EF4-FFF2-40B4-BE49-F238E27FC236}">
                <a16:creationId xmlns:a16="http://schemas.microsoft.com/office/drawing/2014/main" id="{43E83215-14A6-F6D9-9933-323B4A0921FB}"/>
              </a:ext>
            </a:extLst>
          </p:cNvPr>
          <p:cNvSpPr/>
          <p:nvPr/>
        </p:nvSpPr>
        <p:spPr bwMode="gray">
          <a:xfrm>
            <a:off x="6600951" y="3230647"/>
            <a:ext cx="1451883" cy="898971"/>
          </a:xfrm>
          <a:prstGeom prst="rect">
            <a:avLst/>
          </a:prstGeom>
          <a:solidFill>
            <a:srgbClr val="EAECEE"/>
          </a:solidFill>
          <a:ln w="25400" algn="ctr">
            <a:noFill/>
            <a:miter lim="800000"/>
            <a:headEnd/>
            <a:tailEnd/>
          </a:ln>
        </p:spPr>
        <p:txBody>
          <a:bodyPr lIns="36000" tIns="72000" rIns="36000" bIns="0" rtlCol="0" anchor="ctr" anchorCtr="0"/>
          <a:lstStyle/>
          <a:p>
            <a:pPr algn="ctr" defTabSz="1088558"/>
            <a:r>
              <a:rPr lang="en-US" sz="1050" dirty="0">
                <a:latin typeface="72 Brand" panose="020B0504030603020204" pitchFamily="34" charset="0"/>
                <a:cs typeface="72" panose="020B0503030000000003" pitchFamily="34" charset="0"/>
              </a:rPr>
              <a:t>Create workflow</a:t>
            </a:r>
          </a:p>
        </p:txBody>
      </p:sp>
      <p:sp>
        <p:nvSpPr>
          <p:cNvPr id="274" name="Gefaltete Ecke 6">
            <a:extLst>
              <a:ext uri="{FF2B5EF4-FFF2-40B4-BE49-F238E27FC236}">
                <a16:creationId xmlns:a16="http://schemas.microsoft.com/office/drawing/2014/main" id="{62B440E7-986A-067F-D828-319AA53122F2}"/>
              </a:ext>
            </a:extLst>
          </p:cNvPr>
          <p:cNvSpPr/>
          <p:nvPr/>
        </p:nvSpPr>
        <p:spPr bwMode="gray">
          <a:xfrm>
            <a:off x="8541611" y="2274242"/>
            <a:ext cx="3019736" cy="898971"/>
          </a:xfrm>
          <a:prstGeom prst="rect">
            <a:avLst/>
          </a:prstGeom>
          <a:solidFill>
            <a:srgbClr val="EAECEE"/>
          </a:solidFill>
          <a:ln w="25400" algn="ctr">
            <a:noFill/>
            <a:miter lim="800000"/>
            <a:headEnd/>
            <a:tailEnd/>
          </a:ln>
        </p:spPr>
        <p:txBody>
          <a:bodyPr lIns="36000" tIns="72000" rIns="36000" bIns="0" rtlCol="0" anchor="ctr" anchorCtr="0"/>
          <a:lstStyle/>
          <a:p>
            <a:pPr algn="ctr" defTabSz="1088558"/>
            <a:r>
              <a:rPr lang="en-US" sz="1050" dirty="0">
                <a:solidFill>
                  <a:srgbClr val="12171C"/>
                </a:solidFill>
                <a:latin typeface="72 Brand" panose="020B0504030603020204" pitchFamily="34" charset="0"/>
                <a:cs typeface="Times New Roman"/>
              </a:rPr>
              <a:t>SAP Build Apps</a:t>
            </a:r>
          </a:p>
        </p:txBody>
      </p:sp>
      <p:sp>
        <p:nvSpPr>
          <p:cNvPr id="270" name="Gefaltete Ecke 6">
            <a:extLst>
              <a:ext uri="{FF2B5EF4-FFF2-40B4-BE49-F238E27FC236}">
                <a16:creationId xmlns:a16="http://schemas.microsoft.com/office/drawing/2014/main" id="{1DC2A588-A55C-8CFC-287F-B0239159A490}"/>
              </a:ext>
            </a:extLst>
          </p:cNvPr>
          <p:cNvSpPr/>
          <p:nvPr/>
        </p:nvSpPr>
        <p:spPr bwMode="gray">
          <a:xfrm>
            <a:off x="8541611" y="3230647"/>
            <a:ext cx="1451883" cy="898971"/>
          </a:xfrm>
          <a:prstGeom prst="rect">
            <a:avLst/>
          </a:prstGeom>
          <a:solidFill>
            <a:srgbClr val="EAECEE"/>
          </a:solidFill>
          <a:ln w="25400" algn="ctr">
            <a:noFill/>
            <a:miter lim="800000"/>
            <a:headEnd/>
            <a:tailEnd/>
          </a:ln>
        </p:spPr>
        <p:txBody>
          <a:bodyPr lIns="36000" tIns="72000" rIns="36000" bIns="0" rtlCol="0" anchor="ctr" anchorCtr="0"/>
          <a:lstStyle/>
          <a:p>
            <a:pPr algn="ctr" defTabSz="1088558"/>
            <a:r>
              <a:rPr lang="en-US" sz="1050" dirty="0">
                <a:solidFill>
                  <a:srgbClr val="12171C"/>
                </a:solidFill>
                <a:latin typeface="72 Brand" panose="020B0504030603020204" pitchFamily="34" charset="0"/>
                <a:cs typeface="Times New Roman"/>
              </a:rPr>
              <a:t>SAP Build Process Automation</a:t>
            </a:r>
          </a:p>
        </p:txBody>
      </p:sp>
      <p:sp>
        <p:nvSpPr>
          <p:cNvPr id="268" name="Gefaltete Ecke 6">
            <a:extLst>
              <a:ext uri="{FF2B5EF4-FFF2-40B4-BE49-F238E27FC236}">
                <a16:creationId xmlns:a16="http://schemas.microsoft.com/office/drawing/2014/main" id="{52B9D724-DE19-915B-52DF-330311FEA092}"/>
              </a:ext>
            </a:extLst>
          </p:cNvPr>
          <p:cNvSpPr/>
          <p:nvPr/>
        </p:nvSpPr>
        <p:spPr bwMode="gray">
          <a:xfrm>
            <a:off x="10109464" y="3230647"/>
            <a:ext cx="1451883" cy="898971"/>
          </a:xfrm>
          <a:prstGeom prst="rect">
            <a:avLst/>
          </a:prstGeom>
          <a:solidFill>
            <a:srgbClr val="EAECEE"/>
          </a:solidFill>
          <a:ln w="25400" algn="ctr">
            <a:noFill/>
            <a:miter lim="800000"/>
            <a:headEnd/>
            <a:tailEnd/>
          </a:ln>
        </p:spPr>
        <p:txBody>
          <a:bodyPr lIns="36000" tIns="72000" rIns="36000" bIns="0" rtlCol="0" anchor="ctr" anchorCtr="0"/>
          <a:lstStyle/>
          <a:p>
            <a:pPr algn="ctr" defTabSz="1088558"/>
            <a:r>
              <a:rPr lang="en-US" sz="1050" dirty="0">
                <a:solidFill>
                  <a:srgbClr val="12171C"/>
                </a:solidFill>
                <a:latin typeface="72 Brand" panose="020B0504030603020204" pitchFamily="34" charset="0"/>
                <a:cs typeface="Times New Roman"/>
              </a:rPr>
              <a:t>SAP Build Process Automation</a:t>
            </a:r>
          </a:p>
        </p:txBody>
      </p:sp>
      <p:sp>
        <p:nvSpPr>
          <p:cNvPr id="31" name="Gefaltete Ecke 7">
            <a:extLst>
              <a:ext uri="{FF2B5EF4-FFF2-40B4-BE49-F238E27FC236}">
                <a16:creationId xmlns:a16="http://schemas.microsoft.com/office/drawing/2014/main" id="{FA1A8335-2A79-3A78-F16B-96970A05E749}"/>
              </a:ext>
            </a:extLst>
          </p:cNvPr>
          <p:cNvSpPr>
            <a:spLocks/>
          </p:cNvSpPr>
          <p:nvPr/>
        </p:nvSpPr>
        <p:spPr bwMode="gray">
          <a:xfrm>
            <a:off x="501651" y="2273212"/>
            <a:ext cx="722700" cy="898971"/>
          </a:xfrm>
          <a:prstGeom prst="rect">
            <a:avLst/>
          </a:prstGeom>
          <a:solidFill>
            <a:srgbClr val="EAECEE"/>
          </a:solidFill>
          <a:ln w="25400" algn="ctr">
            <a:noFill/>
            <a:miter lim="800000"/>
            <a:headEnd/>
            <a:tailEnd/>
          </a:ln>
        </p:spPr>
        <p:txBody>
          <a:bodyPr lIns="144000" tIns="144000" rIns="36000" bIns="0" rtlCol="0" anchor="t" anchorCtr="0"/>
          <a:lstStyle/>
          <a:p>
            <a:pPr defTabSz="914400" fontAlgn="base">
              <a:spcBef>
                <a:spcPct val="50000"/>
              </a:spcBef>
              <a:spcAft>
                <a:spcPct val="0"/>
              </a:spcAft>
              <a:buClr>
                <a:srgbClr val="F0AB00"/>
              </a:buClr>
              <a:buSzPct val="80000"/>
            </a:pPr>
            <a:r>
              <a:rPr lang="en-US" sz="700" kern="0">
                <a:solidFill>
                  <a:srgbClr val="12171C"/>
                </a:solidFill>
                <a:latin typeface="72 Brand Medium" panose="020B0504030603020204" pitchFamily="34" charset="0"/>
                <a:ea typeface="Arial Unicode MS" pitchFamily="34" charset="-128"/>
                <a:cs typeface="72" panose="020B0503030000000003" pitchFamily="34" charset="0"/>
              </a:rPr>
              <a:t>Actions</a:t>
            </a:r>
            <a:endParaRPr kumimoji="0" lang="en-US" sz="700" u="none" strike="noStrike" kern="0" cap="none" spc="0" normalizeH="0" baseline="0" noProof="0">
              <a:ln>
                <a:noFill/>
              </a:ln>
              <a:solidFill>
                <a:srgbClr val="12171C"/>
              </a:solidFill>
              <a:effectLst/>
              <a:uLnTx/>
              <a:uFillTx/>
              <a:latin typeface="72 Brand Medium" panose="020B0504030603020204" pitchFamily="34" charset="0"/>
              <a:ea typeface="Arial Unicode MS" pitchFamily="34" charset="-128"/>
              <a:cs typeface="72" panose="020B0503030000000003" pitchFamily="34" charset="0"/>
            </a:endParaRPr>
          </a:p>
        </p:txBody>
      </p:sp>
      <p:sp>
        <p:nvSpPr>
          <p:cNvPr id="29" name="Gefaltete Ecke 8">
            <a:extLst>
              <a:ext uri="{FF2B5EF4-FFF2-40B4-BE49-F238E27FC236}">
                <a16:creationId xmlns:a16="http://schemas.microsoft.com/office/drawing/2014/main" id="{4AE9FD00-10D3-E2B5-E93F-384CB795C819}"/>
              </a:ext>
            </a:extLst>
          </p:cNvPr>
          <p:cNvSpPr>
            <a:spLocks/>
          </p:cNvSpPr>
          <p:nvPr/>
        </p:nvSpPr>
        <p:spPr bwMode="gray">
          <a:xfrm>
            <a:off x="501650" y="3229618"/>
            <a:ext cx="722699" cy="897944"/>
          </a:xfrm>
          <a:prstGeom prst="rect">
            <a:avLst/>
          </a:prstGeom>
          <a:solidFill>
            <a:srgbClr val="EAECEE"/>
          </a:solidFill>
          <a:ln w="25400" algn="ctr">
            <a:noFill/>
            <a:miter lim="800000"/>
            <a:headEnd/>
            <a:tailEnd/>
          </a:ln>
        </p:spPr>
        <p:txBody>
          <a:bodyPr lIns="144000" tIns="144000" rIns="36000" bIns="0" rtlCol="0" anchor="t" anchorCtr="0"/>
          <a:lstStyle/>
          <a:p>
            <a:pPr defTabSz="914400" fontAlgn="base">
              <a:spcBef>
                <a:spcPct val="50000"/>
              </a:spcBef>
              <a:spcAft>
                <a:spcPct val="0"/>
              </a:spcAft>
              <a:buClr>
                <a:srgbClr val="F0AB00"/>
              </a:buClr>
              <a:buSzPct val="80000"/>
            </a:pPr>
            <a:r>
              <a:rPr lang="en-US" sz="700" kern="0">
                <a:solidFill>
                  <a:srgbClr val="12171C"/>
                </a:solidFill>
                <a:latin typeface="72 Brand Medium" panose="020B0504030603020204" pitchFamily="34" charset="0"/>
                <a:ea typeface="Arial Unicode MS" pitchFamily="34" charset="-128"/>
                <a:cs typeface="72" panose="020B0503030000000003" pitchFamily="34" charset="0"/>
              </a:rPr>
              <a:t>Application Logic</a:t>
            </a:r>
            <a:endParaRPr kumimoji="0" lang="en-US" sz="700" u="none" strike="noStrike" kern="0" cap="none" spc="0" normalizeH="0" baseline="0" noProof="0">
              <a:ln>
                <a:noFill/>
              </a:ln>
              <a:solidFill>
                <a:srgbClr val="12171C"/>
              </a:solidFill>
              <a:effectLst/>
              <a:uLnTx/>
              <a:uFillTx/>
              <a:latin typeface="72 Brand Medium" panose="020B0504030603020204" pitchFamily="34" charset="0"/>
              <a:ea typeface="Arial Unicode MS" pitchFamily="34" charset="-128"/>
              <a:cs typeface="72" panose="020B0503030000000003" pitchFamily="34" charset="0"/>
            </a:endParaRPr>
          </a:p>
        </p:txBody>
      </p:sp>
      <p:sp>
        <p:nvSpPr>
          <p:cNvPr id="27" name="Gefaltete Ecke 9">
            <a:extLst>
              <a:ext uri="{FF2B5EF4-FFF2-40B4-BE49-F238E27FC236}">
                <a16:creationId xmlns:a16="http://schemas.microsoft.com/office/drawing/2014/main" id="{B1C1E252-67E1-03B2-7156-B2F1546437BC}"/>
              </a:ext>
            </a:extLst>
          </p:cNvPr>
          <p:cNvSpPr>
            <a:spLocks/>
          </p:cNvSpPr>
          <p:nvPr/>
        </p:nvSpPr>
        <p:spPr bwMode="gray">
          <a:xfrm>
            <a:off x="501650" y="4184997"/>
            <a:ext cx="722699" cy="897943"/>
          </a:xfrm>
          <a:prstGeom prst="rect">
            <a:avLst/>
          </a:prstGeom>
          <a:solidFill>
            <a:srgbClr val="EAECEE"/>
          </a:solidFill>
          <a:ln w="25400" algn="ctr">
            <a:noFill/>
            <a:miter lim="800000"/>
            <a:headEnd/>
            <a:tailEnd/>
          </a:ln>
        </p:spPr>
        <p:txBody>
          <a:bodyPr lIns="144000" tIns="144000" rIns="36000" bIns="0" rtlCol="0" anchor="t" anchorCtr="0"/>
          <a:lstStyle/>
          <a:p>
            <a:pPr defTabSz="914400" fontAlgn="base">
              <a:spcBef>
                <a:spcPct val="50000"/>
              </a:spcBef>
              <a:spcAft>
                <a:spcPct val="0"/>
              </a:spcAft>
              <a:buClr>
                <a:srgbClr val="F0AB00"/>
              </a:buClr>
              <a:buSzPct val="80000"/>
            </a:pPr>
            <a:r>
              <a:rPr lang="en-US" sz="700" kern="0">
                <a:solidFill>
                  <a:srgbClr val="12171C"/>
                </a:solidFill>
                <a:latin typeface="72 Brand Medium" panose="020B0504030603020204" pitchFamily="34" charset="0"/>
                <a:ea typeface="Arial Unicode MS" pitchFamily="34" charset="-128"/>
                <a:cs typeface="72" panose="020B0503030000000003" pitchFamily="34" charset="0"/>
              </a:rPr>
              <a:t>System</a:t>
            </a:r>
            <a:endParaRPr kumimoji="0" lang="en-US" sz="700" u="none" strike="noStrike" kern="0" cap="none" spc="0" normalizeH="0" baseline="0" noProof="0" err="1">
              <a:ln>
                <a:noFill/>
              </a:ln>
              <a:solidFill>
                <a:srgbClr val="12171C"/>
              </a:solidFill>
              <a:effectLst/>
              <a:uLnTx/>
              <a:uFillTx/>
              <a:latin typeface="72 Brand Medium" panose="020B0504030603020204" pitchFamily="34" charset="0"/>
              <a:ea typeface="Arial Unicode MS" pitchFamily="34" charset="-128"/>
              <a:cs typeface="72" panose="020B0503030000000003" pitchFamily="34" charset="0"/>
            </a:endParaRPr>
          </a:p>
        </p:txBody>
      </p:sp>
      <p:sp>
        <p:nvSpPr>
          <p:cNvPr id="25" name="Gefaltete Ecke 10">
            <a:extLst>
              <a:ext uri="{FF2B5EF4-FFF2-40B4-BE49-F238E27FC236}">
                <a16:creationId xmlns:a16="http://schemas.microsoft.com/office/drawing/2014/main" id="{D7A107D4-E45A-B781-BFFB-AC65C67F73FB}"/>
              </a:ext>
            </a:extLst>
          </p:cNvPr>
          <p:cNvSpPr>
            <a:spLocks/>
          </p:cNvSpPr>
          <p:nvPr/>
        </p:nvSpPr>
        <p:spPr bwMode="gray">
          <a:xfrm>
            <a:off x="501650" y="5140375"/>
            <a:ext cx="722699" cy="897943"/>
          </a:xfrm>
          <a:prstGeom prst="rect">
            <a:avLst/>
          </a:prstGeom>
          <a:solidFill>
            <a:srgbClr val="EAECEE"/>
          </a:solidFill>
          <a:ln w="25400" algn="ctr">
            <a:noFill/>
            <a:miter lim="800000"/>
            <a:headEnd/>
            <a:tailEnd/>
          </a:ln>
        </p:spPr>
        <p:txBody>
          <a:bodyPr lIns="144000" tIns="144000" rIns="36000" bIns="0" rtlCol="0" anchor="t" anchorCtr="0"/>
          <a:lstStyle/>
          <a:p>
            <a:pPr defTabSz="914400" fontAlgn="base">
              <a:spcBef>
                <a:spcPct val="50000"/>
              </a:spcBef>
              <a:spcAft>
                <a:spcPct val="0"/>
              </a:spcAft>
              <a:buClr>
                <a:srgbClr val="F0AB00"/>
              </a:buClr>
              <a:buSzPct val="80000"/>
            </a:pPr>
            <a:r>
              <a:rPr lang="en-US" sz="700" kern="0">
                <a:solidFill>
                  <a:srgbClr val="12171C"/>
                </a:solidFill>
                <a:latin typeface="72 Brand Medium" panose="020B0504030603020204" pitchFamily="34" charset="0"/>
                <a:ea typeface="Arial Unicode MS" pitchFamily="34" charset="-128"/>
                <a:cs typeface="72" panose="020B0503030000000003" pitchFamily="34" charset="0"/>
              </a:rPr>
              <a:t>Required </a:t>
            </a:r>
            <a:br>
              <a:rPr lang="en-US" sz="700" kern="0">
                <a:solidFill>
                  <a:srgbClr val="12171C"/>
                </a:solidFill>
                <a:latin typeface="72 Brand Medium" panose="020B0504030603020204" pitchFamily="34" charset="0"/>
                <a:ea typeface="Arial Unicode MS" pitchFamily="34" charset="-128"/>
                <a:cs typeface="72" panose="020B0503030000000003" pitchFamily="34" charset="0"/>
              </a:rPr>
            </a:br>
            <a:r>
              <a:rPr lang="en-US" sz="700" kern="0">
                <a:solidFill>
                  <a:srgbClr val="12171C"/>
                </a:solidFill>
                <a:latin typeface="72 Brand Medium" panose="020B0504030603020204" pitchFamily="34" charset="0"/>
                <a:ea typeface="Arial Unicode MS" pitchFamily="34" charset="-128"/>
                <a:cs typeface="72" panose="020B0503030000000003" pitchFamily="34" charset="0"/>
              </a:rPr>
              <a:t>Data</a:t>
            </a:r>
            <a:endParaRPr kumimoji="0" lang="en-US" sz="700" u="none" strike="noStrike" kern="0" cap="none" spc="0" normalizeH="0" baseline="0" noProof="0">
              <a:ln>
                <a:noFill/>
              </a:ln>
              <a:solidFill>
                <a:srgbClr val="12171C"/>
              </a:solidFill>
              <a:effectLst/>
              <a:uLnTx/>
              <a:uFillTx/>
              <a:latin typeface="72 Brand Medium" panose="020B0504030603020204" pitchFamily="34" charset="0"/>
              <a:ea typeface="Arial Unicode MS" pitchFamily="34" charset="-128"/>
              <a:cs typeface="72" panose="020B0503030000000003" pitchFamily="34" charset="0"/>
            </a:endParaRPr>
          </a:p>
        </p:txBody>
      </p:sp>
      <p:sp>
        <p:nvSpPr>
          <p:cNvPr id="26" name="Gefaltete Ecke 6">
            <a:extLst>
              <a:ext uri="{FF2B5EF4-FFF2-40B4-BE49-F238E27FC236}">
                <a16:creationId xmlns:a16="http://schemas.microsoft.com/office/drawing/2014/main" id="{1C553FC0-CED4-0CC6-263A-EFAB1960CD65}"/>
              </a:ext>
            </a:extLst>
          </p:cNvPr>
          <p:cNvSpPr/>
          <p:nvPr/>
        </p:nvSpPr>
        <p:spPr bwMode="gray">
          <a:xfrm>
            <a:off x="501650" y="5140907"/>
            <a:ext cx="58853" cy="896917"/>
          </a:xfrm>
          <a:prstGeom prst="rect">
            <a:avLst/>
          </a:prstGeom>
          <a:solidFill>
            <a:srgbClr val="7858FF"/>
          </a:solidFill>
          <a:ln w="25400" algn="ctr">
            <a:noFill/>
            <a:miter lim="800000"/>
            <a:headEnd/>
            <a:tailEnd/>
          </a:ln>
        </p:spPr>
        <p:txBody>
          <a:bodyPr lIns="144000" tIns="108000" rIns="108000" bIns="0" rtlCol="0" anchor="t" anchorCtr="0"/>
          <a:lstStyle/>
          <a:p>
            <a:pPr lvl="0" defTabSz="1088558">
              <a:defRPr/>
            </a:pPr>
            <a:endParaRPr lang="en-US" sz="700">
              <a:latin typeface="72 Brand" panose="020B0504030603020204" pitchFamily="34" charset="0"/>
              <a:cs typeface="72" panose="020B0503030000000003" pitchFamily="34" charset="0"/>
            </a:endParaRPr>
          </a:p>
        </p:txBody>
      </p:sp>
      <p:grpSp>
        <p:nvGrpSpPr>
          <p:cNvPr id="9" name="Group 8">
            <a:extLst>
              <a:ext uri="{FF2B5EF4-FFF2-40B4-BE49-F238E27FC236}">
                <a16:creationId xmlns:a16="http://schemas.microsoft.com/office/drawing/2014/main" id="{5674A7BC-F3FC-668B-36AE-8FBECD3C0ED0}"/>
              </a:ext>
            </a:extLst>
          </p:cNvPr>
          <p:cNvGrpSpPr/>
          <p:nvPr/>
        </p:nvGrpSpPr>
        <p:grpSpPr>
          <a:xfrm>
            <a:off x="1485927" y="2273213"/>
            <a:ext cx="1492147" cy="900000"/>
            <a:chOff x="1485927" y="2273213"/>
            <a:chExt cx="1492147" cy="900000"/>
          </a:xfrm>
        </p:grpSpPr>
        <p:sp>
          <p:nvSpPr>
            <p:cNvPr id="197" name="Gefaltete Ecke 6">
              <a:extLst>
                <a:ext uri="{FF2B5EF4-FFF2-40B4-BE49-F238E27FC236}">
                  <a16:creationId xmlns:a16="http://schemas.microsoft.com/office/drawing/2014/main" id="{10436BA9-F8C2-B11E-A034-47F73FE6EA12}"/>
                </a:ext>
              </a:extLst>
            </p:cNvPr>
            <p:cNvSpPr/>
            <p:nvPr/>
          </p:nvSpPr>
          <p:spPr bwMode="gray">
            <a:xfrm>
              <a:off x="1526191" y="2274242"/>
              <a:ext cx="1451883" cy="898971"/>
            </a:xfrm>
            <a:prstGeom prst="rect">
              <a:avLst/>
            </a:prstGeom>
            <a:solidFill>
              <a:srgbClr val="EAECEE"/>
            </a:solidFill>
            <a:ln w="25400" algn="ctr">
              <a:noFill/>
              <a:miter lim="800000"/>
              <a:headEnd/>
              <a:tailEnd/>
            </a:ln>
          </p:spPr>
          <p:txBody>
            <a:bodyPr lIns="36000" tIns="72000" rIns="36000" bIns="0" rtlCol="0" anchor="ctr" anchorCtr="0"/>
            <a:lstStyle/>
            <a:p>
              <a:pPr algn="ctr" defTabSz="1088558">
                <a:defRPr/>
              </a:pPr>
              <a:r>
                <a:rPr lang="en-US" sz="1050" dirty="0">
                  <a:latin typeface="72 Brand" panose="020B0504030603020204" pitchFamily="34" charset="0"/>
                  <a:cs typeface="Arial" panose="020B0604020202020204" pitchFamily="34" charset="0"/>
                </a:rPr>
                <a:t>Sales manager enters free-text message to buyer</a:t>
              </a:r>
            </a:p>
          </p:txBody>
        </p:sp>
        <p:sp>
          <p:nvSpPr>
            <p:cNvPr id="196" name="Gefaltete Ecke 6">
              <a:extLst>
                <a:ext uri="{FF2B5EF4-FFF2-40B4-BE49-F238E27FC236}">
                  <a16:creationId xmlns:a16="http://schemas.microsoft.com/office/drawing/2014/main" id="{8F6BD084-0B88-49D4-3406-C36351D417E9}"/>
                </a:ext>
              </a:extLst>
            </p:cNvPr>
            <p:cNvSpPr/>
            <p:nvPr/>
          </p:nvSpPr>
          <p:spPr bwMode="gray">
            <a:xfrm>
              <a:off x="1485927" y="2273213"/>
              <a:ext cx="45125" cy="898971"/>
            </a:xfrm>
            <a:prstGeom prst="rect">
              <a:avLst/>
            </a:prstGeom>
            <a:solidFill>
              <a:srgbClr val="97DD40"/>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grpSp>
      <p:sp>
        <p:nvSpPr>
          <p:cNvPr id="194" name="Gefaltete Ecke 6">
            <a:extLst>
              <a:ext uri="{FF2B5EF4-FFF2-40B4-BE49-F238E27FC236}">
                <a16:creationId xmlns:a16="http://schemas.microsoft.com/office/drawing/2014/main" id="{A328BC3F-7927-ACFE-27D5-FCA7E10A8176}"/>
              </a:ext>
            </a:extLst>
          </p:cNvPr>
          <p:cNvSpPr/>
          <p:nvPr/>
        </p:nvSpPr>
        <p:spPr bwMode="gray">
          <a:xfrm>
            <a:off x="3053780" y="2273213"/>
            <a:ext cx="45125" cy="898971"/>
          </a:xfrm>
          <a:prstGeom prst="rect">
            <a:avLst/>
          </a:prstGeom>
          <a:solidFill>
            <a:srgbClr val="97DD40"/>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273" name="Gefaltete Ecke 6">
            <a:extLst>
              <a:ext uri="{FF2B5EF4-FFF2-40B4-BE49-F238E27FC236}">
                <a16:creationId xmlns:a16="http://schemas.microsoft.com/office/drawing/2014/main" id="{83C7086B-3F1B-F8E8-6196-E65D0B3BB7D5}"/>
              </a:ext>
            </a:extLst>
          </p:cNvPr>
          <p:cNvSpPr/>
          <p:nvPr/>
        </p:nvSpPr>
        <p:spPr bwMode="gray">
          <a:xfrm>
            <a:off x="8501347" y="2273213"/>
            <a:ext cx="45125" cy="898971"/>
          </a:xfrm>
          <a:prstGeom prst="rect">
            <a:avLst/>
          </a:prstGeom>
          <a:solidFill>
            <a:srgbClr val="97DD40"/>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32" name="Gefaltete Ecke 6">
            <a:extLst>
              <a:ext uri="{FF2B5EF4-FFF2-40B4-BE49-F238E27FC236}">
                <a16:creationId xmlns:a16="http://schemas.microsoft.com/office/drawing/2014/main" id="{A4C90C4A-4EA0-448E-B85D-036E7F81DC69}"/>
              </a:ext>
            </a:extLst>
          </p:cNvPr>
          <p:cNvSpPr/>
          <p:nvPr/>
        </p:nvSpPr>
        <p:spPr bwMode="gray">
          <a:xfrm>
            <a:off x="501650" y="2273213"/>
            <a:ext cx="58853" cy="897944"/>
          </a:xfrm>
          <a:prstGeom prst="rect">
            <a:avLst/>
          </a:prstGeom>
          <a:solidFill>
            <a:srgbClr val="97DD40"/>
          </a:solidFill>
          <a:ln w="25400" algn="ctr">
            <a:noFill/>
            <a:miter lim="800000"/>
            <a:headEnd/>
            <a:tailEnd/>
          </a:ln>
        </p:spPr>
        <p:txBody>
          <a:bodyPr lIns="144000" tIns="108000" rIns="108000" bIns="0" rtlCol="0" anchor="t" anchorCtr="0"/>
          <a:lstStyle/>
          <a:p>
            <a:pPr lvl="0" defTabSz="1088558">
              <a:defRPr/>
            </a:pPr>
            <a:endParaRPr lang="en-US" sz="700">
              <a:latin typeface="72 Brand" panose="020B0504030603020204" pitchFamily="34" charset="0"/>
              <a:cs typeface="72" panose="020B0503030000000003" pitchFamily="34" charset="0"/>
            </a:endParaRPr>
          </a:p>
        </p:txBody>
      </p:sp>
      <p:sp>
        <p:nvSpPr>
          <p:cNvPr id="192" name="Gefaltete Ecke 6">
            <a:extLst>
              <a:ext uri="{FF2B5EF4-FFF2-40B4-BE49-F238E27FC236}">
                <a16:creationId xmlns:a16="http://schemas.microsoft.com/office/drawing/2014/main" id="{612E5724-1864-0C77-234A-CA67823E7EDD}"/>
              </a:ext>
            </a:extLst>
          </p:cNvPr>
          <p:cNvSpPr/>
          <p:nvPr/>
        </p:nvSpPr>
        <p:spPr bwMode="gray">
          <a:xfrm>
            <a:off x="1485927" y="3229618"/>
            <a:ext cx="45125" cy="898971"/>
          </a:xfrm>
          <a:prstGeom prst="rect">
            <a:avLst/>
          </a:prstGeom>
          <a:solidFill>
            <a:srgbClr val="FFC933"/>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190" name="Gefaltete Ecke 6">
            <a:extLst>
              <a:ext uri="{FF2B5EF4-FFF2-40B4-BE49-F238E27FC236}">
                <a16:creationId xmlns:a16="http://schemas.microsoft.com/office/drawing/2014/main" id="{E343800F-02B9-A25D-FE68-3C2815738722}"/>
              </a:ext>
            </a:extLst>
          </p:cNvPr>
          <p:cNvSpPr/>
          <p:nvPr/>
        </p:nvSpPr>
        <p:spPr bwMode="gray">
          <a:xfrm>
            <a:off x="3053780" y="3229618"/>
            <a:ext cx="45125" cy="898971"/>
          </a:xfrm>
          <a:prstGeom prst="rect">
            <a:avLst/>
          </a:prstGeom>
          <a:solidFill>
            <a:srgbClr val="FFC933"/>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244" name="Gefaltete Ecke 6">
            <a:extLst>
              <a:ext uri="{FF2B5EF4-FFF2-40B4-BE49-F238E27FC236}">
                <a16:creationId xmlns:a16="http://schemas.microsoft.com/office/drawing/2014/main" id="{7F494173-9B14-A44B-6D57-77C28D625DFC}"/>
              </a:ext>
            </a:extLst>
          </p:cNvPr>
          <p:cNvSpPr/>
          <p:nvPr/>
        </p:nvSpPr>
        <p:spPr bwMode="gray">
          <a:xfrm>
            <a:off x="4992834" y="3229618"/>
            <a:ext cx="45125" cy="898971"/>
          </a:xfrm>
          <a:prstGeom prst="rect">
            <a:avLst/>
          </a:prstGeom>
          <a:solidFill>
            <a:srgbClr val="FFC933"/>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242" name="Gefaltete Ecke 6">
            <a:extLst>
              <a:ext uri="{FF2B5EF4-FFF2-40B4-BE49-F238E27FC236}">
                <a16:creationId xmlns:a16="http://schemas.microsoft.com/office/drawing/2014/main" id="{C47BFDCF-5F98-6FD1-A55C-036E015D3541}"/>
              </a:ext>
            </a:extLst>
          </p:cNvPr>
          <p:cNvSpPr/>
          <p:nvPr/>
        </p:nvSpPr>
        <p:spPr bwMode="gray">
          <a:xfrm>
            <a:off x="6560687" y="3229618"/>
            <a:ext cx="45125" cy="898971"/>
          </a:xfrm>
          <a:prstGeom prst="rect">
            <a:avLst/>
          </a:prstGeom>
          <a:solidFill>
            <a:srgbClr val="FFC933"/>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269" name="Gefaltete Ecke 6">
            <a:extLst>
              <a:ext uri="{FF2B5EF4-FFF2-40B4-BE49-F238E27FC236}">
                <a16:creationId xmlns:a16="http://schemas.microsoft.com/office/drawing/2014/main" id="{3E52539C-3520-C8D2-6ADC-F3B32BF0204A}"/>
              </a:ext>
            </a:extLst>
          </p:cNvPr>
          <p:cNvSpPr/>
          <p:nvPr/>
        </p:nvSpPr>
        <p:spPr bwMode="gray">
          <a:xfrm>
            <a:off x="8501347" y="3229618"/>
            <a:ext cx="45125" cy="898971"/>
          </a:xfrm>
          <a:prstGeom prst="rect">
            <a:avLst/>
          </a:prstGeom>
          <a:solidFill>
            <a:srgbClr val="FFC933"/>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267" name="Gefaltete Ecke 6">
            <a:extLst>
              <a:ext uri="{FF2B5EF4-FFF2-40B4-BE49-F238E27FC236}">
                <a16:creationId xmlns:a16="http://schemas.microsoft.com/office/drawing/2014/main" id="{E0D7D7FA-F1D9-6DA1-4024-656A31CE5684}"/>
              </a:ext>
            </a:extLst>
          </p:cNvPr>
          <p:cNvSpPr/>
          <p:nvPr/>
        </p:nvSpPr>
        <p:spPr bwMode="gray">
          <a:xfrm>
            <a:off x="10069200" y="3229618"/>
            <a:ext cx="45125" cy="898971"/>
          </a:xfrm>
          <a:prstGeom prst="rect">
            <a:avLst/>
          </a:prstGeom>
          <a:solidFill>
            <a:srgbClr val="FFC933"/>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30" name="Gefaltete Ecke 6">
            <a:extLst>
              <a:ext uri="{FF2B5EF4-FFF2-40B4-BE49-F238E27FC236}">
                <a16:creationId xmlns:a16="http://schemas.microsoft.com/office/drawing/2014/main" id="{93CDE469-E791-53DA-2294-B1489D3073FC}"/>
              </a:ext>
            </a:extLst>
          </p:cNvPr>
          <p:cNvSpPr/>
          <p:nvPr/>
        </p:nvSpPr>
        <p:spPr bwMode="gray">
          <a:xfrm>
            <a:off x="501650" y="3230128"/>
            <a:ext cx="58853" cy="896919"/>
          </a:xfrm>
          <a:prstGeom prst="rect">
            <a:avLst/>
          </a:prstGeom>
          <a:solidFill>
            <a:srgbClr val="FFC933"/>
          </a:solidFill>
          <a:ln w="25400" algn="ctr">
            <a:noFill/>
            <a:miter lim="800000"/>
            <a:headEnd/>
            <a:tailEnd/>
          </a:ln>
        </p:spPr>
        <p:txBody>
          <a:bodyPr lIns="144000" tIns="108000" rIns="108000" bIns="0" rtlCol="0" anchor="t" anchorCtr="0"/>
          <a:lstStyle/>
          <a:p>
            <a:pPr lvl="0" defTabSz="1088558">
              <a:defRPr/>
            </a:pPr>
            <a:endParaRPr lang="en-US" sz="700">
              <a:latin typeface="72 Brand" panose="020B0504030603020204" pitchFamily="34" charset="0"/>
              <a:cs typeface="72" panose="020B0503030000000003" pitchFamily="34" charset="0"/>
            </a:endParaRPr>
          </a:p>
        </p:txBody>
      </p:sp>
      <p:sp>
        <p:nvSpPr>
          <p:cNvPr id="188" name="Gefaltete Ecke 6">
            <a:extLst>
              <a:ext uri="{FF2B5EF4-FFF2-40B4-BE49-F238E27FC236}">
                <a16:creationId xmlns:a16="http://schemas.microsoft.com/office/drawing/2014/main" id="{A6949719-66A2-DAFB-6B04-CC7F3E836117}"/>
              </a:ext>
            </a:extLst>
          </p:cNvPr>
          <p:cNvSpPr/>
          <p:nvPr/>
        </p:nvSpPr>
        <p:spPr bwMode="gray">
          <a:xfrm>
            <a:off x="1485927" y="4186023"/>
            <a:ext cx="45125" cy="898971"/>
          </a:xfrm>
          <a:prstGeom prst="rect">
            <a:avLst/>
          </a:prstGeom>
          <a:solidFill>
            <a:srgbClr val="1B90FF"/>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186" name="Gefaltete Ecke 6">
            <a:extLst>
              <a:ext uri="{FF2B5EF4-FFF2-40B4-BE49-F238E27FC236}">
                <a16:creationId xmlns:a16="http://schemas.microsoft.com/office/drawing/2014/main" id="{0465586A-7AEF-3C2F-6B8C-A5F45C801382}"/>
              </a:ext>
            </a:extLst>
          </p:cNvPr>
          <p:cNvSpPr/>
          <p:nvPr/>
        </p:nvSpPr>
        <p:spPr bwMode="gray">
          <a:xfrm>
            <a:off x="3053780" y="4186023"/>
            <a:ext cx="45125" cy="898971"/>
          </a:xfrm>
          <a:prstGeom prst="rect">
            <a:avLst/>
          </a:prstGeom>
          <a:solidFill>
            <a:srgbClr val="1B90FF"/>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28" name="Gefaltete Ecke 6">
            <a:extLst>
              <a:ext uri="{FF2B5EF4-FFF2-40B4-BE49-F238E27FC236}">
                <a16:creationId xmlns:a16="http://schemas.microsoft.com/office/drawing/2014/main" id="{00022714-6164-772A-A749-FC37595D123E}"/>
              </a:ext>
            </a:extLst>
          </p:cNvPr>
          <p:cNvSpPr/>
          <p:nvPr/>
        </p:nvSpPr>
        <p:spPr bwMode="gray">
          <a:xfrm>
            <a:off x="502344" y="4185517"/>
            <a:ext cx="58853" cy="896917"/>
          </a:xfrm>
          <a:prstGeom prst="rect">
            <a:avLst/>
          </a:prstGeom>
          <a:solidFill>
            <a:srgbClr val="1B90FF"/>
          </a:solidFill>
          <a:ln w="25400" algn="ctr">
            <a:noFill/>
            <a:miter lim="800000"/>
            <a:headEnd/>
            <a:tailEnd/>
          </a:ln>
        </p:spPr>
        <p:txBody>
          <a:bodyPr lIns="144000" tIns="108000" rIns="108000" bIns="0" rtlCol="0" anchor="t" anchorCtr="0"/>
          <a:lstStyle/>
          <a:p>
            <a:pPr lvl="0" defTabSz="1088558">
              <a:defRPr/>
            </a:pPr>
            <a:endParaRPr lang="en-US" sz="700">
              <a:latin typeface="72 Brand" panose="020B0504030603020204" pitchFamily="34" charset="0"/>
              <a:cs typeface="72" panose="020B0503030000000003" pitchFamily="34" charset="0"/>
            </a:endParaRPr>
          </a:p>
        </p:txBody>
      </p:sp>
      <p:sp>
        <p:nvSpPr>
          <p:cNvPr id="10" name="Rounded Rectangle 2">
            <a:extLst>
              <a:ext uri="{FF2B5EF4-FFF2-40B4-BE49-F238E27FC236}">
                <a16:creationId xmlns:a16="http://schemas.microsoft.com/office/drawing/2014/main" id="{D4BA222C-C113-C372-1FB6-6CADB610CBAE}"/>
              </a:ext>
            </a:extLst>
          </p:cNvPr>
          <p:cNvSpPr/>
          <p:nvPr/>
        </p:nvSpPr>
        <p:spPr bwMode="gray">
          <a:xfrm>
            <a:off x="4992834" y="974710"/>
            <a:ext cx="3060000" cy="227442"/>
          </a:xfrm>
          <a:prstGeom prst="roundRect">
            <a:avLst>
              <a:gd name="adj" fmla="val 21664"/>
            </a:avLst>
          </a:prstGeom>
          <a:solidFill>
            <a:srgbClr val="36A41D"/>
          </a:solidFill>
          <a:ln w="19050" cap="rnd" cmpd="sng">
            <a:noFill/>
            <a:headEnd/>
            <a:tailEnd/>
          </a:ln>
          <a:effectLst/>
        </p:spPr>
        <p:style>
          <a:lnRef idx="3">
            <a:schemeClr val="lt1"/>
          </a:lnRef>
          <a:fillRef idx="1">
            <a:schemeClr val="accent6"/>
          </a:fillRef>
          <a:effectRef idx="1">
            <a:schemeClr val="accent6"/>
          </a:effectRef>
          <a:fontRef idx="minor">
            <a:schemeClr val="lt1"/>
          </a:fontRef>
        </p:style>
        <p:txBody>
          <a:bodyPr wrap="square" lIns="0" tIns="0" rIns="0" bIns="0" rtlCol="0" anchor="ctr">
            <a:noAutofit/>
          </a:bodyPr>
          <a:lstStyle/>
          <a:p>
            <a:pPr algn="ctr" fontAlgn="base">
              <a:spcBef>
                <a:spcPct val="50000"/>
              </a:spcBef>
              <a:spcAft>
                <a:spcPct val="0"/>
              </a:spcAft>
              <a:buClr>
                <a:srgbClr val="F0AB00"/>
              </a:buClr>
              <a:buSzPct val="80000"/>
            </a:pPr>
            <a:r>
              <a:rPr lang="en-US" sz="1000" kern="0" dirty="0">
                <a:solidFill>
                  <a:schemeClr val="bg1"/>
                </a:solidFill>
                <a:latin typeface="72 Brand" panose="020B0504030603020204" pitchFamily="34" charset="0"/>
                <a:ea typeface="Arial Unicode MS" pitchFamily="34" charset="-128"/>
                <a:cs typeface="Arial Unicode MS" pitchFamily="34" charset="-128"/>
                <a:sym typeface="Arial"/>
              </a:rPr>
              <a:t>Exercise 1.3</a:t>
            </a:r>
          </a:p>
        </p:txBody>
      </p:sp>
      <p:sp>
        <p:nvSpPr>
          <p:cNvPr id="11" name="Rounded Rectangle 2">
            <a:extLst>
              <a:ext uri="{FF2B5EF4-FFF2-40B4-BE49-F238E27FC236}">
                <a16:creationId xmlns:a16="http://schemas.microsoft.com/office/drawing/2014/main" id="{3167541E-898D-42B6-DD2E-7560E9215BB5}"/>
              </a:ext>
            </a:extLst>
          </p:cNvPr>
          <p:cNvSpPr/>
          <p:nvPr/>
        </p:nvSpPr>
        <p:spPr bwMode="gray">
          <a:xfrm>
            <a:off x="8501347" y="974710"/>
            <a:ext cx="3060000" cy="227442"/>
          </a:xfrm>
          <a:prstGeom prst="roundRect">
            <a:avLst>
              <a:gd name="adj" fmla="val 21664"/>
            </a:avLst>
          </a:prstGeom>
          <a:solidFill>
            <a:srgbClr val="36A41D"/>
          </a:solidFill>
          <a:ln w="19050" cap="rnd" cmpd="sng">
            <a:noFill/>
            <a:headEnd/>
            <a:tailEnd/>
          </a:ln>
          <a:effectLst/>
        </p:spPr>
        <p:style>
          <a:lnRef idx="3">
            <a:schemeClr val="lt1"/>
          </a:lnRef>
          <a:fillRef idx="1">
            <a:schemeClr val="accent6"/>
          </a:fillRef>
          <a:effectRef idx="1">
            <a:schemeClr val="accent6"/>
          </a:effectRef>
          <a:fontRef idx="minor">
            <a:schemeClr val="lt1"/>
          </a:fontRef>
        </p:style>
        <p:txBody>
          <a:bodyPr wrap="square" lIns="0" tIns="0" rIns="0" bIns="0" rtlCol="0" anchor="ctr">
            <a:noAutofit/>
          </a:bodyPr>
          <a:lstStyle/>
          <a:p>
            <a:pPr algn="ctr" fontAlgn="base">
              <a:spcBef>
                <a:spcPct val="50000"/>
              </a:spcBef>
              <a:spcAft>
                <a:spcPct val="0"/>
              </a:spcAft>
              <a:buClr>
                <a:srgbClr val="F0AB00"/>
              </a:buClr>
              <a:buSzPct val="80000"/>
            </a:pPr>
            <a:r>
              <a:rPr lang="en-US" sz="1000" kern="0" dirty="0">
                <a:solidFill>
                  <a:schemeClr val="bg1"/>
                </a:solidFill>
                <a:latin typeface="72 Brand" panose="020B0504030603020204" pitchFamily="34" charset="0"/>
                <a:ea typeface="Arial Unicode MS" pitchFamily="34" charset="-128"/>
                <a:cs typeface="Arial Unicode MS" pitchFamily="34" charset="-128"/>
                <a:sym typeface="Arial"/>
              </a:rPr>
              <a:t>Exercise 1.4</a:t>
            </a:r>
          </a:p>
        </p:txBody>
      </p:sp>
      <p:sp>
        <p:nvSpPr>
          <p:cNvPr id="13" name="Rounded Rectangle 2">
            <a:extLst>
              <a:ext uri="{FF2B5EF4-FFF2-40B4-BE49-F238E27FC236}">
                <a16:creationId xmlns:a16="http://schemas.microsoft.com/office/drawing/2014/main" id="{32F1E9DA-960D-00F0-DCA4-F84AD10CD52C}"/>
              </a:ext>
            </a:extLst>
          </p:cNvPr>
          <p:cNvSpPr/>
          <p:nvPr/>
        </p:nvSpPr>
        <p:spPr bwMode="gray">
          <a:xfrm>
            <a:off x="1484319" y="974710"/>
            <a:ext cx="3061607" cy="227442"/>
          </a:xfrm>
          <a:prstGeom prst="roundRect">
            <a:avLst>
              <a:gd name="adj" fmla="val 21664"/>
            </a:avLst>
          </a:prstGeom>
          <a:solidFill>
            <a:srgbClr val="36A41D"/>
          </a:solidFill>
          <a:ln w="19050" cap="rnd" cmpd="sng">
            <a:noFill/>
            <a:headEnd/>
            <a:tailEnd/>
          </a:ln>
          <a:effectLst/>
        </p:spPr>
        <p:style>
          <a:lnRef idx="3">
            <a:schemeClr val="lt1"/>
          </a:lnRef>
          <a:fillRef idx="1">
            <a:schemeClr val="accent6"/>
          </a:fillRef>
          <a:effectRef idx="1">
            <a:schemeClr val="accent6"/>
          </a:effectRef>
          <a:fontRef idx="minor">
            <a:schemeClr val="lt1"/>
          </a:fontRef>
        </p:style>
        <p:txBody>
          <a:bodyPr wrap="square" lIns="0" tIns="0" rIns="0" bIns="0" rtlCol="0" anchor="ctr">
            <a:noAutofit/>
          </a:bodyPr>
          <a:lstStyle/>
          <a:p>
            <a:pPr algn="ctr" fontAlgn="base">
              <a:spcBef>
                <a:spcPct val="50000"/>
              </a:spcBef>
              <a:spcAft>
                <a:spcPct val="0"/>
              </a:spcAft>
              <a:buClr>
                <a:srgbClr val="F0AB00"/>
              </a:buClr>
              <a:buSzPct val="80000"/>
            </a:pPr>
            <a:r>
              <a:rPr lang="en-US" sz="1000" kern="0" dirty="0">
                <a:solidFill>
                  <a:schemeClr val="bg1"/>
                </a:solidFill>
                <a:latin typeface="72 Brand" panose="020B0504030603020204" pitchFamily="34" charset="0"/>
                <a:ea typeface="Arial Unicode MS" pitchFamily="34" charset="-128"/>
                <a:cs typeface="Arial Unicode MS" pitchFamily="34" charset="-128"/>
                <a:sym typeface="Arial"/>
              </a:rPr>
              <a:t>Exercise 1.2</a:t>
            </a:r>
          </a:p>
        </p:txBody>
      </p:sp>
      <p:sp>
        <p:nvSpPr>
          <p:cNvPr id="14" name="Gefaltete Ecke 6">
            <a:extLst>
              <a:ext uri="{FF2B5EF4-FFF2-40B4-BE49-F238E27FC236}">
                <a16:creationId xmlns:a16="http://schemas.microsoft.com/office/drawing/2014/main" id="{81DD934F-E9F7-0113-43B2-CE595B6FE358}"/>
              </a:ext>
            </a:extLst>
          </p:cNvPr>
          <p:cNvSpPr/>
          <p:nvPr/>
        </p:nvSpPr>
        <p:spPr bwMode="gray">
          <a:xfrm>
            <a:off x="5033098" y="2274242"/>
            <a:ext cx="3019736" cy="898971"/>
          </a:xfrm>
          <a:prstGeom prst="rect">
            <a:avLst/>
          </a:prstGeom>
          <a:solidFill>
            <a:srgbClr val="EAECEE"/>
          </a:solidFill>
          <a:ln w="25400" algn="ctr">
            <a:noFill/>
            <a:miter lim="800000"/>
            <a:headEnd/>
            <a:tailEnd/>
          </a:ln>
        </p:spPr>
        <p:txBody>
          <a:bodyPr lIns="36000" tIns="72000" rIns="36000" bIns="0" rtlCol="0" anchor="ctr" anchorCtr="0"/>
          <a:lstStyle/>
          <a:p>
            <a:pPr algn="ctr" defTabSz="1088558"/>
            <a:r>
              <a:rPr lang="en-US" sz="1050" dirty="0">
                <a:latin typeface="72 Brand" panose="020B0504030603020204" pitchFamily="34" charset="0"/>
                <a:cs typeface="72" panose="020B0503030000000003" pitchFamily="34" charset="0"/>
              </a:rPr>
              <a:t>Create custom UI</a:t>
            </a:r>
          </a:p>
          <a:p>
            <a:pPr algn="ctr" defTabSz="1088558"/>
            <a:endParaRPr lang="en-US" sz="1050" dirty="0">
              <a:solidFill>
                <a:srgbClr val="12171C"/>
              </a:solidFill>
              <a:latin typeface="72 Brand" panose="020B0504030603020204" pitchFamily="34" charset="0"/>
              <a:cs typeface="Times New Roman"/>
            </a:endParaRPr>
          </a:p>
        </p:txBody>
      </p:sp>
      <p:sp>
        <p:nvSpPr>
          <p:cNvPr id="15" name="Gefaltete Ecke 6">
            <a:extLst>
              <a:ext uri="{FF2B5EF4-FFF2-40B4-BE49-F238E27FC236}">
                <a16:creationId xmlns:a16="http://schemas.microsoft.com/office/drawing/2014/main" id="{EFE6516B-34AA-28CF-0C7A-833DBBD7E12B}"/>
              </a:ext>
            </a:extLst>
          </p:cNvPr>
          <p:cNvSpPr/>
          <p:nvPr/>
        </p:nvSpPr>
        <p:spPr bwMode="gray">
          <a:xfrm>
            <a:off x="4992834" y="2273213"/>
            <a:ext cx="45125" cy="898971"/>
          </a:xfrm>
          <a:prstGeom prst="rect">
            <a:avLst/>
          </a:prstGeom>
          <a:solidFill>
            <a:srgbClr val="97DD40"/>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2" name="Rounded Rectangle 2">
            <a:extLst>
              <a:ext uri="{FF2B5EF4-FFF2-40B4-BE49-F238E27FC236}">
                <a16:creationId xmlns:a16="http://schemas.microsoft.com/office/drawing/2014/main" id="{5ED41D4A-FF9B-DFDA-70B3-9F71BC59F4A4}"/>
              </a:ext>
            </a:extLst>
          </p:cNvPr>
          <p:cNvSpPr/>
          <p:nvPr/>
        </p:nvSpPr>
        <p:spPr bwMode="gray">
          <a:xfrm>
            <a:off x="501650" y="810962"/>
            <a:ext cx="722700" cy="233316"/>
          </a:xfrm>
          <a:prstGeom prst="roundRect">
            <a:avLst>
              <a:gd name="adj" fmla="val 21664"/>
            </a:avLst>
          </a:prstGeom>
          <a:solidFill>
            <a:srgbClr val="36A41D"/>
          </a:solidFill>
          <a:ln w="19050" cap="rnd" cmpd="sng">
            <a:noFill/>
            <a:headEnd/>
            <a:tailEnd/>
          </a:ln>
          <a:effectLst/>
        </p:spPr>
        <p:style>
          <a:lnRef idx="3">
            <a:schemeClr val="lt1"/>
          </a:lnRef>
          <a:fillRef idx="1">
            <a:schemeClr val="accent6"/>
          </a:fillRef>
          <a:effectRef idx="1">
            <a:schemeClr val="accent6"/>
          </a:effectRef>
          <a:fontRef idx="minor">
            <a:schemeClr val="lt1"/>
          </a:fontRef>
        </p:style>
        <p:txBody>
          <a:bodyPr wrap="square" lIns="0" tIns="0" rIns="0" bIns="0" rtlCol="0" anchor="ctr">
            <a:noAutofit/>
          </a:bodyPr>
          <a:lstStyle/>
          <a:p>
            <a:pPr algn="ctr" fontAlgn="base">
              <a:spcBef>
                <a:spcPct val="50000"/>
              </a:spcBef>
              <a:spcAft>
                <a:spcPct val="0"/>
              </a:spcAft>
              <a:buClr>
                <a:srgbClr val="F0AB00"/>
              </a:buClr>
              <a:buSzPct val="80000"/>
            </a:pPr>
            <a:r>
              <a:rPr lang="en-US" sz="1000" kern="0" dirty="0">
                <a:solidFill>
                  <a:schemeClr val="bg1"/>
                </a:solidFill>
                <a:latin typeface="72 Brand" panose="020B0504030603020204" pitchFamily="34" charset="0"/>
                <a:ea typeface="Arial Unicode MS" pitchFamily="34" charset="-128"/>
                <a:cs typeface="Arial Unicode MS" pitchFamily="34" charset="-128"/>
                <a:sym typeface="Arial"/>
              </a:rPr>
              <a:t>Example</a:t>
            </a:r>
          </a:p>
        </p:txBody>
      </p:sp>
    </p:spTree>
    <p:extLst>
      <p:ext uri="{BB962C8B-B14F-4D97-AF65-F5344CB8AC3E}">
        <p14:creationId xmlns:p14="http://schemas.microsoft.com/office/powerpoint/2010/main" val="10458398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5687534-37F0-4F1F-9768-F593DA7323D9}"/>
            </a:ext>
          </a:extLst>
        </p:cNvPr>
        <p:cNvGrpSpPr/>
        <p:nvPr/>
      </p:nvGrpSpPr>
      <p:grpSpPr>
        <a:xfrm>
          <a:off x="0" y="0"/>
          <a:ext cx="0" cy="0"/>
          <a:chOff x="0" y="0"/>
          <a:chExt cx="0" cy="0"/>
        </a:xfrm>
      </p:grpSpPr>
      <p:sp>
        <p:nvSpPr>
          <p:cNvPr id="12" name="Titel 11">
            <a:extLst>
              <a:ext uri="{FF2B5EF4-FFF2-40B4-BE49-F238E27FC236}">
                <a16:creationId xmlns:a16="http://schemas.microsoft.com/office/drawing/2014/main" id="{7D331FF0-1222-8BAA-2DF5-B17C76F834CB}"/>
              </a:ext>
            </a:extLst>
          </p:cNvPr>
          <p:cNvSpPr>
            <a:spLocks noGrp="1"/>
          </p:cNvSpPr>
          <p:nvPr>
            <p:ph type="title"/>
          </p:nvPr>
        </p:nvSpPr>
        <p:spPr>
          <a:xfrm>
            <a:off x="504001" y="504000"/>
            <a:ext cx="11186476" cy="1231106"/>
          </a:xfrm>
        </p:spPr>
        <p:txBody>
          <a:bodyPr/>
          <a:lstStyle/>
          <a:p>
            <a:r>
              <a:rPr lang="en-US" sz="2000" dirty="0"/>
              <a:t>Extension Technology per Extension Task Mapping – Scene 04 Sales Order post into Cloud ERP</a:t>
            </a:r>
            <a:br>
              <a:rPr lang="en-US" sz="2000" b="1" kern="0" dirty="0">
                <a:highlight>
                  <a:srgbClr val="FF00FF"/>
                </a:highlight>
                <a:latin typeface="72 Brand" panose="020B0504030603020204" pitchFamily="34" charset="0"/>
                <a:ea typeface="Arial Unicode MS" pitchFamily="34" charset="-128"/>
                <a:cs typeface="Arial Unicode MS" pitchFamily="34" charset="-128"/>
              </a:rPr>
            </a:br>
            <a:br>
              <a:rPr lang="en-US" sz="2000" dirty="0"/>
            </a:br>
            <a:br>
              <a:rPr lang="en-US" sz="2000" dirty="0"/>
            </a:br>
            <a:endParaRPr lang="en-US" sz="2000" dirty="0"/>
          </a:p>
        </p:txBody>
      </p:sp>
      <p:sp>
        <p:nvSpPr>
          <p:cNvPr id="171" name="Rechteck 28">
            <a:extLst>
              <a:ext uri="{FF2B5EF4-FFF2-40B4-BE49-F238E27FC236}">
                <a16:creationId xmlns:a16="http://schemas.microsoft.com/office/drawing/2014/main" id="{6581F3E5-2B8B-AC36-CB44-5C401705902A}"/>
              </a:ext>
            </a:extLst>
          </p:cNvPr>
          <p:cNvSpPr/>
          <p:nvPr/>
        </p:nvSpPr>
        <p:spPr bwMode="gray">
          <a:xfrm>
            <a:off x="1340321" y="1254896"/>
            <a:ext cx="3348000" cy="5000248"/>
          </a:xfrm>
          <a:prstGeom prst="roundRect">
            <a:avLst>
              <a:gd name="adj" fmla="val 1619"/>
            </a:avLst>
          </a:prstGeom>
          <a:noFill/>
          <a:ln w="15875" algn="ctr">
            <a:solidFill>
              <a:srgbClr val="A9B4BE"/>
            </a:solidFill>
            <a:miter lim="800000"/>
            <a:headEnd/>
            <a:tailEnd/>
            <a:extLst>
              <a:ext uri="{C807C97D-BFC1-408E-A445-0C87EB9F89A2}">
                <ask:lineSketchStyleProps xmlns:ask="http://schemas.microsoft.com/office/drawing/2018/sketchyshapes" sd="1219033472">
                  <a:custGeom>
                    <a:avLst/>
                    <a:gdLst>
                      <a:gd name="connsiteX0" fmla="*/ 0 w 3384000"/>
                      <a:gd name="connsiteY0" fmla="*/ 0 h 5039142"/>
                      <a:gd name="connsiteX1" fmla="*/ 642960 w 3384000"/>
                      <a:gd name="connsiteY1" fmla="*/ 0 h 5039142"/>
                      <a:gd name="connsiteX2" fmla="*/ 1218240 w 3384000"/>
                      <a:gd name="connsiteY2" fmla="*/ 0 h 5039142"/>
                      <a:gd name="connsiteX3" fmla="*/ 1962720 w 3384000"/>
                      <a:gd name="connsiteY3" fmla="*/ 0 h 5039142"/>
                      <a:gd name="connsiteX4" fmla="*/ 2605680 w 3384000"/>
                      <a:gd name="connsiteY4" fmla="*/ 0 h 5039142"/>
                      <a:gd name="connsiteX5" fmla="*/ 3384000 w 3384000"/>
                      <a:gd name="connsiteY5" fmla="*/ 0 h 5039142"/>
                      <a:gd name="connsiteX6" fmla="*/ 3384000 w 3384000"/>
                      <a:gd name="connsiteY6" fmla="*/ 730676 h 5039142"/>
                      <a:gd name="connsiteX7" fmla="*/ 3384000 w 3384000"/>
                      <a:gd name="connsiteY7" fmla="*/ 1360568 h 5039142"/>
                      <a:gd name="connsiteX8" fmla="*/ 3384000 w 3384000"/>
                      <a:gd name="connsiteY8" fmla="*/ 1990461 h 5039142"/>
                      <a:gd name="connsiteX9" fmla="*/ 3384000 w 3384000"/>
                      <a:gd name="connsiteY9" fmla="*/ 2519571 h 5039142"/>
                      <a:gd name="connsiteX10" fmla="*/ 3384000 w 3384000"/>
                      <a:gd name="connsiteY10" fmla="*/ 3048681 h 5039142"/>
                      <a:gd name="connsiteX11" fmla="*/ 3384000 w 3384000"/>
                      <a:gd name="connsiteY11" fmla="*/ 3678574 h 5039142"/>
                      <a:gd name="connsiteX12" fmla="*/ 3384000 w 3384000"/>
                      <a:gd name="connsiteY12" fmla="*/ 4358858 h 5039142"/>
                      <a:gd name="connsiteX13" fmla="*/ 3384000 w 3384000"/>
                      <a:gd name="connsiteY13" fmla="*/ 5039142 h 5039142"/>
                      <a:gd name="connsiteX14" fmla="*/ 2707200 w 3384000"/>
                      <a:gd name="connsiteY14" fmla="*/ 5039142 h 5039142"/>
                      <a:gd name="connsiteX15" fmla="*/ 2098080 w 3384000"/>
                      <a:gd name="connsiteY15" fmla="*/ 5039142 h 5039142"/>
                      <a:gd name="connsiteX16" fmla="*/ 1421280 w 3384000"/>
                      <a:gd name="connsiteY16" fmla="*/ 5039142 h 5039142"/>
                      <a:gd name="connsiteX17" fmla="*/ 676800 w 3384000"/>
                      <a:gd name="connsiteY17" fmla="*/ 5039142 h 5039142"/>
                      <a:gd name="connsiteX18" fmla="*/ 0 w 3384000"/>
                      <a:gd name="connsiteY18" fmla="*/ 5039142 h 5039142"/>
                      <a:gd name="connsiteX19" fmla="*/ 0 w 3384000"/>
                      <a:gd name="connsiteY19" fmla="*/ 4560424 h 5039142"/>
                      <a:gd name="connsiteX20" fmla="*/ 0 w 3384000"/>
                      <a:gd name="connsiteY20" fmla="*/ 4031314 h 5039142"/>
                      <a:gd name="connsiteX21" fmla="*/ 0 w 3384000"/>
                      <a:gd name="connsiteY21" fmla="*/ 3451812 h 5039142"/>
                      <a:gd name="connsiteX22" fmla="*/ 0 w 3384000"/>
                      <a:gd name="connsiteY22" fmla="*/ 2721137 h 5039142"/>
                      <a:gd name="connsiteX23" fmla="*/ 0 w 3384000"/>
                      <a:gd name="connsiteY23" fmla="*/ 2091244 h 5039142"/>
                      <a:gd name="connsiteX24" fmla="*/ 0 w 3384000"/>
                      <a:gd name="connsiteY24" fmla="*/ 1511743 h 5039142"/>
                      <a:gd name="connsiteX25" fmla="*/ 0 w 3384000"/>
                      <a:gd name="connsiteY25" fmla="*/ 1033024 h 5039142"/>
                      <a:gd name="connsiteX26" fmla="*/ 0 w 3384000"/>
                      <a:gd name="connsiteY26" fmla="*/ 554306 h 5039142"/>
                      <a:gd name="connsiteX27" fmla="*/ 0 w 3384000"/>
                      <a:gd name="connsiteY27" fmla="*/ 0 h 50391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3384000" h="5039142" extrusionOk="0">
                        <a:moveTo>
                          <a:pt x="0" y="0"/>
                        </a:moveTo>
                        <a:cubicBezTo>
                          <a:pt x="271185" y="29039"/>
                          <a:pt x="328782" y="-28129"/>
                          <a:pt x="642960" y="0"/>
                        </a:cubicBezTo>
                        <a:cubicBezTo>
                          <a:pt x="957138" y="28129"/>
                          <a:pt x="1032733" y="9365"/>
                          <a:pt x="1218240" y="0"/>
                        </a:cubicBezTo>
                        <a:cubicBezTo>
                          <a:pt x="1403747" y="-9365"/>
                          <a:pt x="1722595" y="19949"/>
                          <a:pt x="1962720" y="0"/>
                        </a:cubicBezTo>
                        <a:cubicBezTo>
                          <a:pt x="2202845" y="-19949"/>
                          <a:pt x="2294374" y="-15471"/>
                          <a:pt x="2605680" y="0"/>
                        </a:cubicBezTo>
                        <a:cubicBezTo>
                          <a:pt x="2916986" y="15471"/>
                          <a:pt x="3056482" y="-1523"/>
                          <a:pt x="3384000" y="0"/>
                        </a:cubicBezTo>
                        <a:cubicBezTo>
                          <a:pt x="3391804" y="351232"/>
                          <a:pt x="3398473" y="465272"/>
                          <a:pt x="3384000" y="730676"/>
                        </a:cubicBezTo>
                        <a:cubicBezTo>
                          <a:pt x="3369527" y="996080"/>
                          <a:pt x="3364958" y="1100114"/>
                          <a:pt x="3384000" y="1360568"/>
                        </a:cubicBezTo>
                        <a:cubicBezTo>
                          <a:pt x="3403042" y="1621022"/>
                          <a:pt x="3401480" y="1745457"/>
                          <a:pt x="3384000" y="1990461"/>
                        </a:cubicBezTo>
                        <a:cubicBezTo>
                          <a:pt x="3366520" y="2235465"/>
                          <a:pt x="3400781" y="2334793"/>
                          <a:pt x="3384000" y="2519571"/>
                        </a:cubicBezTo>
                        <a:cubicBezTo>
                          <a:pt x="3367220" y="2704349"/>
                          <a:pt x="3395504" y="2938777"/>
                          <a:pt x="3384000" y="3048681"/>
                        </a:cubicBezTo>
                        <a:cubicBezTo>
                          <a:pt x="3372497" y="3158585"/>
                          <a:pt x="3379870" y="3417460"/>
                          <a:pt x="3384000" y="3678574"/>
                        </a:cubicBezTo>
                        <a:cubicBezTo>
                          <a:pt x="3388130" y="3939688"/>
                          <a:pt x="3390425" y="4135215"/>
                          <a:pt x="3384000" y="4358858"/>
                        </a:cubicBezTo>
                        <a:cubicBezTo>
                          <a:pt x="3377575" y="4582501"/>
                          <a:pt x="3393976" y="4724127"/>
                          <a:pt x="3384000" y="5039142"/>
                        </a:cubicBezTo>
                        <a:cubicBezTo>
                          <a:pt x="3046876" y="5050303"/>
                          <a:pt x="2922171" y="5035741"/>
                          <a:pt x="2707200" y="5039142"/>
                        </a:cubicBezTo>
                        <a:cubicBezTo>
                          <a:pt x="2492229" y="5042543"/>
                          <a:pt x="2335721" y="5011483"/>
                          <a:pt x="2098080" y="5039142"/>
                        </a:cubicBezTo>
                        <a:cubicBezTo>
                          <a:pt x="1860439" y="5066801"/>
                          <a:pt x="1648647" y="5069859"/>
                          <a:pt x="1421280" y="5039142"/>
                        </a:cubicBezTo>
                        <a:cubicBezTo>
                          <a:pt x="1193913" y="5008425"/>
                          <a:pt x="980245" y="5075806"/>
                          <a:pt x="676800" y="5039142"/>
                        </a:cubicBezTo>
                        <a:cubicBezTo>
                          <a:pt x="373355" y="5002478"/>
                          <a:pt x="186733" y="5035812"/>
                          <a:pt x="0" y="5039142"/>
                        </a:cubicBezTo>
                        <a:cubicBezTo>
                          <a:pt x="18411" y="4868054"/>
                          <a:pt x="-5364" y="4775031"/>
                          <a:pt x="0" y="4560424"/>
                        </a:cubicBezTo>
                        <a:cubicBezTo>
                          <a:pt x="5364" y="4345817"/>
                          <a:pt x="-22783" y="4255096"/>
                          <a:pt x="0" y="4031314"/>
                        </a:cubicBezTo>
                        <a:cubicBezTo>
                          <a:pt x="22783" y="3807532"/>
                          <a:pt x="-17666" y="3647596"/>
                          <a:pt x="0" y="3451812"/>
                        </a:cubicBezTo>
                        <a:cubicBezTo>
                          <a:pt x="17666" y="3256028"/>
                          <a:pt x="-29825" y="2916710"/>
                          <a:pt x="0" y="2721137"/>
                        </a:cubicBezTo>
                        <a:cubicBezTo>
                          <a:pt x="29825" y="2525565"/>
                          <a:pt x="-727" y="2310220"/>
                          <a:pt x="0" y="2091244"/>
                        </a:cubicBezTo>
                        <a:cubicBezTo>
                          <a:pt x="727" y="1872268"/>
                          <a:pt x="14542" y="1755568"/>
                          <a:pt x="0" y="1511743"/>
                        </a:cubicBezTo>
                        <a:cubicBezTo>
                          <a:pt x="-14542" y="1267918"/>
                          <a:pt x="6462" y="1213297"/>
                          <a:pt x="0" y="1033024"/>
                        </a:cubicBezTo>
                        <a:cubicBezTo>
                          <a:pt x="-6462" y="852751"/>
                          <a:pt x="-17725" y="738390"/>
                          <a:pt x="0" y="554306"/>
                        </a:cubicBezTo>
                        <a:cubicBezTo>
                          <a:pt x="17725" y="370222"/>
                          <a:pt x="-24059" y="115157"/>
                          <a:pt x="0" y="0"/>
                        </a:cubicBezTo>
                        <a:close/>
                      </a:path>
                    </a:pathLst>
                  </a:custGeom>
                  <ask:type>
                    <ask:lineSketchNone/>
                  </ask:type>
                </ask:lineSketchStyleProps>
              </a:ext>
            </a:extLst>
          </a:ln>
        </p:spPr>
        <p:txBody>
          <a:bodyPr lIns="90000" tIns="54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000" b="0" i="0" u="none" strike="noStrike" kern="0" cap="none" spc="0" normalizeH="0" baseline="0" noProof="0">
                <a:ln>
                  <a:noFill/>
                </a:ln>
                <a:solidFill>
                  <a:srgbClr val="12171C"/>
                </a:solidFill>
                <a:effectLst/>
                <a:uLnTx/>
                <a:uFillTx/>
                <a:latin typeface="72 Brand" panose="020B0504030603020204" pitchFamily="34" charset="0"/>
                <a:ea typeface="Arial Unicode MS" pitchFamily="34" charset="-128"/>
                <a:cs typeface="72" panose="020B0503030000000003" pitchFamily="34" charset="0"/>
              </a:rPr>
              <a:t>Phase 1</a:t>
            </a:r>
            <a:endParaRPr kumimoji="0" lang="en-US" sz="1000" b="0" u="none" strike="noStrike" kern="0" cap="none" spc="0" normalizeH="0" baseline="0" noProof="0">
              <a:ln>
                <a:noFill/>
              </a:ln>
              <a:solidFill>
                <a:srgbClr val="12171C"/>
              </a:solidFill>
              <a:effectLst/>
              <a:uLnTx/>
              <a:uFillTx/>
              <a:latin typeface="72 Brand" panose="020B0504030603020204" pitchFamily="34" charset="0"/>
              <a:ea typeface="Arial Unicode MS" pitchFamily="34" charset="-128"/>
              <a:cs typeface="72" panose="020B0503030000000003" pitchFamily="34" charset="0"/>
            </a:endParaRPr>
          </a:p>
        </p:txBody>
      </p:sp>
      <p:sp>
        <p:nvSpPr>
          <p:cNvPr id="172" name="Gefaltete Ecke 13">
            <a:extLst>
              <a:ext uri="{FF2B5EF4-FFF2-40B4-BE49-F238E27FC236}">
                <a16:creationId xmlns:a16="http://schemas.microsoft.com/office/drawing/2014/main" id="{219F5B05-804D-A935-72A4-A56E0F02275B}"/>
              </a:ext>
            </a:extLst>
          </p:cNvPr>
          <p:cNvSpPr/>
          <p:nvPr/>
        </p:nvSpPr>
        <p:spPr bwMode="gray">
          <a:xfrm>
            <a:off x="1484320" y="1574264"/>
            <a:ext cx="3061607" cy="634069"/>
          </a:xfrm>
          <a:prstGeom prst="rect">
            <a:avLst/>
          </a:prstGeom>
          <a:solidFill>
            <a:srgbClr val="EAECEE"/>
          </a:solidFill>
          <a:ln w="25400" algn="ctr">
            <a:noFill/>
            <a:miter lim="800000"/>
            <a:headEnd/>
            <a:tailEnd/>
          </a:ln>
        </p:spPr>
        <p:txBody>
          <a:bodyPr lIns="0" tIns="0" rIns="0" bIns="0" rtlCol="0" anchor="ctr" anchorCtr="0"/>
          <a:lstStyle/>
          <a:p>
            <a:pPr algn="ctr" defTabSz="914400" fontAlgn="base">
              <a:spcBef>
                <a:spcPct val="50000"/>
              </a:spcBef>
              <a:spcAft>
                <a:spcPct val="0"/>
              </a:spcAft>
              <a:buClr>
                <a:srgbClr val="F0AB00"/>
              </a:buClr>
              <a:buSzPct val="80000"/>
            </a:pPr>
            <a:r>
              <a:rPr lang="en-US" sz="900" kern="0" dirty="0">
                <a:latin typeface="72 Brand" panose="020B0504030603020204" pitchFamily="34" charset="0"/>
                <a:ea typeface="Arial Unicode MS" pitchFamily="34" charset="-128"/>
                <a:cs typeface="Arial Unicode MS" pitchFamily="34" charset="-128"/>
              </a:rPr>
              <a:t>Scene 04:</a:t>
            </a:r>
          </a:p>
          <a:p>
            <a:pPr algn="ctr" defTabSz="914400" fontAlgn="base">
              <a:spcBef>
                <a:spcPct val="50000"/>
              </a:spcBef>
              <a:spcAft>
                <a:spcPct val="0"/>
              </a:spcAft>
              <a:buClr>
                <a:srgbClr val="F0AB00"/>
              </a:buClr>
              <a:buSzPct val="80000"/>
            </a:pPr>
            <a:r>
              <a:rPr lang="en-US" sz="900" b="1" kern="0" dirty="0">
                <a:latin typeface="72 Brand" panose="020B0504030603020204" pitchFamily="34" charset="0"/>
                <a:ea typeface="Arial Unicode MS" pitchFamily="34" charset="-128"/>
                <a:cs typeface="Arial Unicode MS" pitchFamily="34" charset="-128"/>
              </a:rPr>
              <a:t>Sales Order post into Cloud ERP </a:t>
            </a:r>
          </a:p>
        </p:txBody>
      </p:sp>
      <p:sp>
        <p:nvSpPr>
          <p:cNvPr id="193" name="Gefaltete Ecke 6">
            <a:extLst>
              <a:ext uri="{FF2B5EF4-FFF2-40B4-BE49-F238E27FC236}">
                <a16:creationId xmlns:a16="http://schemas.microsoft.com/office/drawing/2014/main" id="{EF62E1F7-63CD-902F-2480-539B3D1ACCDC}"/>
              </a:ext>
            </a:extLst>
          </p:cNvPr>
          <p:cNvSpPr/>
          <p:nvPr/>
        </p:nvSpPr>
        <p:spPr bwMode="gray">
          <a:xfrm>
            <a:off x="1526191" y="3230647"/>
            <a:ext cx="1451883" cy="898971"/>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Post sales order</a:t>
            </a:r>
          </a:p>
        </p:txBody>
      </p:sp>
      <p:sp>
        <p:nvSpPr>
          <p:cNvPr id="189" name="Gefaltete Ecke 6">
            <a:extLst>
              <a:ext uri="{FF2B5EF4-FFF2-40B4-BE49-F238E27FC236}">
                <a16:creationId xmlns:a16="http://schemas.microsoft.com/office/drawing/2014/main" id="{0B06AD78-2DD7-B139-6903-24155F6216AE}"/>
              </a:ext>
            </a:extLst>
          </p:cNvPr>
          <p:cNvSpPr/>
          <p:nvPr/>
        </p:nvSpPr>
        <p:spPr bwMode="gray">
          <a:xfrm>
            <a:off x="1526191" y="4187052"/>
            <a:ext cx="1451883" cy="898971"/>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SAP S/4HANA Cloud Public Edition</a:t>
            </a:r>
          </a:p>
        </p:txBody>
      </p:sp>
      <p:sp>
        <p:nvSpPr>
          <p:cNvPr id="184" name="Gefaltete Ecke 6">
            <a:extLst>
              <a:ext uri="{FF2B5EF4-FFF2-40B4-BE49-F238E27FC236}">
                <a16:creationId xmlns:a16="http://schemas.microsoft.com/office/drawing/2014/main" id="{7435FAFC-3663-7F71-18CC-D56E1542BC0D}"/>
              </a:ext>
            </a:extLst>
          </p:cNvPr>
          <p:cNvSpPr/>
          <p:nvPr/>
        </p:nvSpPr>
        <p:spPr bwMode="gray">
          <a:xfrm>
            <a:off x="1485927" y="5142428"/>
            <a:ext cx="45125" cy="898971"/>
          </a:xfrm>
          <a:prstGeom prst="rect">
            <a:avLst/>
          </a:prstGeom>
          <a:solidFill>
            <a:srgbClr val="7858FF"/>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185" name="Gefaltete Ecke 6">
            <a:extLst>
              <a:ext uri="{FF2B5EF4-FFF2-40B4-BE49-F238E27FC236}">
                <a16:creationId xmlns:a16="http://schemas.microsoft.com/office/drawing/2014/main" id="{443B06D1-3AA5-3E32-742A-02C117F6E087}"/>
              </a:ext>
            </a:extLst>
          </p:cNvPr>
          <p:cNvSpPr/>
          <p:nvPr/>
        </p:nvSpPr>
        <p:spPr bwMode="gray">
          <a:xfrm>
            <a:off x="1526191" y="5143457"/>
            <a:ext cx="1451883" cy="898971"/>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Sales order</a:t>
            </a:r>
          </a:p>
        </p:txBody>
      </p:sp>
      <p:sp>
        <p:nvSpPr>
          <p:cNvPr id="198" name="Rechteck 28">
            <a:extLst>
              <a:ext uri="{FF2B5EF4-FFF2-40B4-BE49-F238E27FC236}">
                <a16:creationId xmlns:a16="http://schemas.microsoft.com/office/drawing/2014/main" id="{22EA9049-A354-BD1D-8125-84DFB90FF875}"/>
              </a:ext>
            </a:extLst>
          </p:cNvPr>
          <p:cNvSpPr/>
          <p:nvPr/>
        </p:nvSpPr>
        <p:spPr bwMode="gray">
          <a:xfrm>
            <a:off x="4848834" y="1254896"/>
            <a:ext cx="3348000" cy="5000248"/>
          </a:xfrm>
          <a:prstGeom prst="roundRect">
            <a:avLst>
              <a:gd name="adj" fmla="val 1619"/>
            </a:avLst>
          </a:prstGeom>
          <a:noFill/>
          <a:ln w="15875" algn="ctr">
            <a:solidFill>
              <a:srgbClr val="A9B4BE"/>
            </a:solidFill>
            <a:miter lim="800000"/>
            <a:headEnd/>
            <a:tailEnd/>
            <a:extLst>
              <a:ext uri="{C807C97D-BFC1-408E-A445-0C87EB9F89A2}">
                <ask:lineSketchStyleProps xmlns:ask="http://schemas.microsoft.com/office/drawing/2018/sketchyshapes" sd="1219033472">
                  <a:custGeom>
                    <a:avLst/>
                    <a:gdLst>
                      <a:gd name="connsiteX0" fmla="*/ 0 w 3384000"/>
                      <a:gd name="connsiteY0" fmla="*/ 0 h 5039142"/>
                      <a:gd name="connsiteX1" fmla="*/ 642960 w 3384000"/>
                      <a:gd name="connsiteY1" fmla="*/ 0 h 5039142"/>
                      <a:gd name="connsiteX2" fmla="*/ 1218240 w 3384000"/>
                      <a:gd name="connsiteY2" fmla="*/ 0 h 5039142"/>
                      <a:gd name="connsiteX3" fmla="*/ 1962720 w 3384000"/>
                      <a:gd name="connsiteY3" fmla="*/ 0 h 5039142"/>
                      <a:gd name="connsiteX4" fmla="*/ 2605680 w 3384000"/>
                      <a:gd name="connsiteY4" fmla="*/ 0 h 5039142"/>
                      <a:gd name="connsiteX5" fmla="*/ 3384000 w 3384000"/>
                      <a:gd name="connsiteY5" fmla="*/ 0 h 5039142"/>
                      <a:gd name="connsiteX6" fmla="*/ 3384000 w 3384000"/>
                      <a:gd name="connsiteY6" fmla="*/ 730676 h 5039142"/>
                      <a:gd name="connsiteX7" fmla="*/ 3384000 w 3384000"/>
                      <a:gd name="connsiteY7" fmla="*/ 1360568 h 5039142"/>
                      <a:gd name="connsiteX8" fmla="*/ 3384000 w 3384000"/>
                      <a:gd name="connsiteY8" fmla="*/ 1990461 h 5039142"/>
                      <a:gd name="connsiteX9" fmla="*/ 3384000 w 3384000"/>
                      <a:gd name="connsiteY9" fmla="*/ 2519571 h 5039142"/>
                      <a:gd name="connsiteX10" fmla="*/ 3384000 w 3384000"/>
                      <a:gd name="connsiteY10" fmla="*/ 3048681 h 5039142"/>
                      <a:gd name="connsiteX11" fmla="*/ 3384000 w 3384000"/>
                      <a:gd name="connsiteY11" fmla="*/ 3678574 h 5039142"/>
                      <a:gd name="connsiteX12" fmla="*/ 3384000 w 3384000"/>
                      <a:gd name="connsiteY12" fmla="*/ 4358858 h 5039142"/>
                      <a:gd name="connsiteX13" fmla="*/ 3384000 w 3384000"/>
                      <a:gd name="connsiteY13" fmla="*/ 5039142 h 5039142"/>
                      <a:gd name="connsiteX14" fmla="*/ 2707200 w 3384000"/>
                      <a:gd name="connsiteY14" fmla="*/ 5039142 h 5039142"/>
                      <a:gd name="connsiteX15" fmla="*/ 2098080 w 3384000"/>
                      <a:gd name="connsiteY15" fmla="*/ 5039142 h 5039142"/>
                      <a:gd name="connsiteX16" fmla="*/ 1421280 w 3384000"/>
                      <a:gd name="connsiteY16" fmla="*/ 5039142 h 5039142"/>
                      <a:gd name="connsiteX17" fmla="*/ 676800 w 3384000"/>
                      <a:gd name="connsiteY17" fmla="*/ 5039142 h 5039142"/>
                      <a:gd name="connsiteX18" fmla="*/ 0 w 3384000"/>
                      <a:gd name="connsiteY18" fmla="*/ 5039142 h 5039142"/>
                      <a:gd name="connsiteX19" fmla="*/ 0 w 3384000"/>
                      <a:gd name="connsiteY19" fmla="*/ 4560424 h 5039142"/>
                      <a:gd name="connsiteX20" fmla="*/ 0 w 3384000"/>
                      <a:gd name="connsiteY20" fmla="*/ 4031314 h 5039142"/>
                      <a:gd name="connsiteX21" fmla="*/ 0 w 3384000"/>
                      <a:gd name="connsiteY21" fmla="*/ 3451812 h 5039142"/>
                      <a:gd name="connsiteX22" fmla="*/ 0 w 3384000"/>
                      <a:gd name="connsiteY22" fmla="*/ 2721137 h 5039142"/>
                      <a:gd name="connsiteX23" fmla="*/ 0 w 3384000"/>
                      <a:gd name="connsiteY23" fmla="*/ 2091244 h 5039142"/>
                      <a:gd name="connsiteX24" fmla="*/ 0 w 3384000"/>
                      <a:gd name="connsiteY24" fmla="*/ 1511743 h 5039142"/>
                      <a:gd name="connsiteX25" fmla="*/ 0 w 3384000"/>
                      <a:gd name="connsiteY25" fmla="*/ 1033024 h 5039142"/>
                      <a:gd name="connsiteX26" fmla="*/ 0 w 3384000"/>
                      <a:gd name="connsiteY26" fmla="*/ 554306 h 5039142"/>
                      <a:gd name="connsiteX27" fmla="*/ 0 w 3384000"/>
                      <a:gd name="connsiteY27" fmla="*/ 0 h 50391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3384000" h="5039142" extrusionOk="0">
                        <a:moveTo>
                          <a:pt x="0" y="0"/>
                        </a:moveTo>
                        <a:cubicBezTo>
                          <a:pt x="271185" y="29039"/>
                          <a:pt x="328782" y="-28129"/>
                          <a:pt x="642960" y="0"/>
                        </a:cubicBezTo>
                        <a:cubicBezTo>
                          <a:pt x="957138" y="28129"/>
                          <a:pt x="1032733" y="9365"/>
                          <a:pt x="1218240" y="0"/>
                        </a:cubicBezTo>
                        <a:cubicBezTo>
                          <a:pt x="1403747" y="-9365"/>
                          <a:pt x="1722595" y="19949"/>
                          <a:pt x="1962720" y="0"/>
                        </a:cubicBezTo>
                        <a:cubicBezTo>
                          <a:pt x="2202845" y="-19949"/>
                          <a:pt x="2294374" y="-15471"/>
                          <a:pt x="2605680" y="0"/>
                        </a:cubicBezTo>
                        <a:cubicBezTo>
                          <a:pt x="2916986" y="15471"/>
                          <a:pt x="3056482" y="-1523"/>
                          <a:pt x="3384000" y="0"/>
                        </a:cubicBezTo>
                        <a:cubicBezTo>
                          <a:pt x="3391804" y="351232"/>
                          <a:pt x="3398473" y="465272"/>
                          <a:pt x="3384000" y="730676"/>
                        </a:cubicBezTo>
                        <a:cubicBezTo>
                          <a:pt x="3369527" y="996080"/>
                          <a:pt x="3364958" y="1100114"/>
                          <a:pt x="3384000" y="1360568"/>
                        </a:cubicBezTo>
                        <a:cubicBezTo>
                          <a:pt x="3403042" y="1621022"/>
                          <a:pt x="3401480" y="1745457"/>
                          <a:pt x="3384000" y="1990461"/>
                        </a:cubicBezTo>
                        <a:cubicBezTo>
                          <a:pt x="3366520" y="2235465"/>
                          <a:pt x="3400781" y="2334793"/>
                          <a:pt x="3384000" y="2519571"/>
                        </a:cubicBezTo>
                        <a:cubicBezTo>
                          <a:pt x="3367220" y="2704349"/>
                          <a:pt x="3395504" y="2938777"/>
                          <a:pt x="3384000" y="3048681"/>
                        </a:cubicBezTo>
                        <a:cubicBezTo>
                          <a:pt x="3372497" y="3158585"/>
                          <a:pt x="3379870" y="3417460"/>
                          <a:pt x="3384000" y="3678574"/>
                        </a:cubicBezTo>
                        <a:cubicBezTo>
                          <a:pt x="3388130" y="3939688"/>
                          <a:pt x="3390425" y="4135215"/>
                          <a:pt x="3384000" y="4358858"/>
                        </a:cubicBezTo>
                        <a:cubicBezTo>
                          <a:pt x="3377575" y="4582501"/>
                          <a:pt x="3393976" y="4724127"/>
                          <a:pt x="3384000" y="5039142"/>
                        </a:cubicBezTo>
                        <a:cubicBezTo>
                          <a:pt x="3046876" y="5050303"/>
                          <a:pt x="2922171" y="5035741"/>
                          <a:pt x="2707200" y="5039142"/>
                        </a:cubicBezTo>
                        <a:cubicBezTo>
                          <a:pt x="2492229" y="5042543"/>
                          <a:pt x="2335721" y="5011483"/>
                          <a:pt x="2098080" y="5039142"/>
                        </a:cubicBezTo>
                        <a:cubicBezTo>
                          <a:pt x="1860439" y="5066801"/>
                          <a:pt x="1648647" y="5069859"/>
                          <a:pt x="1421280" y="5039142"/>
                        </a:cubicBezTo>
                        <a:cubicBezTo>
                          <a:pt x="1193913" y="5008425"/>
                          <a:pt x="980245" y="5075806"/>
                          <a:pt x="676800" y="5039142"/>
                        </a:cubicBezTo>
                        <a:cubicBezTo>
                          <a:pt x="373355" y="5002478"/>
                          <a:pt x="186733" y="5035812"/>
                          <a:pt x="0" y="5039142"/>
                        </a:cubicBezTo>
                        <a:cubicBezTo>
                          <a:pt x="18411" y="4868054"/>
                          <a:pt x="-5364" y="4775031"/>
                          <a:pt x="0" y="4560424"/>
                        </a:cubicBezTo>
                        <a:cubicBezTo>
                          <a:pt x="5364" y="4345817"/>
                          <a:pt x="-22783" y="4255096"/>
                          <a:pt x="0" y="4031314"/>
                        </a:cubicBezTo>
                        <a:cubicBezTo>
                          <a:pt x="22783" y="3807532"/>
                          <a:pt x="-17666" y="3647596"/>
                          <a:pt x="0" y="3451812"/>
                        </a:cubicBezTo>
                        <a:cubicBezTo>
                          <a:pt x="17666" y="3256028"/>
                          <a:pt x="-29825" y="2916710"/>
                          <a:pt x="0" y="2721137"/>
                        </a:cubicBezTo>
                        <a:cubicBezTo>
                          <a:pt x="29825" y="2525565"/>
                          <a:pt x="-727" y="2310220"/>
                          <a:pt x="0" y="2091244"/>
                        </a:cubicBezTo>
                        <a:cubicBezTo>
                          <a:pt x="727" y="1872268"/>
                          <a:pt x="14542" y="1755568"/>
                          <a:pt x="0" y="1511743"/>
                        </a:cubicBezTo>
                        <a:cubicBezTo>
                          <a:pt x="-14542" y="1267918"/>
                          <a:pt x="6462" y="1213297"/>
                          <a:pt x="0" y="1033024"/>
                        </a:cubicBezTo>
                        <a:cubicBezTo>
                          <a:pt x="-6462" y="852751"/>
                          <a:pt x="-17725" y="738390"/>
                          <a:pt x="0" y="554306"/>
                        </a:cubicBezTo>
                        <a:cubicBezTo>
                          <a:pt x="17725" y="370222"/>
                          <a:pt x="-24059" y="115157"/>
                          <a:pt x="0" y="0"/>
                        </a:cubicBezTo>
                        <a:close/>
                      </a:path>
                    </a:pathLst>
                  </a:custGeom>
                  <ask:type>
                    <ask:lineSketchNone/>
                  </ask:type>
                </ask:lineSketchStyleProps>
              </a:ext>
            </a:extLst>
          </a:ln>
        </p:spPr>
        <p:txBody>
          <a:bodyPr lIns="90000" tIns="54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000" b="0" i="0" u="none" strike="noStrike" kern="0" cap="none" spc="0" normalizeH="0" baseline="0" noProof="0">
                <a:ln>
                  <a:noFill/>
                </a:ln>
                <a:solidFill>
                  <a:srgbClr val="12171C"/>
                </a:solidFill>
                <a:effectLst/>
                <a:uLnTx/>
                <a:uFillTx/>
                <a:latin typeface="72 Brand" panose="020B0504030603020204" pitchFamily="34" charset="0"/>
                <a:ea typeface="Arial Unicode MS" pitchFamily="34" charset="-128"/>
                <a:cs typeface="72" panose="020B0503030000000003" pitchFamily="34" charset="0"/>
              </a:rPr>
              <a:t>Phase 2</a:t>
            </a:r>
            <a:endParaRPr kumimoji="0" lang="en-US" sz="1000" b="0" u="none" strike="noStrike" kern="0" cap="none" spc="0" normalizeH="0" baseline="0" noProof="0">
              <a:ln>
                <a:noFill/>
              </a:ln>
              <a:solidFill>
                <a:srgbClr val="12171C"/>
              </a:solidFill>
              <a:effectLst/>
              <a:uLnTx/>
              <a:uFillTx/>
              <a:latin typeface="72 Brand" panose="020B0504030603020204" pitchFamily="34" charset="0"/>
              <a:ea typeface="Arial Unicode MS" pitchFamily="34" charset="-128"/>
              <a:cs typeface="72" panose="020B0503030000000003" pitchFamily="34" charset="0"/>
            </a:endParaRPr>
          </a:p>
        </p:txBody>
      </p:sp>
      <p:sp>
        <p:nvSpPr>
          <p:cNvPr id="199" name="Gefaltete Ecke 13">
            <a:extLst>
              <a:ext uri="{FF2B5EF4-FFF2-40B4-BE49-F238E27FC236}">
                <a16:creationId xmlns:a16="http://schemas.microsoft.com/office/drawing/2014/main" id="{6E57FDFA-DA63-08EF-D6DF-497C37832687}"/>
              </a:ext>
            </a:extLst>
          </p:cNvPr>
          <p:cNvSpPr/>
          <p:nvPr/>
        </p:nvSpPr>
        <p:spPr bwMode="gray">
          <a:xfrm>
            <a:off x="4992834" y="1574264"/>
            <a:ext cx="3060000" cy="634069"/>
          </a:xfrm>
          <a:prstGeom prst="rect">
            <a:avLst/>
          </a:prstGeom>
          <a:solidFill>
            <a:srgbClr val="EAECEE"/>
          </a:solidFill>
          <a:ln w="25400" algn="ctr">
            <a:noFill/>
            <a:miter lim="800000"/>
            <a:headEnd/>
            <a:tailEnd/>
          </a:ln>
        </p:spPr>
        <p:txBody>
          <a:bodyPr lIns="0" tIns="0" rIns="0" bIns="0" rtlCol="0" anchor="ctr" anchorCtr="0"/>
          <a:lstStyle/>
          <a:p>
            <a:pPr algn="ctr" defTabSz="914400" fontAlgn="base">
              <a:spcBef>
                <a:spcPct val="50000"/>
              </a:spcBef>
              <a:spcAft>
                <a:spcPct val="0"/>
              </a:spcAft>
              <a:buClr>
                <a:srgbClr val="F0AB00"/>
              </a:buClr>
              <a:buSzPct val="80000"/>
            </a:pPr>
            <a:r>
              <a:rPr lang="en-US" sz="900" kern="0">
                <a:solidFill>
                  <a:srgbClr val="12171C"/>
                </a:solidFill>
                <a:latin typeface="72 Brand" panose="020B0504030603020204" pitchFamily="34" charset="0"/>
                <a:ea typeface="Arial Unicode MS" pitchFamily="34" charset="-128"/>
                <a:cs typeface="72" panose="020B0503030000000003" pitchFamily="34" charset="0"/>
              </a:rPr>
              <a:t>Extension tasks</a:t>
            </a:r>
          </a:p>
        </p:txBody>
      </p:sp>
      <p:sp>
        <p:nvSpPr>
          <p:cNvPr id="200" name="Gefaltete Ecke 13">
            <a:extLst>
              <a:ext uri="{FF2B5EF4-FFF2-40B4-BE49-F238E27FC236}">
                <a16:creationId xmlns:a16="http://schemas.microsoft.com/office/drawing/2014/main" id="{40E6460C-88AE-7EC9-F543-644234651E32}"/>
              </a:ext>
            </a:extLst>
          </p:cNvPr>
          <p:cNvSpPr/>
          <p:nvPr/>
        </p:nvSpPr>
        <p:spPr bwMode="gray">
          <a:xfrm>
            <a:off x="8501347" y="1574264"/>
            <a:ext cx="3060000" cy="634069"/>
          </a:xfrm>
          <a:prstGeom prst="rect">
            <a:avLst/>
          </a:prstGeom>
          <a:solidFill>
            <a:srgbClr val="EAECEE"/>
          </a:solidFill>
          <a:ln w="25400" algn="ctr">
            <a:noFill/>
            <a:miter lim="800000"/>
            <a:headEnd/>
            <a:tailEnd/>
          </a:ln>
        </p:spPr>
        <p:txBody>
          <a:bodyPr lIns="0" tIns="0" rIns="0" bIns="0" rtlCol="0" anchor="ctr" anchorCtr="0"/>
          <a:lstStyle/>
          <a:p>
            <a:pPr algn="ctr" defTabSz="914400" fontAlgn="base">
              <a:spcBef>
                <a:spcPct val="50000"/>
              </a:spcBef>
              <a:spcAft>
                <a:spcPct val="0"/>
              </a:spcAft>
              <a:buClr>
                <a:srgbClr val="F0AB00"/>
              </a:buClr>
              <a:buSzPct val="80000"/>
            </a:pPr>
            <a:r>
              <a:rPr lang="en-US" sz="900" kern="0">
                <a:solidFill>
                  <a:srgbClr val="12171C"/>
                </a:solidFill>
                <a:latin typeface="72 Brand" panose="020B0504030603020204" pitchFamily="34" charset="0"/>
                <a:ea typeface="Arial Unicode MS" pitchFamily="34" charset="-128"/>
                <a:cs typeface="72" panose="020B0503030000000003" pitchFamily="34" charset="0"/>
              </a:rPr>
              <a:t>Technical extension building blocks</a:t>
            </a:r>
          </a:p>
        </p:txBody>
      </p:sp>
      <p:sp>
        <p:nvSpPr>
          <p:cNvPr id="201" name="Rechteck 28">
            <a:extLst>
              <a:ext uri="{FF2B5EF4-FFF2-40B4-BE49-F238E27FC236}">
                <a16:creationId xmlns:a16="http://schemas.microsoft.com/office/drawing/2014/main" id="{A92FF101-45DE-7DD2-CA32-4AD0F6C0D6FC}"/>
              </a:ext>
            </a:extLst>
          </p:cNvPr>
          <p:cNvSpPr/>
          <p:nvPr/>
        </p:nvSpPr>
        <p:spPr bwMode="gray">
          <a:xfrm>
            <a:off x="8357347" y="1254896"/>
            <a:ext cx="3348000" cy="5000248"/>
          </a:xfrm>
          <a:prstGeom prst="roundRect">
            <a:avLst>
              <a:gd name="adj" fmla="val 1619"/>
            </a:avLst>
          </a:prstGeom>
          <a:noFill/>
          <a:ln w="15875" algn="ctr">
            <a:solidFill>
              <a:srgbClr val="A9B4BE"/>
            </a:solidFill>
            <a:miter lim="800000"/>
            <a:headEnd/>
            <a:tailEnd/>
            <a:extLst>
              <a:ext uri="{C807C97D-BFC1-408E-A445-0C87EB9F89A2}">
                <ask:lineSketchStyleProps xmlns:ask="http://schemas.microsoft.com/office/drawing/2018/sketchyshapes" sd="1219033472">
                  <a:custGeom>
                    <a:avLst/>
                    <a:gdLst>
                      <a:gd name="connsiteX0" fmla="*/ 0 w 3384000"/>
                      <a:gd name="connsiteY0" fmla="*/ 0 h 5039142"/>
                      <a:gd name="connsiteX1" fmla="*/ 642960 w 3384000"/>
                      <a:gd name="connsiteY1" fmla="*/ 0 h 5039142"/>
                      <a:gd name="connsiteX2" fmla="*/ 1218240 w 3384000"/>
                      <a:gd name="connsiteY2" fmla="*/ 0 h 5039142"/>
                      <a:gd name="connsiteX3" fmla="*/ 1962720 w 3384000"/>
                      <a:gd name="connsiteY3" fmla="*/ 0 h 5039142"/>
                      <a:gd name="connsiteX4" fmla="*/ 2605680 w 3384000"/>
                      <a:gd name="connsiteY4" fmla="*/ 0 h 5039142"/>
                      <a:gd name="connsiteX5" fmla="*/ 3384000 w 3384000"/>
                      <a:gd name="connsiteY5" fmla="*/ 0 h 5039142"/>
                      <a:gd name="connsiteX6" fmla="*/ 3384000 w 3384000"/>
                      <a:gd name="connsiteY6" fmla="*/ 730676 h 5039142"/>
                      <a:gd name="connsiteX7" fmla="*/ 3384000 w 3384000"/>
                      <a:gd name="connsiteY7" fmla="*/ 1360568 h 5039142"/>
                      <a:gd name="connsiteX8" fmla="*/ 3384000 w 3384000"/>
                      <a:gd name="connsiteY8" fmla="*/ 1990461 h 5039142"/>
                      <a:gd name="connsiteX9" fmla="*/ 3384000 w 3384000"/>
                      <a:gd name="connsiteY9" fmla="*/ 2519571 h 5039142"/>
                      <a:gd name="connsiteX10" fmla="*/ 3384000 w 3384000"/>
                      <a:gd name="connsiteY10" fmla="*/ 3048681 h 5039142"/>
                      <a:gd name="connsiteX11" fmla="*/ 3384000 w 3384000"/>
                      <a:gd name="connsiteY11" fmla="*/ 3678574 h 5039142"/>
                      <a:gd name="connsiteX12" fmla="*/ 3384000 w 3384000"/>
                      <a:gd name="connsiteY12" fmla="*/ 4358858 h 5039142"/>
                      <a:gd name="connsiteX13" fmla="*/ 3384000 w 3384000"/>
                      <a:gd name="connsiteY13" fmla="*/ 5039142 h 5039142"/>
                      <a:gd name="connsiteX14" fmla="*/ 2707200 w 3384000"/>
                      <a:gd name="connsiteY14" fmla="*/ 5039142 h 5039142"/>
                      <a:gd name="connsiteX15" fmla="*/ 2098080 w 3384000"/>
                      <a:gd name="connsiteY15" fmla="*/ 5039142 h 5039142"/>
                      <a:gd name="connsiteX16" fmla="*/ 1421280 w 3384000"/>
                      <a:gd name="connsiteY16" fmla="*/ 5039142 h 5039142"/>
                      <a:gd name="connsiteX17" fmla="*/ 676800 w 3384000"/>
                      <a:gd name="connsiteY17" fmla="*/ 5039142 h 5039142"/>
                      <a:gd name="connsiteX18" fmla="*/ 0 w 3384000"/>
                      <a:gd name="connsiteY18" fmla="*/ 5039142 h 5039142"/>
                      <a:gd name="connsiteX19" fmla="*/ 0 w 3384000"/>
                      <a:gd name="connsiteY19" fmla="*/ 4560424 h 5039142"/>
                      <a:gd name="connsiteX20" fmla="*/ 0 w 3384000"/>
                      <a:gd name="connsiteY20" fmla="*/ 4031314 h 5039142"/>
                      <a:gd name="connsiteX21" fmla="*/ 0 w 3384000"/>
                      <a:gd name="connsiteY21" fmla="*/ 3451812 h 5039142"/>
                      <a:gd name="connsiteX22" fmla="*/ 0 w 3384000"/>
                      <a:gd name="connsiteY22" fmla="*/ 2721137 h 5039142"/>
                      <a:gd name="connsiteX23" fmla="*/ 0 w 3384000"/>
                      <a:gd name="connsiteY23" fmla="*/ 2091244 h 5039142"/>
                      <a:gd name="connsiteX24" fmla="*/ 0 w 3384000"/>
                      <a:gd name="connsiteY24" fmla="*/ 1511743 h 5039142"/>
                      <a:gd name="connsiteX25" fmla="*/ 0 w 3384000"/>
                      <a:gd name="connsiteY25" fmla="*/ 1033024 h 5039142"/>
                      <a:gd name="connsiteX26" fmla="*/ 0 w 3384000"/>
                      <a:gd name="connsiteY26" fmla="*/ 554306 h 5039142"/>
                      <a:gd name="connsiteX27" fmla="*/ 0 w 3384000"/>
                      <a:gd name="connsiteY27" fmla="*/ 0 h 50391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3384000" h="5039142" extrusionOk="0">
                        <a:moveTo>
                          <a:pt x="0" y="0"/>
                        </a:moveTo>
                        <a:cubicBezTo>
                          <a:pt x="271185" y="29039"/>
                          <a:pt x="328782" y="-28129"/>
                          <a:pt x="642960" y="0"/>
                        </a:cubicBezTo>
                        <a:cubicBezTo>
                          <a:pt x="957138" y="28129"/>
                          <a:pt x="1032733" y="9365"/>
                          <a:pt x="1218240" y="0"/>
                        </a:cubicBezTo>
                        <a:cubicBezTo>
                          <a:pt x="1403747" y="-9365"/>
                          <a:pt x="1722595" y="19949"/>
                          <a:pt x="1962720" y="0"/>
                        </a:cubicBezTo>
                        <a:cubicBezTo>
                          <a:pt x="2202845" y="-19949"/>
                          <a:pt x="2294374" y="-15471"/>
                          <a:pt x="2605680" y="0"/>
                        </a:cubicBezTo>
                        <a:cubicBezTo>
                          <a:pt x="2916986" y="15471"/>
                          <a:pt x="3056482" y="-1523"/>
                          <a:pt x="3384000" y="0"/>
                        </a:cubicBezTo>
                        <a:cubicBezTo>
                          <a:pt x="3391804" y="351232"/>
                          <a:pt x="3398473" y="465272"/>
                          <a:pt x="3384000" y="730676"/>
                        </a:cubicBezTo>
                        <a:cubicBezTo>
                          <a:pt x="3369527" y="996080"/>
                          <a:pt x="3364958" y="1100114"/>
                          <a:pt x="3384000" y="1360568"/>
                        </a:cubicBezTo>
                        <a:cubicBezTo>
                          <a:pt x="3403042" y="1621022"/>
                          <a:pt x="3401480" y="1745457"/>
                          <a:pt x="3384000" y="1990461"/>
                        </a:cubicBezTo>
                        <a:cubicBezTo>
                          <a:pt x="3366520" y="2235465"/>
                          <a:pt x="3400781" y="2334793"/>
                          <a:pt x="3384000" y="2519571"/>
                        </a:cubicBezTo>
                        <a:cubicBezTo>
                          <a:pt x="3367220" y="2704349"/>
                          <a:pt x="3395504" y="2938777"/>
                          <a:pt x="3384000" y="3048681"/>
                        </a:cubicBezTo>
                        <a:cubicBezTo>
                          <a:pt x="3372497" y="3158585"/>
                          <a:pt x="3379870" y="3417460"/>
                          <a:pt x="3384000" y="3678574"/>
                        </a:cubicBezTo>
                        <a:cubicBezTo>
                          <a:pt x="3388130" y="3939688"/>
                          <a:pt x="3390425" y="4135215"/>
                          <a:pt x="3384000" y="4358858"/>
                        </a:cubicBezTo>
                        <a:cubicBezTo>
                          <a:pt x="3377575" y="4582501"/>
                          <a:pt x="3393976" y="4724127"/>
                          <a:pt x="3384000" y="5039142"/>
                        </a:cubicBezTo>
                        <a:cubicBezTo>
                          <a:pt x="3046876" y="5050303"/>
                          <a:pt x="2922171" y="5035741"/>
                          <a:pt x="2707200" y="5039142"/>
                        </a:cubicBezTo>
                        <a:cubicBezTo>
                          <a:pt x="2492229" y="5042543"/>
                          <a:pt x="2335721" y="5011483"/>
                          <a:pt x="2098080" y="5039142"/>
                        </a:cubicBezTo>
                        <a:cubicBezTo>
                          <a:pt x="1860439" y="5066801"/>
                          <a:pt x="1648647" y="5069859"/>
                          <a:pt x="1421280" y="5039142"/>
                        </a:cubicBezTo>
                        <a:cubicBezTo>
                          <a:pt x="1193913" y="5008425"/>
                          <a:pt x="980245" y="5075806"/>
                          <a:pt x="676800" y="5039142"/>
                        </a:cubicBezTo>
                        <a:cubicBezTo>
                          <a:pt x="373355" y="5002478"/>
                          <a:pt x="186733" y="5035812"/>
                          <a:pt x="0" y="5039142"/>
                        </a:cubicBezTo>
                        <a:cubicBezTo>
                          <a:pt x="18411" y="4868054"/>
                          <a:pt x="-5364" y="4775031"/>
                          <a:pt x="0" y="4560424"/>
                        </a:cubicBezTo>
                        <a:cubicBezTo>
                          <a:pt x="5364" y="4345817"/>
                          <a:pt x="-22783" y="4255096"/>
                          <a:pt x="0" y="4031314"/>
                        </a:cubicBezTo>
                        <a:cubicBezTo>
                          <a:pt x="22783" y="3807532"/>
                          <a:pt x="-17666" y="3647596"/>
                          <a:pt x="0" y="3451812"/>
                        </a:cubicBezTo>
                        <a:cubicBezTo>
                          <a:pt x="17666" y="3256028"/>
                          <a:pt x="-29825" y="2916710"/>
                          <a:pt x="0" y="2721137"/>
                        </a:cubicBezTo>
                        <a:cubicBezTo>
                          <a:pt x="29825" y="2525565"/>
                          <a:pt x="-727" y="2310220"/>
                          <a:pt x="0" y="2091244"/>
                        </a:cubicBezTo>
                        <a:cubicBezTo>
                          <a:pt x="727" y="1872268"/>
                          <a:pt x="14542" y="1755568"/>
                          <a:pt x="0" y="1511743"/>
                        </a:cubicBezTo>
                        <a:cubicBezTo>
                          <a:pt x="-14542" y="1267918"/>
                          <a:pt x="6462" y="1213297"/>
                          <a:pt x="0" y="1033024"/>
                        </a:cubicBezTo>
                        <a:cubicBezTo>
                          <a:pt x="-6462" y="852751"/>
                          <a:pt x="-17725" y="738390"/>
                          <a:pt x="0" y="554306"/>
                        </a:cubicBezTo>
                        <a:cubicBezTo>
                          <a:pt x="17725" y="370222"/>
                          <a:pt x="-24059" y="115157"/>
                          <a:pt x="0" y="0"/>
                        </a:cubicBezTo>
                        <a:close/>
                      </a:path>
                    </a:pathLst>
                  </a:custGeom>
                  <ask:type>
                    <ask:lineSketchNone/>
                  </ask:type>
                </ask:lineSketchStyleProps>
              </a:ext>
            </a:extLst>
          </a:ln>
        </p:spPr>
        <p:txBody>
          <a:bodyPr lIns="90000" tIns="54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000" b="0" i="0" u="none" strike="noStrike" kern="0" cap="none" spc="0" normalizeH="0" baseline="0" noProof="0">
                <a:ln>
                  <a:noFill/>
                </a:ln>
                <a:solidFill>
                  <a:srgbClr val="12171C"/>
                </a:solidFill>
                <a:effectLst/>
                <a:uLnTx/>
                <a:uFillTx/>
                <a:latin typeface="72 Brand" panose="020B0504030603020204" pitchFamily="34" charset="0"/>
                <a:ea typeface="Arial Unicode MS" pitchFamily="34" charset="-128"/>
                <a:cs typeface="72" panose="020B0503030000000003" pitchFamily="34" charset="0"/>
              </a:rPr>
              <a:t>Phase 3</a:t>
            </a:r>
            <a:endParaRPr kumimoji="0" lang="en-US" sz="1000" b="0" u="none" strike="noStrike" kern="0" cap="none" spc="0" normalizeH="0" baseline="0" noProof="0">
              <a:ln>
                <a:noFill/>
              </a:ln>
              <a:solidFill>
                <a:srgbClr val="12171C"/>
              </a:solidFill>
              <a:effectLst/>
              <a:uLnTx/>
              <a:uFillTx/>
              <a:latin typeface="72 Brand" panose="020B0504030603020204" pitchFamily="34" charset="0"/>
              <a:ea typeface="Arial Unicode MS" pitchFamily="34" charset="-128"/>
              <a:cs typeface="72" panose="020B0503030000000003" pitchFamily="34" charset="0"/>
            </a:endParaRPr>
          </a:p>
        </p:txBody>
      </p:sp>
      <p:sp>
        <p:nvSpPr>
          <p:cNvPr id="245" name="Gefaltete Ecke 6">
            <a:extLst>
              <a:ext uri="{FF2B5EF4-FFF2-40B4-BE49-F238E27FC236}">
                <a16:creationId xmlns:a16="http://schemas.microsoft.com/office/drawing/2014/main" id="{3266027A-0859-21A5-C721-97009D75AB74}"/>
              </a:ext>
            </a:extLst>
          </p:cNvPr>
          <p:cNvSpPr/>
          <p:nvPr/>
        </p:nvSpPr>
        <p:spPr bwMode="gray">
          <a:xfrm>
            <a:off x="5033098" y="3222334"/>
            <a:ext cx="1451883" cy="898971"/>
          </a:xfrm>
          <a:prstGeom prst="rect">
            <a:avLst/>
          </a:prstGeom>
          <a:solidFill>
            <a:srgbClr val="EAECEE"/>
          </a:solidFill>
          <a:ln w="25400" algn="ctr">
            <a:noFill/>
            <a:miter lim="800000"/>
            <a:headEnd/>
            <a:tailEnd/>
          </a:ln>
        </p:spPr>
        <p:txBody>
          <a:bodyPr lIns="36000" tIns="72000" rIns="36000" bIns="0" rtlCol="0" anchor="ctr" anchorCtr="0"/>
          <a:lstStyle/>
          <a:p>
            <a:pPr algn="ctr" defTabSz="1088558"/>
            <a:r>
              <a:rPr lang="en-US" sz="1050" dirty="0">
                <a:latin typeface="72 Brand" panose="020B0504030603020204" pitchFamily="34" charset="0"/>
                <a:cs typeface="72" panose="020B0503030000000003" pitchFamily="34" charset="0"/>
              </a:rPr>
              <a:t>Consume API</a:t>
            </a:r>
          </a:p>
        </p:txBody>
      </p:sp>
      <p:sp>
        <p:nvSpPr>
          <p:cNvPr id="270" name="Gefaltete Ecke 6">
            <a:extLst>
              <a:ext uri="{FF2B5EF4-FFF2-40B4-BE49-F238E27FC236}">
                <a16:creationId xmlns:a16="http://schemas.microsoft.com/office/drawing/2014/main" id="{753CE1F8-5BB0-9388-E9A5-1125547C60D5}"/>
              </a:ext>
            </a:extLst>
          </p:cNvPr>
          <p:cNvSpPr/>
          <p:nvPr/>
        </p:nvSpPr>
        <p:spPr bwMode="gray">
          <a:xfrm>
            <a:off x="8541611" y="3230647"/>
            <a:ext cx="1451883" cy="898971"/>
          </a:xfrm>
          <a:prstGeom prst="rect">
            <a:avLst/>
          </a:prstGeom>
          <a:solidFill>
            <a:srgbClr val="EAECEE"/>
          </a:solidFill>
          <a:ln w="25400" algn="ctr">
            <a:noFill/>
            <a:miter lim="800000"/>
            <a:headEnd/>
            <a:tailEnd/>
          </a:ln>
        </p:spPr>
        <p:txBody>
          <a:bodyPr lIns="36000" tIns="72000" rIns="36000" bIns="0" rtlCol="0" anchor="ctr" anchorCtr="0"/>
          <a:lstStyle/>
          <a:p>
            <a:pPr algn="ctr" defTabSz="1088558"/>
            <a:r>
              <a:rPr lang="en-US" sz="1050" dirty="0">
                <a:solidFill>
                  <a:srgbClr val="12171C"/>
                </a:solidFill>
                <a:latin typeface="72 Brand" panose="020B0504030603020204" pitchFamily="34" charset="0"/>
                <a:cs typeface="Times New Roman"/>
              </a:rPr>
              <a:t>Consume SAP remote API - SAP Business Accelerator Hub (Clean Core Level A) </a:t>
            </a:r>
            <a:r>
              <a:rPr lang="en-US" sz="800" dirty="0">
                <a:solidFill>
                  <a:srgbClr val="12171C"/>
                </a:solidFill>
                <a:latin typeface="72 Brand" panose="020B0504030603020204" pitchFamily="34" charset="0"/>
                <a:cs typeface="Times New Roman"/>
              </a:rPr>
              <a:t>Sales Order (A2X)</a:t>
            </a:r>
            <a:endParaRPr lang="en-US" sz="1050" dirty="0">
              <a:solidFill>
                <a:srgbClr val="12171C"/>
              </a:solidFill>
              <a:latin typeface="72 Brand" panose="020B0504030603020204" pitchFamily="34" charset="0"/>
              <a:cs typeface="Times New Roman"/>
            </a:endParaRPr>
          </a:p>
        </p:txBody>
      </p:sp>
      <p:sp>
        <p:nvSpPr>
          <p:cNvPr id="31" name="Gefaltete Ecke 7">
            <a:extLst>
              <a:ext uri="{FF2B5EF4-FFF2-40B4-BE49-F238E27FC236}">
                <a16:creationId xmlns:a16="http://schemas.microsoft.com/office/drawing/2014/main" id="{BA3EFF50-1F51-80F9-7C8D-042A55AABD15}"/>
              </a:ext>
            </a:extLst>
          </p:cNvPr>
          <p:cNvSpPr>
            <a:spLocks/>
          </p:cNvSpPr>
          <p:nvPr/>
        </p:nvSpPr>
        <p:spPr bwMode="gray">
          <a:xfrm>
            <a:off x="501651" y="2273212"/>
            <a:ext cx="722700" cy="898971"/>
          </a:xfrm>
          <a:prstGeom prst="rect">
            <a:avLst/>
          </a:prstGeom>
          <a:solidFill>
            <a:srgbClr val="EAECEE"/>
          </a:solidFill>
          <a:ln w="25400" algn="ctr">
            <a:noFill/>
            <a:miter lim="800000"/>
            <a:headEnd/>
            <a:tailEnd/>
          </a:ln>
        </p:spPr>
        <p:txBody>
          <a:bodyPr lIns="144000" tIns="144000" rIns="36000" bIns="0" rtlCol="0" anchor="t" anchorCtr="0"/>
          <a:lstStyle/>
          <a:p>
            <a:pPr defTabSz="914400" fontAlgn="base">
              <a:spcBef>
                <a:spcPct val="50000"/>
              </a:spcBef>
              <a:spcAft>
                <a:spcPct val="0"/>
              </a:spcAft>
              <a:buClr>
                <a:srgbClr val="F0AB00"/>
              </a:buClr>
              <a:buSzPct val="80000"/>
            </a:pPr>
            <a:r>
              <a:rPr lang="en-US" sz="700" kern="0">
                <a:solidFill>
                  <a:srgbClr val="12171C"/>
                </a:solidFill>
                <a:latin typeface="72 Brand Medium" panose="020B0504030603020204" pitchFamily="34" charset="0"/>
                <a:ea typeface="Arial Unicode MS" pitchFamily="34" charset="-128"/>
                <a:cs typeface="72" panose="020B0503030000000003" pitchFamily="34" charset="0"/>
              </a:rPr>
              <a:t>Actions</a:t>
            </a:r>
            <a:endParaRPr kumimoji="0" lang="en-US" sz="700" u="none" strike="noStrike" kern="0" cap="none" spc="0" normalizeH="0" baseline="0" noProof="0">
              <a:ln>
                <a:noFill/>
              </a:ln>
              <a:solidFill>
                <a:srgbClr val="12171C"/>
              </a:solidFill>
              <a:effectLst/>
              <a:uLnTx/>
              <a:uFillTx/>
              <a:latin typeface="72 Brand Medium" panose="020B0504030603020204" pitchFamily="34" charset="0"/>
              <a:ea typeface="Arial Unicode MS" pitchFamily="34" charset="-128"/>
              <a:cs typeface="72" panose="020B0503030000000003" pitchFamily="34" charset="0"/>
            </a:endParaRPr>
          </a:p>
        </p:txBody>
      </p:sp>
      <p:sp>
        <p:nvSpPr>
          <p:cNvPr id="29" name="Gefaltete Ecke 8">
            <a:extLst>
              <a:ext uri="{FF2B5EF4-FFF2-40B4-BE49-F238E27FC236}">
                <a16:creationId xmlns:a16="http://schemas.microsoft.com/office/drawing/2014/main" id="{3B878B0D-4CDC-1691-1E34-0AB5FF987885}"/>
              </a:ext>
            </a:extLst>
          </p:cNvPr>
          <p:cNvSpPr>
            <a:spLocks/>
          </p:cNvSpPr>
          <p:nvPr/>
        </p:nvSpPr>
        <p:spPr bwMode="gray">
          <a:xfrm>
            <a:off x="501650" y="3229618"/>
            <a:ext cx="722699" cy="897944"/>
          </a:xfrm>
          <a:prstGeom prst="rect">
            <a:avLst/>
          </a:prstGeom>
          <a:solidFill>
            <a:srgbClr val="EAECEE"/>
          </a:solidFill>
          <a:ln w="25400" algn="ctr">
            <a:noFill/>
            <a:miter lim="800000"/>
            <a:headEnd/>
            <a:tailEnd/>
          </a:ln>
        </p:spPr>
        <p:txBody>
          <a:bodyPr lIns="144000" tIns="144000" rIns="36000" bIns="0" rtlCol="0" anchor="t" anchorCtr="0"/>
          <a:lstStyle/>
          <a:p>
            <a:pPr defTabSz="914400" fontAlgn="base">
              <a:spcBef>
                <a:spcPct val="50000"/>
              </a:spcBef>
              <a:spcAft>
                <a:spcPct val="0"/>
              </a:spcAft>
              <a:buClr>
                <a:srgbClr val="F0AB00"/>
              </a:buClr>
              <a:buSzPct val="80000"/>
            </a:pPr>
            <a:r>
              <a:rPr lang="en-US" sz="700" kern="0">
                <a:solidFill>
                  <a:srgbClr val="12171C"/>
                </a:solidFill>
                <a:latin typeface="72 Brand Medium" panose="020B0504030603020204" pitchFamily="34" charset="0"/>
                <a:ea typeface="Arial Unicode MS" pitchFamily="34" charset="-128"/>
                <a:cs typeface="72" panose="020B0503030000000003" pitchFamily="34" charset="0"/>
              </a:rPr>
              <a:t>Application Logic</a:t>
            </a:r>
            <a:endParaRPr kumimoji="0" lang="en-US" sz="700" u="none" strike="noStrike" kern="0" cap="none" spc="0" normalizeH="0" baseline="0" noProof="0">
              <a:ln>
                <a:noFill/>
              </a:ln>
              <a:solidFill>
                <a:srgbClr val="12171C"/>
              </a:solidFill>
              <a:effectLst/>
              <a:uLnTx/>
              <a:uFillTx/>
              <a:latin typeface="72 Brand Medium" panose="020B0504030603020204" pitchFamily="34" charset="0"/>
              <a:ea typeface="Arial Unicode MS" pitchFamily="34" charset="-128"/>
              <a:cs typeface="72" panose="020B0503030000000003" pitchFamily="34" charset="0"/>
            </a:endParaRPr>
          </a:p>
        </p:txBody>
      </p:sp>
      <p:sp>
        <p:nvSpPr>
          <p:cNvPr id="27" name="Gefaltete Ecke 9">
            <a:extLst>
              <a:ext uri="{FF2B5EF4-FFF2-40B4-BE49-F238E27FC236}">
                <a16:creationId xmlns:a16="http://schemas.microsoft.com/office/drawing/2014/main" id="{798D9CC0-7B90-C4DE-5D00-BC4E03D575EC}"/>
              </a:ext>
            </a:extLst>
          </p:cNvPr>
          <p:cNvSpPr>
            <a:spLocks/>
          </p:cNvSpPr>
          <p:nvPr/>
        </p:nvSpPr>
        <p:spPr bwMode="gray">
          <a:xfrm>
            <a:off x="501650" y="4184997"/>
            <a:ext cx="722699" cy="897943"/>
          </a:xfrm>
          <a:prstGeom prst="rect">
            <a:avLst/>
          </a:prstGeom>
          <a:solidFill>
            <a:srgbClr val="EAECEE"/>
          </a:solidFill>
          <a:ln w="25400" algn="ctr">
            <a:noFill/>
            <a:miter lim="800000"/>
            <a:headEnd/>
            <a:tailEnd/>
          </a:ln>
        </p:spPr>
        <p:txBody>
          <a:bodyPr lIns="144000" tIns="144000" rIns="36000" bIns="0" rtlCol="0" anchor="t" anchorCtr="0"/>
          <a:lstStyle/>
          <a:p>
            <a:pPr defTabSz="914400" fontAlgn="base">
              <a:spcBef>
                <a:spcPct val="50000"/>
              </a:spcBef>
              <a:spcAft>
                <a:spcPct val="0"/>
              </a:spcAft>
              <a:buClr>
                <a:srgbClr val="F0AB00"/>
              </a:buClr>
              <a:buSzPct val="80000"/>
            </a:pPr>
            <a:r>
              <a:rPr lang="en-US" sz="700" kern="0">
                <a:solidFill>
                  <a:srgbClr val="12171C"/>
                </a:solidFill>
                <a:latin typeface="72 Brand Medium" panose="020B0504030603020204" pitchFamily="34" charset="0"/>
                <a:ea typeface="Arial Unicode MS" pitchFamily="34" charset="-128"/>
                <a:cs typeface="72" panose="020B0503030000000003" pitchFamily="34" charset="0"/>
              </a:rPr>
              <a:t>System</a:t>
            </a:r>
            <a:endParaRPr kumimoji="0" lang="en-US" sz="700" u="none" strike="noStrike" kern="0" cap="none" spc="0" normalizeH="0" baseline="0" noProof="0" err="1">
              <a:ln>
                <a:noFill/>
              </a:ln>
              <a:solidFill>
                <a:srgbClr val="12171C"/>
              </a:solidFill>
              <a:effectLst/>
              <a:uLnTx/>
              <a:uFillTx/>
              <a:latin typeface="72 Brand Medium" panose="020B0504030603020204" pitchFamily="34" charset="0"/>
              <a:ea typeface="Arial Unicode MS" pitchFamily="34" charset="-128"/>
              <a:cs typeface="72" panose="020B0503030000000003" pitchFamily="34" charset="0"/>
            </a:endParaRPr>
          </a:p>
        </p:txBody>
      </p:sp>
      <p:sp>
        <p:nvSpPr>
          <p:cNvPr id="25" name="Gefaltete Ecke 10">
            <a:extLst>
              <a:ext uri="{FF2B5EF4-FFF2-40B4-BE49-F238E27FC236}">
                <a16:creationId xmlns:a16="http://schemas.microsoft.com/office/drawing/2014/main" id="{D79CB794-27BF-0485-6421-2E6830C89373}"/>
              </a:ext>
            </a:extLst>
          </p:cNvPr>
          <p:cNvSpPr>
            <a:spLocks/>
          </p:cNvSpPr>
          <p:nvPr/>
        </p:nvSpPr>
        <p:spPr bwMode="gray">
          <a:xfrm>
            <a:off x="501650" y="5140375"/>
            <a:ext cx="722699" cy="897943"/>
          </a:xfrm>
          <a:prstGeom prst="rect">
            <a:avLst/>
          </a:prstGeom>
          <a:solidFill>
            <a:srgbClr val="EAECEE"/>
          </a:solidFill>
          <a:ln w="25400" algn="ctr">
            <a:noFill/>
            <a:miter lim="800000"/>
            <a:headEnd/>
            <a:tailEnd/>
          </a:ln>
        </p:spPr>
        <p:txBody>
          <a:bodyPr lIns="144000" tIns="144000" rIns="36000" bIns="0" rtlCol="0" anchor="t" anchorCtr="0"/>
          <a:lstStyle/>
          <a:p>
            <a:pPr defTabSz="914400" fontAlgn="base">
              <a:spcBef>
                <a:spcPct val="50000"/>
              </a:spcBef>
              <a:spcAft>
                <a:spcPct val="0"/>
              </a:spcAft>
              <a:buClr>
                <a:srgbClr val="F0AB00"/>
              </a:buClr>
              <a:buSzPct val="80000"/>
            </a:pPr>
            <a:r>
              <a:rPr lang="en-US" sz="700" kern="0">
                <a:solidFill>
                  <a:srgbClr val="12171C"/>
                </a:solidFill>
                <a:latin typeface="72 Brand Medium" panose="020B0504030603020204" pitchFamily="34" charset="0"/>
                <a:ea typeface="Arial Unicode MS" pitchFamily="34" charset="-128"/>
                <a:cs typeface="72" panose="020B0503030000000003" pitchFamily="34" charset="0"/>
              </a:rPr>
              <a:t>Required </a:t>
            </a:r>
            <a:br>
              <a:rPr lang="en-US" sz="700" kern="0">
                <a:solidFill>
                  <a:srgbClr val="12171C"/>
                </a:solidFill>
                <a:latin typeface="72 Brand Medium" panose="020B0504030603020204" pitchFamily="34" charset="0"/>
                <a:ea typeface="Arial Unicode MS" pitchFamily="34" charset="-128"/>
                <a:cs typeface="72" panose="020B0503030000000003" pitchFamily="34" charset="0"/>
              </a:rPr>
            </a:br>
            <a:r>
              <a:rPr lang="en-US" sz="700" kern="0">
                <a:solidFill>
                  <a:srgbClr val="12171C"/>
                </a:solidFill>
                <a:latin typeface="72 Brand Medium" panose="020B0504030603020204" pitchFamily="34" charset="0"/>
                <a:ea typeface="Arial Unicode MS" pitchFamily="34" charset="-128"/>
                <a:cs typeface="72" panose="020B0503030000000003" pitchFamily="34" charset="0"/>
              </a:rPr>
              <a:t>Data</a:t>
            </a:r>
            <a:endParaRPr kumimoji="0" lang="en-US" sz="700" u="none" strike="noStrike" kern="0" cap="none" spc="0" normalizeH="0" baseline="0" noProof="0">
              <a:ln>
                <a:noFill/>
              </a:ln>
              <a:solidFill>
                <a:srgbClr val="12171C"/>
              </a:solidFill>
              <a:effectLst/>
              <a:uLnTx/>
              <a:uFillTx/>
              <a:latin typeface="72 Brand Medium" panose="020B0504030603020204" pitchFamily="34" charset="0"/>
              <a:ea typeface="Arial Unicode MS" pitchFamily="34" charset="-128"/>
              <a:cs typeface="72" panose="020B0503030000000003" pitchFamily="34" charset="0"/>
            </a:endParaRPr>
          </a:p>
        </p:txBody>
      </p:sp>
      <p:sp>
        <p:nvSpPr>
          <p:cNvPr id="26" name="Gefaltete Ecke 6">
            <a:extLst>
              <a:ext uri="{FF2B5EF4-FFF2-40B4-BE49-F238E27FC236}">
                <a16:creationId xmlns:a16="http://schemas.microsoft.com/office/drawing/2014/main" id="{C4B9B38B-F367-B6F9-4C30-B8109D9F29F4}"/>
              </a:ext>
            </a:extLst>
          </p:cNvPr>
          <p:cNvSpPr/>
          <p:nvPr/>
        </p:nvSpPr>
        <p:spPr bwMode="gray">
          <a:xfrm>
            <a:off x="501650" y="5140907"/>
            <a:ext cx="58853" cy="896917"/>
          </a:xfrm>
          <a:prstGeom prst="rect">
            <a:avLst/>
          </a:prstGeom>
          <a:solidFill>
            <a:srgbClr val="7858FF"/>
          </a:solidFill>
          <a:ln w="25400" algn="ctr">
            <a:noFill/>
            <a:miter lim="800000"/>
            <a:headEnd/>
            <a:tailEnd/>
          </a:ln>
        </p:spPr>
        <p:txBody>
          <a:bodyPr lIns="144000" tIns="108000" rIns="108000" bIns="0" rtlCol="0" anchor="t" anchorCtr="0"/>
          <a:lstStyle/>
          <a:p>
            <a:pPr lvl="0" defTabSz="1088558">
              <a:defRPr/>
            </a:pPr>
            <a:endParaRPr lang="en-US" sz="700">
              <a:latin typeface="72 Brand" panose="020B0504030603020204" pitchFamily="34" charset="0"/>
              <a:cs typeface="72" panose="020B0503030000000003" pitchFamily="34" charset="0"/>
            </a:endParaRPr>
          </a:p>
        </p:txBody>
      </p:sp>
      <p:sp>
        <p:nvSpPr>
          <p:cNvPr id="32" name="Gefaltete Ecke 6">
            <a:extLst>
              <a:ext uri="{FF2B5EF4-FFF2-40B4-BE49-F238E27FC236}">
                <a16:creationId xmlns:a16="http://schemas.microsoft.com/office/drawing/2014/main" id="{7E9385E3-C6BC-FBA8-6246-880C1325E6D5}"/>
              </a:ext>
            </a:extLst>
          </p:cNvPr>
          <p:cNvSpPr/>
          <p:nvPr/>
        </p:nvSpPr>
        <p:spPr bwMode="gray">
          <a:xfrm>
            <a:off x="501650" y="2273213"/>
            <a:ext cx="58853" cy="897944"/>
          </a:xfrm>
          <a:prstGeom prst="rect">
            <a:avLst/>
          </a:prstGeom>
          <a:solidFill>
            <a:srgbClr val="97DD40"/>
          </a:solidFill>
          <a:ln w="25400" algn="ctr">
            <a:noFill/>
            <a:miter lim="800000"/>
            <a:headEnd/>
            <a:tailEnd/>
          </a:ln>
        </p:spPr>
        <p:txBody>
          <a:bodyPr lIns="144000" tIns="108000" rIns="108000" bIns="0" rtlCol="0" anchor="t" anchorCtr="0"/>
          <a:lstStyle/>
          <a:p>
            <a:pPr lvl="0" defTabSz="1088558">
              <a:defRPr/>
            </a:pPr>
            <a:endParaRPr lang="en-US" sz="700">
              <a:latin typeface="72 Brand" panose="020B0504030603020204" pitchFamily="34" charset="0"/>
              <a:cs typeface="72" panose="020B0503030000000003" pitchFamily="34" charset="0"/>
            </a:endParaRPr>
          </a:p>
        </p:txBody>
      </p:sp>
      <p:sp>
        <p:nvSpPr>
          <p:cNvPr id="192" name="Gefaltete Ecke 6">
            <a:extLst>
              <a:ext uri="{FF2B5EF4-FFF2-40B4-BE49-F238E27FC236}">
                <a16:creationId xmlns:a16="http://schemas.microsoft.com/office/drawing/2014/main" id="{FE78C8E6-63AC-2C6F-DB0A-0CDF6C89F6AE}"/>
              </a:ext>
            </a:extLst>
          </p:cNvPr>
          <p:cNvSpPr/>
          <p:nvPr/>
        </p:nvSpPr>
        <p:spPr bwMode="gray">
          <a:xfrm>
            <a:off x="1485927" y="3229618"/>
            <a:ext cx="45125" cy="898971"/>
          </a:xfrm>
          <a:prstGeom prst="rect">
            <a:avLst/>
          </a:prstGeom>
          <a:solidFill>
            <a:srgbClr val="FFC933"/>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244" name="Gefaltete Ecke 6">
            <a:extLst>
              <a:ext uri="{FF2B5EF4-FFF2-40B4-BE49-F238E27FC236}">
                <a16:creationId xmlns:a16="http://schemas.microsoft.com/office/drawing/2014/main" id="{2F8FA00C-FFB5-EBEC-C3EC-9B136E79321E}"/>
              </a:ext>
            </a:extLst>
          </p:cNvPr>
          <p:cNvSpPr/>
          <p:nvPr/>
        </p:nvSpPr>
        <p:spPr bwMode="gray">
          <a:xfrm>
            <a:off x="4992834" y="3229618"/>
            <a:ext cx="45125" cy="898971"/>
          </a:xfrm>
          <a:prstGeom prst="rect">
            <a:avLst/>
          </a:prstGeom>
          <a:solidFill>
            <a:srgbClr val="FFC933"/>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269" name="Gefaltete Ecke 6">
            <a:extLst>
              <a:ext uri="{FF2B5EF4-FFF2-40B4-BE49-F238E27FC236}">
                <a16:creationId xmlns:a16="http://schemas.microsoft.com/office/drawing/2014/main" id="{0515A857-2D14-B519-DE23-6DA05AC22C04}"/>
              </a:ext>
            </a:extLst>
          </p:cNvPr>
          <p:cNvSpPr/>
          <p:nvPr/>
        </p:nvSpPr>
        <p:spPr bwMode="gray">
          <a:xfrm>
            <a:off x="8501347" y="3229618"/>
            <a:ext cx="45125" cy="898971"/>
          </a:xfrm>
          <a:prstGeom prst="rect">
            <a:avLst/>
          </a:prstGeom>
          <a:solidFill>
            <a:srgbClr val="FFC933"/>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30" name="Gefaltete Ecke 6">
            <a:extLst>
              <a:ext uri="{FF2B5EF4-FFF2-40B4-BE49-F238E27FC236}">
                <a16:creationId xmlns:a16="http://schemas.microsoft.com/office/drawing/2014/main" id="{3BDE0FB0-99DC-E39C-9090-2CE51BD7D287}"/>
              </a:ext>
            </a:extLst>
          </p:cNvPr>
          <p:cNvSpPr/>
          <p:nvPr/>
        </p:nvSpPr>
        <p:spPr bwMode="gray">
          <a:xfrm>
            <a:off x="501650" y="3230128"/>
            <a:ext cx="58853" cy="896919"/>
          </a:xfrm>
          <a:prstGeom prst="rect">
            <a:avLst/>
          </a:prstGeom>
          <a:solidFill>
            <a:srgbClr val="FFC933"/>
          </a:solidFill>
          <a:ln w="25400" algn="ctr">
            <a:noFill/>
            <a:miter lim="800000"/>
            <a:headEnd/>
            <a:tailEnd/>
          </a:ln>
        </p:spPr>
        <p:txBody>
          <a:bodyPr lIns="144000" tIns="108000" rIns="108000" bIns="0" rtlCol="0" anchor="t" anchorCtr="0"/>
          <a:lstStyle/>
          <a:p>
            <a:pPr lvl="0" defTabSz="1088558">
              <a:defRPr/>
            </a:pPr>
            <a:endParaRPr lang="en-US" sz="700">
              <a:latin typeface="72 Brand" panose="020B0504030603020204" pitchFamily="34" charset="0"/>
              <a:cs typeface="72" panose="020B0503030000000003" pitchFamily="34" charset="0"/>
            </a:endParaRPr>
          </a:p>
        </p:txBody>
      </p:sp>
      <p:sp>
        <p:nvSpPr>
          <p:cNvPr id="188" name="Gefaltete Ecke 6">
            <a:extLst>
              <a:ext uri="{FF2B5EF4-FFF2-40B4-BE49-F238E27FC236}">
                <a16:creationId xmlns:a16="http://schemas.microsoft.com/office/drawing/2014/main" id="{F8636749-F33E-E59D-9E4C-2F688705CA0E}"/>
              </a:ext>
            </a:extLst>
          </p:cNvPr>
          <p:cNvSpPr/>
          <p:nvPr/>
        </p:nvSpPr>
        <p:spPr bwMode="gray">
          <a:xfrm>
            <a:off x="1485927" y="4186023"/>
            <a:ext cx="45125" cy="898971"/>
          </a:xfrm>
          <a:prstGeom prst="rect">
            <a:avLst/>
          </a:prstGeom>
          <a:solidFill>
            <a:srgbClr val="1B90FF"/>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28" name="Gefaltete Ecke 6">
            <a:extLst>
              <a:ext uri="{FF2B5EF4-FFF2-40B4-BE49-F238E27FC236}">
                <a16:creationId xmlns:a16="http://schemas.microsoft.com/office/drawing/2014/main" id="{54B26429-BF8B-05F4-D4D2-ECA62F49BEF5}"/>
              </a:ext>
            </a:extLst>
          </p:cNvPr>
          <p:cNvSpPr/>
          <p:nvPr/>
        </p:nvSpPr>
        <p:spPr bwMode="gray">
          <a:xfrm>
            <a:off x="502344" y="4185517"/>
            <a:ext cx="58853" cy="896917"/>
          </a:xfrm>
          <a:prstGeom prst="rect">
            <a:avLst/>
          </a:prstGeom>
          <a:solidFill>
            <a:srgbClr val="1B90FF"/>
          </a:solidFill>
          <a:ln w="25400" algn="ctr">
            <a:noFill/>
            <a:miter lim="800000"/>
            <a:headEnd/>
            <a:tailEnd/>
          </a:ln>
        </p:spPr>
        <p:txBody>
          <a:bodyPr lIns="144000" tIns="108000" rIns="108000" bIns="0" rtlCol="0" anchor="t" anchorCtr="0"/>
          <a:lstStyle/>
          <a:p>
            <a:pPr lvl="0" defTabSz="1088558">
              <a:defRPr/>
            </a:pPr>
            <a:endParaRPr lang="en-US" sz="700">
              <a:latin typeface="72 Brand" panose="020B0504030603020204" pitchFamily="34" charset="0"/>
              <a:cs typeface="72" panose="020B0503030000000003" pitchFamily="34" charset="0"/>
            </a:endParaRPr>
          </a:p>
        </p:txBody>
      </p:sp>
      <p:sp>
        <p:nvSpPr>
          <p:cNvPr id="11" name="Rounded Rectangle 2">
            <a:extLst>
              <a:ext uri="{FF2B5EF4-FFF2-40B4-BE49-F238E27FC236}">
                <a16:creationId xmlns:a16="http://schemas.microsoft.com/office/drawing/2014/main" id="{F0F33D21-F27F-A339-4344-3D8FEE5A697D}"/>
              </a:ext>
            </a:extLst>
          </p:cNvPr>
          <p:cNvSpPr/>
          <p:nvPr/>
        </p:nvSpPr>
        <p:spPr bwMode="gray">
          <a:xfrm>
            <a:off x="4992834" y="974710"/>
            <a:ext cx="3060000" cy="227442"/>
          </a:xfrm>
          <a:prstGeom prst="roundRect">
            <a:avLst>
              <a:gd name="adj" fmla="val 21664"/>
            </a:avLst>
          </a:prstGeom>
          <a:solidFill>
            <a:srgbClr val="36A41D"/>
          </a:solidFill>
          <a:ln w="19050" cap="rnd" cmpd="sng">
            <a:noFill/>
            <a:headEnd/>
            <a:tailEnd/>
          </a:ln>
          <a:effectLst/>
        </p:spPr>
        <p:style>
          <a:lnRef idx="3">
            <a:schemeClr val="lt1"/>
          </a:lnRef>
          <a:fillRef idx="1">
            <a:schemeClr val="accent6"/>
          </a:fillRef>
          <a:effectRef idx="1">
            <a:schemeClr val="accent6"/>
          </a:effectRef>
          <a:fontRef idx="minor">
            <a:schemeClr val="lt1"/>
          </a:fontRef>
        </p:style>
        <p:txBody>
          <a:bodyPr wrap="square" lIns="0" tIns="0" rIns="0" bIns="0" rtlCol="0" anchor="ctr">
            <a:noAutofit/>
          </a:bodyPr>
          <a:lstStyle/>
          <a:p>
            <a:pPr algn="ctr" fontAlgn="base">
              <a:spcBef>
                <a:spcPct val="50000"/>
              </a:spcBef>
              <a:spcAft>
                <a:spcPct val="0"/>
              </a:spcAft>
              <a:buClr>
                <a:srgbClr val="F0AB00"/>
              </a:buClr>
              <a:buSzPct val="80000"/>
            </a:pPr>
            <a:r>
              <a:rPr lang="en-US" sz="1000" kern="0" dirty="0">
                <a:solidFill>
                  <a:schemeClr val="bg1"/>
                </a:solidFill>
                <a:latin typeface="72 Brand" panose="020B0504030603020204" pitchFamily="34" charset="0"/>
                <a:ea typeface="Arial Unicode MS" pitchFamily="34" charset="-128"/>
                <a:cs typeface="Arial Unicode MS" pitchFamily="34" charset="-128"/>
                <a:sym typeface="Arial"/>
              </a:rPr>
              <a:t>Exercise 1.3</a:t>
            </a:r>
          </a:p>
        </p:txBody>
      </p:sp>
      <p:sp>
        <p:nvSpPr>
          <p:cNvPr id="13" name="Rounded Rectangle 2">
            <a:extLst>
              <a:ext uri="{FF2B5EF4-FFF2-40B4-BE49-F238E27FC236}">
                <a16:creationId xmlns:a16="http://schemas.microsoft.com/office/drawing/2014/main" id="{44CB8A6C-D0C9-A6A9-ABCB-75F66EBD667D}"/>
              </a:ext>
            </a:extLst>
          </p:cNvPr>
          <p:cNvSpPr/>
          <p:nvPr/>
        </p:nvSpPr>
        <p:spPr bwMode="gray">
          <a:xfrm>
            <a:off x="8501347" y="974710"/>
            <a:ext cx="3060000" cy="227442"/>
          </a:xfrm>
          <a:prstGeom prst="roundRect">
            <a:avLst>
              <a:gd name="adj" fmla="val 21664"/>
            </a:avLst>
          </a:prstGeom>
          <a:solidFill>
            <a:srgbClr val="36A41D"/>
          </a:solidFill>
          <a:ln w="19050" cap="rnd" cmpd="sng">
            <a:noFill/>
            <a:headEnd/>
            <a:tailEnd/>
          </a:ln>
          <a:effectLst/>
        </p:spPr>
        <p:style>
          <a:lnRef idx="3">
            <a:schemeClr val="lt1"/>
          </a:lnRef>
          <a:fillRef idx="1">
            <a:schemeClr val="accent6"/>
          </a:fillRef>
          <a:effectRef idx="1">
            <a:schemeClr val="accent6"/>
          </a:effectRef>
          <a:fontRef idx="minor">
            <a:schemeClr val="lt1"/>
          </a:fontRef>
        </p:style>
        <p:txBody>
          <a:bodyPr wrap="square" lIns="0" tIns="0" rIns="0" bIns="0" rtlCol="0" anchor="ctr">
            <a:noAutofit/>
          </a:bodyPr>
          <a:lstStyle/>
          <a:p>
            <a:pPr algn="ctr" fontAlgn="base">
              <a:spcBef>
                <a:spcPct val="50000"/>
              </a:spcBef>
              <a:spcAft>
                <a:spcPct val="0"/>
              </a:spcAft>
              <a:buClr>
                <a:srgbClr val="F0AB00"/>
              </a:buClr>
              <a:buSzPct val="80000"/>
            </a:pPr>
            <a:r>
              <a:rPr lang="en-US" sz="1000" kern="0" dirty="0">
                <a:solidFill>
                  <a:schemeClr val="bg1"/>
                </a:solidFill>
                <a:latin typeface="72 Brand" panose="020B0504030603020204" pitchFamily="34" charset="0"/>
                <a:ea typeface="Arial Unicode MS" pitchFamily="34" charset="-128"/>
                <a:cs typeface="Arial Unicode MS" pitchFamily="34" charset="-128"/>
                <a:sym typeface="Arial"/>
              </a:rPr>
              <a:t>Exercise 1.4</a:t>
            </a:r>
          </a:p>
        </p:txBody>
      </p:sp>
      <p:sp>
        <p:nvSpPr>
          <p:cNvPr id="14" name="Rounded Rectangle 2">
            <a:extLst>
              <a:ext uri="{FF2B5EF4-FFF2-40B4-BE49-F238E27FC236}">
                <a16:creationId xmlns:a16="http://schemas.microsoft.com/office/drawing/2014/main" id="{0DBAF65F-9225-AC81-DFFC-4B82FC028705}"/>
              </a:ext>
            </a:extLst>
          </p:cNvPr>
          <p:cNvSpPr/>
          <p:nvPr/>
        </p:nvSpPr>
        <p:spPr bwMode="gray">
          <a:xfrm>
            <a:off x="1484319" y="974710"/>
            <a:ext cx="3061607" cy="227442"/>
          </a:xfrm>
          <a:prstGeom prst="roundRect">
            <a:avLst>
              <a:gd name="adj" fmla="val 21664"/>
            </a:avLst>
          </a:prstGeom>
          <a:solidFill>
            <a:srgbClr val="36A41D"/>
          </a:solidFill>
          <a:ln w="19050" cap="rnd" cmpd="sng">
            <a:noFill/>
            <a:headEnd/>
            <a:tailEnd/>
          </a:ln>
          <a:effectLst/>
        </p:spPr>
        <p:style>
          <a:lnRef idx="3">
            <a:schemeClr val="lt1"/>
          </a:lnRef>
          <a:fillRef idx="1">
            <a:schemeClr val="accent6"/>
          </a:fillRef>
          <a:effectRef idx="1">
            <a:schemeClr val="accent6"/>
          </a:effectRef>
          <a:fontRef idx="minor">
            <a:schemeClr val="lt1"/>
          </a:fontRef>
        </p:style>
        <p:txBody>
          <a:bodyPr wrap="square" lIns="0" tIns="0" rIns="0" bIns="0" rtlCol="0" anchor="ctr">
            <a:noAutofit/>
          </a:bodyPr>
          <a:lstStyle/>
          <a:p>
            <a:pPr algn="ctr" fontAlgn="base">
              <a:spcBef>
                <a:spcPct val="50000"/>
              </a:spcBef>
              <a:spcAft>
                <a:spcPct val="0"/>
              </a:spcAft>
              <a:buClr>
                <a:srgbClr val="F0AB00"/>
              </a:buClr>
              <a:buSzPct val="80000"/>
            </a:pPr>
            <a:r>
              <a:rPr lang="en-US" sz="1000" kern="0" dirty="0">
                <a:solidFill>
                  <a:schemeClr val="bg1"/>
                </a:solidFill>
                <a:latin typeface="72 Brand" panose="020B0504030603020204" pitchFamily="34" charset="0"/>
                <a:ea typeface="Arial Unicode MS" pitchFamily="34" charset="-128"/>
                <a:cs typeface="Arial Unicode MS" pitchFamily="34" charset="-128"/>
                <a:sym typeface="Arial"/>
              </a:rPr>
              <a:t>Exercise 1.2</a:t>
            </a:r>
          </a:p>
        </p:txBody>
      </p:sp>
      <p:sp>
        <p:nvSpPr>
          <p:cNvPr id="2" name="Rounded Rectangle 2">
            <a:extLst>
              <a:ext uri="{FF2B5EF4-FFF2-40B4-BE49-F238E27FC236}">
                <a16:creationId xmlns:a16="http://schemas.microsoft.com/office/drawing/2014/main" id="{22F7E63C-EBD8-AD5F-6E95-5CA8AED0121B}"/>
              </a:ext>
            </a:extLst>
          </p:cNvPr>
          <p:cNvSpPr/>
          <p:nvPr/>
        </p:nvSpPr>
        <p:spPr bwMode="gray">
          <a:xfrm>
            <a:off x="501650" y="810962"/>
            <a:ext cx="722700" cy="233316"/>
          </a:xfrm>
          <a:prstGeom prst="roundRect">
            <a:avLst>
              <a:gd name="adj" fmla="val 21664"/>
            </a:avLst>
          </a:prstGeom>
          <a:solidFill>
            <a:srgbClr val="36A41D"/>
          </a:solidFill>
          <a:ln w="19050" cap="rnd" cmpd="sng">
            <a:noFill/>
            <a:headEnd/>
            <a:tailEnd/>
          </a:ln>
          <a:effectLst/>
        </p:spPr>
        <p:style>
          <a:lnRef idx="3">
            <a:schemeClr val="lt1"/>
          </a:lnRef>
          <a:fillRef idx="1">
            <a:schemeClr val="accent6"/>
          </a:fillRef>
          <a:effectRef idx="1">
            <a:schemeClr val="accent6"/>
          </a:effectRef>
          <a:fontRef idx="minor">
            <a:schemeClr val="lt1"/>
          </a:fontRef>
        </p:style>
        <p:txBody>
          <a:bodyPr wrap="square" lIns="0" tIns="0" rIns="0" bIns="0" rtlCol="0" anchor="ctr">
            <a:noAutofit/>
          </a:bodyPr>
          <a:lstStyle/>
          <a:p>
            <a:pPr algn="ctr" fontAlgn="base">
              <a:spcBef>
                <a:spcPct val="50000"/>
              </a:spcBef>
              <a:spcAft>
                <a:spcPct val="0"/>
              </a:spcAft>
              <a:buClr>
                <a:srgbClr val="F0AB00"/>
              </a:buClr>
              <a:buSzPct val="80000"/>
            </a:pPr>
            <a:r>
              <a:rPr lang="en-US" sz="1000" kern="0" dirty="0">
                <a:solidFill>
                  <a:schemeClr val="bg1"/>
                </a:solidFill>
                <a:latin typeface="72 Brand" panose="020B0504030603020204" pitchFamily="34" charset="0"/>
                <a:ea typeface="Arial Unicode MS" pitchFamily="34" charset="-128"/>
                <a:cs typeface="Arial Unicode MS" pitchFamily="34" charset="-128"/>
                <a:sym typeface="Arial"/>
              </a:rPr>
              <a:t>Example</a:t>
            </a:r>
          </a:p>
        </p:txBody>
      </p:sp>
    </p:spTree>
    <p:extLst>
      <p:ext uri="{BB962C8B-B14F-4D97-AF65-F5344CB8AC3E}">
        <p14:creationId xmlns:p14="http://schemas.microsoft.com/office/powerpoint/2010/main" val="395226682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3" name="Rounded Rectangle 22">
            <a:extLst>
              <a:ext uri="{FF2B5EF4-FFF2-40B4-BE49-F238E27FC236}">
                <a16:creationId xmlns:a16="http://schemas.microsoft.com/office/drawing/2014/main" id="{72C7A51F-9DA5-9B90-8F48-C68BB234FA02}"/>
              </a:ext>
            </a:extLst>
          </p:cNvPr>
          <p:cNvSpPr/>
          <p:nvPr/>
        </p:nvSpPr>
        <p:spPr>
          <a:xfrm>
            <a:off x="8808329" y="1140264"/>
            <a:ext cx="2314002" cy="3667126"/>
          </a:xfrm>
          <a:prstGeom prst="roundRect">
            <a:avLst>
              <a:gd name="adj" fmla="val 5659"/>
            </a:avLst>
          </a:prstGeom>
          <a:solidFill>
            <a:schemeClr val="bg1"/>
          </a:solidFill>
          <a:ln w="19050">
            <a:solidFill>
              <a:srgbClr val="0070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400"/>
            <a:endParaRPr lang="en-DE" sz="1100" dirty="0">
              <a:solidFill>
                <a:srgbClr val="FFFFFF"/>
              </a:solidFill>
              <a:latin typeface="72" panose="020B0503030000000003" pitchFamily="34" charset="0"/>
              <a:cs typeface="72" panose="020B0503030000000003" pitchFamily="34" charset="0"/>
            </a:endParaRPr>
          </a:p>
        </p:txBody>
      </p:sp>
      <p:sp>
        <p:nvSpPr>
          <p:cNvPr id="203" name="Rounded Rectangle 19">
            <a:extLst>
              <a:ext uri="{FF2B5EF4-FFF2-40B4-BE49-F238E27FC236}">
                <a16:creationId xmlns:a16="http://schemas.microsoft.com/office/drawing/2014/main" id="{F7500D9B-1676-B770-E65D-824E27094718}"/>
              </a:ext>
            </a:extLst>
          </p:cNvPr>
          <p:cNvSpPr/>
          <p:nvPr/>
        </p:nvSpPr>
        <p:spPr>
          <a:xfrm>
            <a:off x="8928435" y="2184528"/>
            <a:ext cx="2038531" cy="351396"/>
          </a:xfrm>
          <a:prstGeom prst="roundRect">
            <a:avLst>
              <a:gd name="adj" fmla="val 7872"/>
            </a:avLst>
          </a:prstGeom>
          <a:solidFill>
            <a:schemeClr val="bg1"/>
          </a:solidFill>
          <a:ln w="12700">
            <a:solidFill>
              <a:srgbClr val="0070F2"/>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202" name="Rounded Rectangle 19">
            <a:extLst>
              <a:ext uri="{FF2B5EF4-FFF2-40B4-BE49-F238E27FC236}">
                <a16:creationId xmlns:a16="http://schemas.microsoft.com/office/drawing/2014/main" id="{1D07A19C-7473-8AA7-B2F1-97477B454EDB}"/>
              </a:ext>
            </a:extLst>
          </p:cNvPr>
          <p:cNvSpPr/>
          <p:nvPr/>
        </p:nvSpPr>
        <p:spPr>
          <a:xfrm>
            <a:off x="8928436" y="1723789"/>
            <a:ext cx="2038531" cy="351396"/>
          </a:xfrm>
          <a:prstGeom prst="roundRect">
            <a:avLst>
              <a:gd name="adj" fmla="val 7872"/>
            </a:avLst>
          </a:prstGeom>
          <a:solidFill>
            <a:schemeClr val="bg1"/>
          </a:solidFill>
          <a:ln w="12700">
            <a:solidFill>
              <a:srgbClr val="0070F2"/>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178" name="Straight Arrow Connector 177">
            <a:extLst>
              <a:ext uri="{FF2B5EF4-FFF2-40B4-BE49-F238E27FC236}">
                <a16:creationId xmlns:a16="http://schemas.microsoft.com/office/drawing/2014/main" id="{6E144481-BF6F-CCCD-C49B-27AFDDD79189}"/>
              </a:ext>
            </a:extLst>
          </p:cNvPr>
          <p:cNvCxnSpPr>
            <a:cxnSpLocks/>
          </p:cNvCxnSpPr>
          <p:nvPr/>
        </p:nvCxnSpPr>
        <p:spPr>
          <a:xfrm>
            <a:off x="7897437" y="1199411"/>
            <a:ext cx="0" cy="4915573"/>
          </a:xfrm>
          <a:prstGeom prst="straightConnector1">
            <a:avLst/>
          </a:prstGeom>
          <a:ln w="38100">
            <a:solidFill>
              <a:srgbClr val="5B738B"/>
            </a:solidFill>
            <a:headEnd w="sm" len="sm"/>
            <a:tailEnd type="none" w="sm" len="sm"/>
          </a:ln>
        </p:spPr>
        <p:style>
          <a:lnRef idx="1">
            <a:schemeClr val="accent1"/>
          </a:lnRef>
          <a:fillRef idx="0">
            <a:schemeClr val="accent1"/>
          </a:fillRef>
          <a:effectRef idx="0">
            <a:schemeClr val="accent1"/>
          </a:effectRef>
          <a:fontRef idx="minor">
            <a:schemeClr val="tx1"/>
          </a:fontRef>
        </p:style>
      </p:cxnSp>
      <p:sp>
        <p:nvSpPr>
          <p:cNvPr id="4" name="Rounded Rectangle 3">
            <a:extLst>
              <a:ext uri="{FF2B5EF4-FFF2-40B4-BE49-F238E27FC236}">
                <a16:creationId xmlns:a16="http://schemas.microsoft.com/office/drawing/2014/main" id="{71710F06-087C-F24F-55DA-AA83D132CAC6}"/>
              </a:ext>
            </a:extLst>
          </p:cNvPr>
          <p:cNvSpPr/>
          <p:nvPr/>
        </p:nvSpPr>
        <p:spPr>
          <a:xfrm>
            <a:off x="2290964" y="1140264"/>
            <a:ext cx="4719297" cy="5091584"/>
          </a:xfrm>
          <a:prstGeom prst="roundRect">
            <a:avLst>
              <a:gd name="adj" fmla="val 3112"/>
            </a:avLst>
          </a:prstGeom>
          <a:solidFill>
            <a:srgbClr val="EBF8FF"/>
          </a:solidFill>
          <a:ln w="19050">
            <a:solidFill>
              <a:srgbClr val="0070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sz="1400"/>
          </a:p>
        </p:txBody>
      </p:sp>
      <p:sp>
        <p:nvSpPr>
          <p:cNvPr id="6" name="Rounded Rectangle 5">
            <a:extLst>
              <a:ext uri="{FF2B5EF4-FFF2-40B4-BE49-F238E27FC236}">
                <a16:creationId xmlns:a16="http://schemas.microsoft.com/office/drawing/2014/main" id="{434A7A41-7451-6B47-8402-BBE728101A26}"/>
              </a:ext>
            </a:extLst>
          </p:cNvPr>
          <p:cNvSpPr/>
          <p:nvPr/>
        </p:nvSpPr>
        <p:spPr>
          <a:xfrm>
            <a:off x="2450945" y="1622388"/>
            <a:ext cx="4354460" cy="2370190"/>
          </a:xfrm>
          <a:prstGeom prst="roundRect">
            <a:avLst>
              <a:gd name="adj" fmla="val 3984"/>
            </a:avLst>
          </a:prstGeom>
          <a:solidFill>
            <a:schemeClr val="bg1"/>
          </a:solidFill>
          <a:ln w="19050">
            <a:solidFill>
              <a:srgbClr val="0070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400"/>
            <a:endParaRPr lang="en-DE" sz="1100" dirty="0">
              <a:solidFill>
                <a:srgbClr val="FFFFFF"/>
              </a:solidFill>
              <a:latin typeface="72" panose="020B0503030000000003" pitchFamily="34" charset="0"/>
              <a:cs typeface="72" panose="020B0503030000000003" pitchFamily="34" charset="0"/>
            </a:endParaRPr>
          </a:p>
        </p:txBody>
      </p:sp>
      <p:sp>
        <p:nvSpPr>
          <p:cNvPr id="131" name="Rounded Rectangle 19">
            <a:extLst>
              <a:ext uri="{FF2B5EF4-FFF2-40B4-BE49-F238E27FC236}">
                <a16:creationId xmlns:a16="http://schemas.microsoft.com/office/drawing/2014/main" id="{11D7332D-4E6D-E63C-A348-3B6E7B4605BF}"/>
              </a:ext>
            </a:extLst>
          </p:cNvPr>
          <p:cNvSpPr/>
          <p:nvPr/>
        </p:nvSpPr>
        <p:spPr>
          <a:xfrm>
            <a:off x="2533064" y="2083230"/>
            <a:ext cx="2649596" cy="1612768"/>
          </a:xfrm>
          <a:prstGeom prst="roundRect">
            <a:avLst>
              <a:gd name="adj" fmla="val 7872"/>
            </a:avLst>
          </a:prstGeom>
          <a:solidFill>
            <a:srgbClr val="EBF8FF"/>
          </a:solidFill>
          <a:ln w="19050">
            <a:solidFill>
              <a:srgbClr val="0070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sz="1400"/>
          </a:p>
        </p:txBody>
      </p:sp>
      <p:sp>
        <p:nvSpPr>
          <p:cNvPr id="7" name="Text 26">
            <a:extLst>
              <a:ext uri="{FF2B5EF4-FFF2-40B4-BE49-F238E27FC236}">
                <a16:creationId xmlns:a16="http://schemas.microsoft.com/office/drawing/2014/main" id="{01C8621F-F5C7-87F5-7F14-7D9160C7BE3A}"/>
              </a:ext>
            </a:extLst>
          </p:cNvPr>
          <p:cNvSpPr/>
          <p:nvPr/>
        </p:nvSpPr>
        <p:spPr>
          <a:xfrm>
            <a:off x="2582072" y="1758994"/>
            <a:ext cx="928569" cy="128901"/>
          </a:xfrm>
          <a:prstGeom prst="rect">
            <a:avLst/>
          </a:prstGeom>
          <a:noFill/>
          <a:ln/>
        </p:spPr>
        <p:txBody>
          <a:bodyPr wrap="square" lIns="0" tIns="0" rIns="0" bIns="0" rtlCol="0" anchor="t"/>
          <a:lstStyle/>
          <a:p>
            <a:pPr marL="0" indent="0" algn="l">
              <a:lnSpc>
                <a:spcPts val="1100"/>
              </a:lnSpc>
              <a:buNone/>
            </a:pPr>
            <a:r>
              <a:rPr lang="en-US" sz="900" dirty="0">
                <a:solidFill>
                  <a:srgbClr val="354A5F"/>
                </a:solidFill>
                <a:latin typeface="72 Bold" pitchFamily="34" charset="0"/>
                <a:ea typeface="72 Bold" pitchFamily="34" charset="-122"/>
                <a:cs typeface="72 Bold" pitchFamily="34" charset="-120"/>
              </a:rPr>
              <a:t>Subaccount</a:t>
            </a:r>
            <a:endParaRPr lang="en-US" sz="900" dirty="0">
              <a:solidFill>
                <a:srgbClr val="354A5F"/>
              </a:solidFill>
            </a:endParaRPr>
          </a:p>
        </p:txBody>
      </p:sp>
      <p:sp>
        <p:nvSpPr>
          <p:cNvPr id="8" name="Text 29">
            <a:extLst>
              <a:ext uri="{FF2B5EF4-FFF2-40B4-BE49-F238E27FC236}">
                <a16:creationId xmlns:a16="http://schemas.microsoft.com/office/drawing/2014/main" id="{5322F152-7261-2970-A310-CDF8E42802BE}"/>
              </a:ext>
            </a:extLst>
          </p:cNvPr>
          <p:cNvSpPr/>
          <p:nvPr/>
        </p:nvSpPr>
        <p:spPr>
          <a:xfrm>
            <a:off x="2579238" y="1899901"/>
            <a:ext cx="739609" cy="153113"/>
          </a:xfrm>
          <a:prstGeom prst="rect">
            <a:avLst/>
          </a:prstGeom>
          <a:noFill/>
          <a:ln/>
        </p:spPr>
        <p:txBody>
          <a:bodyPr wrap="square" lIns="0" tIns="0" rIns="0" bIns="0" rtlCol="0" anchor="t"/>
          <a:lstStyle/>
          <a:p>
            <a:pPr marL="0" indent="0" algn="l">
              <a:buNone/>
            </a:pPr>
            <a:r>
              <a:rPr lang="en-US" sz="800" dirty="0">
                <a:solidFill>
                  <a:srgbClr val="1D2D3E"/>
                </a:solidFill>
                <a:latin typeface="72" panose="020B0503030000000003" pitchFamily="34" charset="0"/>
                <a:ea typeface="72 Semibold" pitchFamily="34" charset="-122"/>
                <a:cs typeface="72" panose="020B0503030000000003" pitchFamily="34" charset="0"/>
              </a:rPr>
              <a:t>Multi-Cloud</a:t>
            </a:r>
            <a:endParaRPr lang="en-US" sz="800" dirty="0">
              <a:solidFill>
                <a:srgbClr val="1D2D3E"/>
              </a:solidFill>
              <a:latin typeface="72" panose="020B0503030000000003" pitchFamily="34" charset="0"/>
              <a:cs typeface="72" panose="020B0503030000000003" pitchFamily="34" charset="0"/>
            </a:endParaRPr>
          </a:p>
        </p:txBody>
      </p:sp>
      <p:sp>
        <p:nvSpPr>
          <p:cNvPr id="21" name="Rounded Rectangle 20">
            <a:extLst>
              <a:ext uri="{FF2B5EF4-FFF2-40B4-BE49-F238E27FC236}">
                <a16:creationId xmlns:a16="http://schemas.microsoft.com/office/drawing/2014/main" id="{8D5E03DA-3A0F-CA9A-4AC1-6777031A306A}"/>
              </a:ext>
            </a:extLst>
          </p:cNvPr>
          <p:cNvSpPr/>
          <p:nvPr/>
        </p:nvSpPr>
        <p:spPr>
          <a:xfrm>
            <a:off x="2450946" y="5112339"/>
            <a:ext cx="1548697" cy="969789"/>
          </a:xfrm>
          <a:prstGeom prst="roundRect">
            <a:avLst>
              <a:gd name="adj" fmla="val 6525"/>
            </a:avLst>
          </a:prstGeom>
          <a:solidFill>
            <a:schemeClr val="bg1"/>
          </a:solidFill>
          <a:ln w="19050">
            <a:solidFill>
              <a:srgbClr val="0070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400"/>
            <a:endParaRPr lang="en-DE" sz="1100" dirty="0">
              <a:solidFill>
                <a:srgbClr val="FFFFFF"/>
              </a:solidFill>
              <a:latin typeface="72" panose="020B0503030000000003" pitchFamily="34" charset="0"/>
              <a:cs typeface="72" panose="020B0503030000000003" pitchFamily="34" charset="0"/>
            </a:endParaRPr>
          </a:p>
        </p:txBody>
      </p:sp>
      <p:sp>
        <p:nvSpPr>
          <p:cNvPr id="26" name="Text 36">
            <a:extLst>
              <a:ext uri="{FF2B5EF4-FFF2-40B4-BE49-F238E27FC236}">
                <a16:creationId xmlns:a16="http://schemas.microsoft.com/office/drawing/2014/main" id="{3A2FD2D5-5FB5-35BF-380D-846F6D8FAA33}"/>
              </a:ext>
            </a:extLst>
          </p:cNvPr>
          <p:cNvSpPr/>
          <p:nvPr/>
        </p:nvSpPr>
        <p:spPr>
          <a:xfrm>
            <a:off x="7984907" y="1310343"/>
            <a:ext cx="823422" cy="228600"/>
          </a:xfrm>
          <a:prstGeom prst="rect">
            <a:avLst/>
          </a:prstGeom>
          <a:noFill/>
          <a:ln/>
        </p:spPr>
        <p:txBody>
          <a:bodyPr wrap="square" lIns="0" tIns="0" rIns="0" bIns="0" rtlCol="0" anchor="t"/>
          <a:lstStyle/>
          <a:p>
            <a:pPr>
              <a:lnSpc>
                <a:spcPts val="1400"/>
              </a:lnSpc>
            </a:pPr>
            <a:r>
              <a:rPr lang="en-US" sz="700" dirty="0">
                <a:solidFill>
                  <a:srgbClr val="475E75"/>
                </a:solidFill>
                <a:latin typeface="72" panose="020B0503030000000003" pitchFamily="34" charset="0"/>
                <a:ea typeface="72 Black" pitchFamily="34" charset="-122"/>
                <a:cs typeface="72" panose="020B0503030000000003" pitchFamily="34" charset="0"/>
              </a:rPr>
              <a:t>NETWORK</a:t>
            </a:r>
            <a:endParaRPr lang="en-US" sz="700" dirty="0">
              <a:solidFill>
                <a:srgbClr val="475E75"/>
              </a:solidFill>
              <a:latin typeface="72" panose="020B0503030000000003" pitchFamily="34" charset="0"/>
              <a:cs typeface="72" panose="020B0503030000000003" pitchFamily="34" charset="0"/>
            </a:endParaRPr>
          </a:p>
        </p:txBody>
      </p:sp>
      <p:pic>
        <p:nvPicPr>
          <p:cNvPr id="28" name="Graphic 27">
            <a:extLst>
              <a:ext uri="{FF2B5EF4-FFF2-40B4-BE49-F238E27FC236}">
                <a16:creationId xmlns:a16="http://schemas.microsoft.com/office/drawing/2014/main" id="{B620831B-C9F7-6FE3-6BE5-4472165DBC5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006393" y="5228673"/>
            <a:ext cx="417600" cy="417600"/>
          </a:xfrm>
          <a:prstGeom prst="rect">
            <a:avLst/>
          </a:prstGeom>
        </p:spPr>
      </p:pic>
      <p:sp>
        <p:nvSpPr>
          <p:cNvPr id="29" name="Text 26">
            <a:extLst>
              <a:ext uri="{FF2B5EF4-FFF2-40B4-BE49-F238E27FC236}">
                <a16:creationId xmlns:a16="http://schemas.microsoft.com/office/drawing/2014/main" id="{C537CF2D-B0CD-B2A7-86AD-1263F3F374E8}"/>
              </a:ext>
            </a:extLst>
          </p:cNvPr>
          <p:cNvSpPr/>
          <p:nvPr/>
        </p:nvSpPr>
        <p:spPr>
          <a:xfrm>
            <a:off x="2578539" y="5730683"/>
            <a:ext cx="1274516" cy="233253"/>
          </a:xfrm>
          <a:prstGeom prst="rect">
            <a:avLst/>
          </a:prstGeom>
          <a:noFill/>
          <a:ln/>
        </p:spPr>
        <p:txBody>
          <a:bodyPr wrap="square" lIns="0" tIns="0" rIns="0" bIns="0" rtlCol="0" anchor="t"/>
          <a:lstStyle/>
          <a:p>
            <a:pPr marL="0" indent="0" algn="ctr">
              <a:lnSpc>
                <a:spcPts val="1100"/>
              </a:lnSpc>
              <a:buNone/>
            </a:pPr>
            <a:r>
              <a:rPr lang="en-US" sz="900" dirty="0">
                <a:solidFill>
                  <a:srgbClr val="1D2D3E"/>
                </a:solidFill>
                <a:latin typeface="72 Bold" pitchFamily="34" charset="0"/>
                <a:ea typeface="72 Bold" pitchFamily="34" charset="-122"/>
                <a:cs typeface="72 Bold" pitchFamily="34" charset="-120"/>
              </a:rPr>
              <a:t>SAP Cloud Identity Service</a:t>
            </a:r>
            <a:endParaRPr lang="en-US" sz="900" dirty="0">
              <a:solidFill>
                <a:srgbClr val="1D2D3E"/>
              </a:solidFill>
            </a:endParaRPr>
          </a:p>
        </p:txBody>
      </p:sp>
      <p:cxnSp>
        <p:nvCxnSpPr>
          <p:cNvPr id="70" name="Straight Arrow Connector 69">
            <a:extLst>
              <a:ext uri="{FF2B5EF4-FFF2-40B4-BE49-F238E27FC236}">
                <a16:creationId xmlns:a16="http://schemas.microsoft.com/office/drawing/2014/main" id="{EF6C6B20-6D02-58B4-F80D-18655FC953AE}"/>
              </a:ext>
            </a:extLst>
          </p:cNvPr>
          <p:cNvCxnSpPr>
            <a:cxnSpLocks/>
            <a:endCxn id="141" idx="1"/>
          </p:cNvCxnSpPr>
          <p:nvPr/>
        </p:nvCxnSpPr>
        <p:spPr>
          <a:xfrm flipH="1">
            <a:off x="1651652" y="5882173"/>
            <a:ext cx="808723" cy="0"/>
          </a:xfrm>
          <a:prstGeom prst="straightConnector1">
            <a:avLst/>
          </a:prstGeom>
          <a:ln w="19050">
            <a:solidFill>
              <a:srgbClr val="354A5F"/>
            </a:solidFill>
            <a:prstDash val="dash"/>
            <a:headEnd w="sm" len="sm"/>
            <a:tailEnd type="none" w="med" len="lg"/>
          </a:ln>
        </p:spPr>
        <p:style>
          <a:lnRef idx="1">
            <a:schemeClr val="accent1"/>
          </a:lnRef>
          <a:fillRef idx="0">
            <a:schemeClr val="accent1"/>
          </a:fillRef>
          <a:effectRef idx="0">
            <a:schemeClr val="accent1"/>
          </a:effectRef>
          <a:fontRef idx="minor">
            <a:schemeClr val="tx1"/>
          </a:fontRef>
        </p:style>
      </p:cxnSp>
      <p:pic>
        <p:nvPicPr>
          <p:cNvPr id="5" name="Graphic 4">
            <a:extLst>
              <a:ext uri="{FF2B5EF4-FFF2-40B4-BE49-F238E27FC236}">
                <a16:creationId xmlns:a16="http://schemas.microsoft.com/office/drawing/2014/main" id="{B49B8BBD-2672-637B-42AF-AAC5364AB52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460375" y="1311609"/>
            <a:ext cx="551797" cy="153277"/>
          </a:xfrm>
          <a:prstGeom prst="rect">
            <a:avLst/>
          </a:prstGeom>
        </p:spPr>
      </p:pic>
      <p:cxnSp>
        <p:nvCxnSpPr>
          <p:cNvPr id="170" name="Elbow Connector 169">
            <a:extLst>
              <a:ext uri="{FF2B5EF4-FFF2-40B4-BE49-F238E27FC236}">
                <a16:creationId xmlns:a16="http://schemas.microsoft.com/office/drawing/2014/main" id="{5F4879FB-3FDA-CFEF-2633-9A8A9B0B1D09}"/>
              </a:ext>
            </a:extLst>
          </p:cNvPr>
          <p:cNvCxnSpPr>
            <a:cxnSpLocks/>
            <a:stCxn id="21" idx="3"/>
            <a:endCxn id="23" idx="2"/>
          </p:cNvCxnSpPr>
          <p:nvPr/>
        </p:nvCxnSpPr>
        <p:spPr>
          <a:xfrm flipV="1">
            <a:off x="3999643" y="4807390"/>
            <a:ext cx="5965687" cy="789844"/>
          </a:xfrm>
          <a:prstGeom prst="bentConnector2">
            <a:avLst/>
          </a:prstGeom>
          <a:ln w="19050" cap="rnd">
            <a:solidFill>
              <a:srgbClr val="188918"/>
            </a:solidFill>
            <a:round/>
            <a:headEnd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4" name="Rounded Rectangle 19">
            <a:extLst>
              <a:ext uri="{FF2B5EF4-FFF2-40B4-BE49-F238E27FC236}">
                <a16:creationId xmlns:a16="http://schemas.microsoft.com/office/drawing/2014/main" id="{3096D667-A88A-ED4F-DF30-9DC6660E1A29}"/>
              </a:ext>
            </a:extLst>
          </p:cNvPr>
          <p:cNvSpPr/>
          <p:nvPr/>
        </p:nvSpPr>
        <p:spPr>
          <a:xfrm>
            <a:off x="2660514" y="2447129"/>
            <a:ext cx="2394124" cy="1047273"/>
          </a:xfrm>
          <a:prstGeom prst="roundRect">
            <a:avLst>
              <a:gd name="adj" fmla="val 7872"/>
            </a:avLst>
          </a:prstGeom>
          <a:solidFill>
            <a:schemeClr val="bg1"/>
          </a:solidFill>
          <a:ln w="12700">
            <a:solidFill>
              <a:srgbClr val="0070F2"/>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pic>
        <p:nvPicPr>
          <p:cNvPr id="13" name="Graphic 12">
            <a:extLst>
              <a:ext uri="{FF2B5EF4-FFF2-40B4-BE49-F238E27FC236}">
                <a16:creationId xmlns:a16="http://schemas.microsoft.com/office/drawing/2014/main" id="{97D366B4-A10D-DB60-47B4-A95C1F1C823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728184" y="2763894"/>
            <a:ext cx="417600" cy="417600"/>
          </a:xfrm>
          <a:prstGeom prst="rect">
            <a:avLst/>
          </a:prstGeom>
        </p:spPr>
      </p:pic>
      <p:sp>
        <p:nvSpPr>
          <p:cNvPr id="14" name="Text 26">
            <a:extLst>
              <a:ext uri="{FF2B5EF4-FFF2-40B4-BE49-F238E27FC236}">
                <a16:creationId xmlns:a16="http://schemas.microsoft.com/office/drawing/2014/main" id="{B6FBBBA6-D200-928D-67EC-A9A299E26D94}"/>
              </a:ext>
            </a:extLst>
          </p:cNvPr>
          <p:cNvSpPr/>
          <p:nvPr/>
        </p:nvSpPr>
        <p:spPr>
          <a:xfrm>
            <a:off x="5270129" y="3254345"/>
            <a:ext cx="1274516" cy="233253"/>
          </a:xfrm>
          <a:prstGeom prst="rect">
            <a:avLst/>
          </a:prstGeom>
          <a:noFill/>
          <a:ln/>
        </p:spPr>
        <p:txBody>
          <a:bodyPr wrap="square" lIns="0" tIns="0" rIns="0" bIns="0" rtlCol="0" anchor="t"/>
          <a:lstStyle/>
          <a:p>
            <a:pPr marL="0" indent="0" algn="ctr">
              <a:lnSpc>
                <a:spcPts val="1100"/>
              </a:lnSpc>
              <a:buNone/>
            </a:pPr>
            <a:r>
              <a:rPr lang="en-US" sz="900" dirty="0">
                <a:solidFill>
                  <a:srgbClr val="1D2D3E"/>
                </a:solidFill>
                <a:latin typeface="72 Bold" pitchFamily="34" charset="0"/>
                <a:ea typeface="72 Bold" pitchFamily="34" charset="-122"/>
                <a:cs typeface="72 Bold" pitchFamily="34" charset="-120"/>
              </a:rPr>
              <a:t>Destination</a:t>
            </a:r>
            <a:endParaRPr lang="en-US" sz="900" dirty="0">
              <a:solidFill>
                <a:srgbClr val="1D2D3E"/>
              </a:solidFill>
            </a:endParaRPr>
          </a:p>
        </p:txBody>
      </p:sp>
      <p:cxnSp>
        <p:nvCxnSpPr>
          <p:cNvPr id="18" name="Straight Arrow Connector 17">
            <a:extLst>
              <a:ext uri="{FF2B5EF4-FFF2-40B4-BE49-F238E27FC236}">
                <a16:creationId xmlns:a16="http://schemas.microsoft.com/office/drawing/2014/main" id="{2D576AE8-14F6-CDA3-AA6D-26CC140130BE}"/>
              </a:ext>
            </a:extLst>
          </p:cNvPr>
          <p:cNvCxnSpPr>
            <a:cxnSpLocks/>
            <a:stCxn id="74" idx="3"/>
            <a:endCxn id="13" idx="1"/>
          </p:cNvCxnSpPr>
          <p:nvPr/>
        </p:nvCxnSpPr>
        <p:spPr>
          <a:xfrm>
            <a:off x="5054638" y="2970766"/>
            <a:ext cx="673546" cy="1928"/>
          </a:xfrm>
          <a:prstGeom prst="straightConnector1">
            <a:avLst/>
          </a:prstGeom>
          <a:ln w="19050">
            <a:solidFill>
              <a:srgbClr val="354A5F"/>
            </a:solidFill>
            <a:headEnd w="med" len="med"/>
            <a:tailEnd type="triangle" w="sm" len="med"/>
          </a:ln>
        </p:spPr>
        <p:style>
          <a:lnRef idx="1">
            <a:schemeClr val="accent1"/>
          </a:lnRef>
          <a:fillRef idx="0">
            <a:schemeClr val="accent1"/>
          </a:fillRef>
          <a:effectRef idx="0">
            <a:schemeClr val="accent1"/>
          </a:effectRef>
          <a:fontRef idx="minor">
            <a:schemeClr val="tx1"/>
          </a:fontRef>
        </p:style>
      </p:cxnSp>
      <p:grpSp>
        <p:nvGrpSpPr>
          <p:cNvPr id="204" name="Gruppieren 203">
            <a:extLst>
              <a:ext uri="{FF2B5EF4-FFF2-40B4-BE49-F238E27FC236}">
                <a16:creationId xmlns:a16="http://schemas.microsoft.com/office/drawing/2014/main" id="{BCA908F9-0E40-978B-609D-E2E044601605}"/>
              </a:ext>
            </a:extLst>
          </p:cNvPr>
          <p:cNvGrpSpPr/>
          <p:nvPr/>
        </p:nvGrpSpPr>
        <p:grpSpPr>
          <a:xfrm>
            <a:off x="2412345" y="2535923"/>
            <a:ext cx="1274516" cy="721572"/>
            <a:chOff x="2412343" y="2499711"/>
            <a:chExt cx="1274516" cy="721572"/>
          </a:xfrm>
        </p:grpSpPr>
        <p:sp>
          <p:nvSpPr>
            <p:cNvPr id="11" name="Text 26">
              <a:extLst>
                <a:ext uri="{FF2B5EF4-FFF2-40B4-BE49-F238E27FC236}">
                  <a16:creationId xmlns:a16="http://schemas.microsoft.com/office/drawing/2014/main" id="{623920D6-7F2B-F290-003C-08B86807CBD7}"/>
                </a:ext>
              </a:extLst>
            </p:cNvPr>
            <p:cNvSpPr/>
            <p:nvPr/>
          </p:nvSpPr>
          <p:spPr>
            <a:xfrm>
              <a:off x="2412343" y="2988030"/>
              <a:ext cx="1274516" cy="233253"/>
            </a:xfrm>
            <a:prstGeom prst="rect">
              <a:avLst/>
            </a:prstGeom>
            <a:noFill/>
            <a:ln/>
          </p:spPr>
          <p:txBody>
            <a:bodyPr wrap="square" lIns="0" tIns="0" rIns="0" bIns="0" rtlCol="0" anchor="t"/>
            <a:lstStyle/>
            <a:p>
              <a:pPr marL="0" indent="0" algn="ctr">
                <a:lnSpc>
                  <a:spcPts val="1100"/>
                </a:lnSpc>
                <a:buNone/>
              </a:pPr>
              <a:r>
                <a:rPr lang="en-US" sz="900" dirty="0">
                  <a:solidFill>
                    <a:srgbClr val="1D2D3E"/>
                  </a:solidFill>
                  <a:latin typeface="72 Bold" pitchFamily="34" charset="0"/>
                  <a:ea typeface="72 Bold" pitchFamily="34" charset="-122"/>
                  <a:cs typeface="72 Bold" pitchFamily="34" charset="-120"/>
                </a:rPr>
                <a:t>SAP Build</a:t>
              </a:r>
            </a:p>
            <a:p>
              <a:pPr marL="0" indent="0" algn="ctr">
                <a:lnSpc>
                  <a:spcPts val="1100"/>
                </a:lnSpc>
                <a:buNone/>
              </a:pPr>
              <a:r>
                <a:rPr lang="en-US" sz="900" dirty="0">
                  <a:solidFill>
                    <a:srgbClr val="1D2D3E"/>
                  </a:solidFill>
                  <a:latin typeface="72 Bold" pitchFamily="34" charset="0"/>
                  <a:ea typeface="72 Bold" pitchFamily="34" charset="-122"/>
                  <a:cs typeface="72 Bold" pitchFamily="34" charset="-120"/>
                </a:rPr>
                <a:t>Work Zone</a:t>
              </a:r>
            </a:p>
          </p:txBody>
        </p:sp>
        <p:pic>
          <p:nvPicPr>
            <p:cNvPr id="73" name="Picture 72">
              <a:extLst>
                <a:ext uri="{FF2B5EF4-FFF2-40B4-BE49-F238E27FC236}">
                  <a16:creationId xmlns:a16="http://schemas.microsoft.com/office/drawing/2014/main" id="{F52C34F8-B752-EB25-DD4E-32B1049B67EB}"/>
                </a:ext>
              </a:extLst>
            </p:cNvPr>
            <p:cNvPicPr>
              <a:picLocks noChangeAspect="1"/>
            </p:cNvPicPr>
            <p:nvPr/>
          </p:nvPicPr>
          <p:blipFill>
            <a:blip r:embed="rId8"/>
            <a:stretch>
              <a:fillRect/>
            </a:stretch>
          </p:blipFill>
          <p:spPr>
            <a:xfrm>
              <a:off x="2849603" y="2499711"/>
              <a:ext cx="418390" cy="418390"/>
            </a:xfrm>
            <a:prstGeom prst="rect">
              <a:avLst/>
            </a:prstGeom>
          </p:spPr>
        </p:pic>
      </p:grpSp>
      <p:grpSp>
        <p:nvGrpSpPr>
          <p:cNvPr id="105" name="Group 37">
            <a:extLst>
              <a:ext uri="{FF2B5EF4-FFF2-40B4-BE49-F238E27FC236}">
                <a16:creationId xmlns:a16="http://schemas.microsoft.com/office/drawing/2014/main" id="{B9B61E2D-D83C-759D-4543-9B795D84AAC9}"/>
              </a:ext>
            </a:extLst>
          </p:cNvPr>
          <p:cNvGrpSpPr/>
          <p:nvPr/>
        </p:nvGrpSpPr>
        <p:grpSpPr>
          <a:xfrm>
            <a:off x="3322523" y="2546096"/>
            <a:ext cx="1059476" cy="749461"/>
            <a:chOff x="3208800" y="2400569"/>
            <a:chExt cx="1059476" cy="749461"/>
          </a:xfrm>
        </p:grpSpPr>
        <p:pic>
          <p:nvPicPr>
            <p:cNvPr id="106" name="Picture 32">
              <a:extLst>
                <a:ext uri="{FF2B5EF4-FFF2-40B4-BE49-F238E27FC236}">
                  <a16:creationId xmlns:a16="http://schemas.microsoft.com/office/drawing/2014/main" id="{C3EB7EAE-B6EC-FB09-B81F-812BA2C0B522}"/>
                </a:ext>
              </a:extLst>
            </p:cNvPr>
            <p:cNvPicPr>
              <a:picLocks noChangeAspect="1"/>
            </p:cNvPicPr>
            <p:nvPr/>
          </p:nvPicPr>
          <p:blipFill>
            <a:blip r:embed="rId9"/>
            <a:stretch>
              <a:fillRect/>
            </a:stretch>
          </p:blipFill>
          <p:spPr>
            <a:xfrm>
              <a:off x="3530544" y="2400569"/>
              <a:ext cx="417600" cy="417600"/>
            </a:xfrm>
            <a:prstGeom prst="rect">
              <a:avLst/>
            </a:prstGeom>
          </p:spPr>
        </p:pic>
        <p:sp>
          <p:nvSpPr>
            <p:cNvPr id="107" name="Text 26">
              <a:extLst>
                <a:ext uri="{FF2B5EF4-FFF2-40B4-BE49-F238E27FC236}">
                  <a16:creationId xmlns:a16="http://schemas.microsoft.com/office/drawing/2014/main" id="{34B8E62A-957A-1F59-8183-692E0671F054}"/>
                </a:ext>
              </a:extLst>
            </p:cNvPr>
            <p:cNvSpPr/>
            <p:nvPr/>
          </p:nvSpPr>
          <p:spPr>
            <a:xfrm>
              <a:off x="3208800" y="2916777"/>
              <a:ext cx="1059476" cy="233253"/>
            </a:xfrm>
            <a:prstGeom prst="rect">
              <a:avLst/>
            </a:prstGeom>
            <a:noFill/>
            <a:ln/>
          </p:spPr>
          <p:txBody>
            <a:bodyPr wrap="square" lIns="0" tIns="0" rIns="0" bIns="0" rtlCol="0" anchor="t"/>
            <a:lstStyle/>
            <a:p>
              <a:pPr marL="0" indent="0" algn="ctr">
                <a:lnSpc>
                  <a:spcPts val="1100"/>
                </a:lnSpc>
                <a:buNone/>
              </a:pPr>
              <a:r>
                <a:rPr lang="en-US" sz="900" dirty="0">
                  <a:solidFill>
                    <a:srgbClr val="1D2D3E"/>
                  </a:solidFill>
                  <a:latin typeface="72 Bold" pitchFamily="34" charset="0"/>
                  <a:ea typeface="72 Bold" pitchFamily="34" charset="-122"/>
                  <a:cs typeface="72 Bold" pitchFamily="34" charset="-120"/>
                </a:rPr>
                <a:t>SAP Build </a:t>
              </a:r>
              <a:br>
                <a:rPr lang="en-US" sz="900" dirty="0">
                  <a:solidFill>
                    <a:srgbClr val="1D2D3E"/>
                  </a:solidFill>
                  <a:latin typeface="72 Bold" pitchFamily="34" charset="0"/>
                  <a:ea typeface="72 Bold" pitchFamily="34" charset="-122"/>
                  <a:cs typeface="72 Bold" pitchFamily="34" charset="-120"/>
                </a:rPr>
              </a:br>
              <a:r>
                <a:rPr lang="en-US" sz="900" dirty="0">
                  <a:solidFill>
                    <a:srgbClr val="1D2D3E"/>
                  </a:solidFill>
                  <a:latin typeface="72 Bold" pitchFamily="34" charset="0"/>
                  <a:ea typeface="72 Bold" pitchFamily="34" charset="-122"/>
                  <a:cs typeface="72 Bold" pitchFamily="34" charset="-120"/>
                </a:rPr>
                <a:t>Apps</a:t>
              </a:r>
              <a:endParaRPr lang="en-US" sz="900" dirty="0">
                <a:solidFill>
                  <a:srgbClr val="1D2D3E"/>
                </a:solidFill>
              </a:endParaRPr>
            </a:p>
          </p:txBody>
        </p:sp>
      </p:grpSp>
      <p:cxnSp>
        <p:nvCxnSpPr>
          <p:cNvPr id="110" name="Straight Arrow Connector 17">
            <a:extLst>
              <a:ext uri="{FF2B5EF4-FFF2-40B4-BE49-F238E27FC236}">
                <a16:creationId xmlns:a16="http://schemas.microsoft.com/office/drawing/2014/main" id="{3C9B35B1-4398-429B-35C1-A02C41797B94}"/>
              </a:ext>
            </a:extLst>
          </p:cNvPr>
          <p:cNvCxnSpPr>
            <a:cxnSpLocks/>
            <a:stCxn id="13" idx="3"/>
            <a:endCxn id="23" idx="1"/>
          </p:cNvCxnSpPr>
          <p:nvPr/>
        </p:nvCxnSpPr>
        <p:spPr>
          <a:xfrm>
            <a:off x="6145784" y="2972694"/>
            <a:ext cx="2662545" cy="1133"/>
          </a:xfrm>
          <a:prstGeom prst="straightConnector1">
            <a:avLst/>
          </a:prstGeom>
          <a:ln w="19050">
            <a:solidFill>
              <a:srgbClr val="354A5F"/>
            </a:solidFill>
            <a:headEnd w="med" len="med"/>
            <a:tailEnd type="triangle" w="sm" len="med"/>
          </a:ln>
        </p:spPr>
        <p:style>
          <a:lnRef idx="1">
            <a:schemeClr val="accent1"/>
          </a:lnRef>
          <a:fillRef idx="0">
            <a:schemeClr val="accent1"/>
          </a:fillRef>
          <a:effectRef idx="0">
            <a:schemeClr val="accent1"/>
          </a:effectRef>
          <a:fontRef idx="minor">
            <a:schemeClr val="tx1"/>
          </a:fontRef>
        </p:style>
      </p:cxnSp>
      <p:sp>
        <p:nvSpPr>
          <p:cNvPr id="113" name="Text 29">
            <a:extLst>
              <a:ext uri="{FF2B5EF4-FFF2-40B4-BE49-F238E27FC236}">
                <a16:creationId xmlns:a16="http://schemas.microsoft.com/office/drawing/2014/main" id="{BC6422A3-4F77-7EFA-7A14-538C603EB3AE}"/>
              </a:ext>
            </a:extLst>
          </p:cNvPr>
          <p:cNvSpPr/>
          <p:nvPr/>
        </p:nvSpPr>
        <p:spPr>
          <a:xfrm>
            <a:off x="9035714" y="1831612"/>
            <a:ext cx="739609" cy="176014"/>
          </a:xfrm>
          <a:prstGeom prst="rect">
            <a:avLst/>
          </a:prstGeom>
          <a:noFill/>
          <a:ln/>
        </p:spPr>
        <p:txBody>
          <a:bodyPr wrap="square" lIns="0" tIns="0" rIns="0" bIns="0" rtlCol="0" anchor="t"/>
          <a:lstStyle/>
          <a:p>
            <a:pPr marL="0" indent="0" algn="l">
              <a:buNone/>
            </a:pPr>
            <a:r>
              <a:rPr lang="en-US" sz="1000" dirty="0">
                <a:solidFill>
                  <a:srgbClr val="1D2D3E"/>
                </a:solidFill>
                <a:latin typeface="72" panose="020B0503030000000003" pitchFamily="34" charset="0"/>
                <a:cs typeface="72" panose="020B0503030000000003" pitchFamily="34" charset="0"/>
              </a:rPr>
              <a:t>Sales Order</a:t>
            </a:r>
          </a:p>
        </p:txBody>
      </p:sp>
      <p:sp>
        <p:nvSpPr>
          <p:cNvPr id="114" name="Text 29">
            <a:extLst>
              <a:ext uri="{FF2B5EF4-FFF2-40B4-BE49-F238E27FC236}">
                <a16:creationId xmlns:a16="http://schemas.microsoft.com/office/drawing/2014/main" id="{101319B1-7B5B-DE97-6547-1DD896343AD5}"/>
              </a:ext>
            </a:extLst>
          </p:cNvPr>
          <p:cNvSpPr/>
          <p:nvPr/>
        </p:nvSpPr>
        <p:spPr>
          <a:xfrm>
            <a:off x="9015586" y="2279587"/>
            <a:ext cx="942943" cy="153113"/>
          </a:xfrm>
          <a:prstGeom prst="rect">
            <a:avLst/>
          </a:prstGeom>
          <a:noFill/>
          <a:ln/>
        </p:spPr>
        <p:txBody>
          <a:bodyPr wrap="square" lIns="0" tIns="0" rIns="0" bIns="0" rtlCol="0" anchor="t"/>
          <a:lstStyle/>
          <a:p>
            <a:pPr marL="0" indent="0" algn="l">
              <a:buNone/>
            </a:pPr>
            <a:r>
              <a:rPr lang="en-US" sz="1000" dirty="0">
                <a:solidFill>
                  <a:srgbClr val="1D2D3E"/>
                </a:solidFill>
                <a:latin typeface="72" panose="020B0503030000000003" pitchFamily="34" charset="0"/>
                <a:cs typeface="72" panose="020B0503030000000003" pitchFamily="34" charset="0"/>
              </a:rPr>
              <a:t>Business Partner</a:t>
            </a:r>
          </a:p>
        </p:txBody>
      </p:sp>
      <p:grpSp>
        <p:nvGrpSpPr>
          <p:cNvPr id="115" name="Group 43">
            <a:extLst>
              <a:ext uri="{FF2B5EF4-FFF2-40B4-BE49-F238E27FC236}">
                <a16:creationId xmlns:a16="http://schemas.microsoft.com/office/drawing/2014/main" id="{6AB4857E-E206-20D5-BF82-E88400C6C564}"/>
              </a:ext>
            </a:extLst>
          </p:cNvPr>
          <p:cNvGrpSpPr/>
          <p:nvPr/>
        </p:nvGrpSpPr>
        <p:grpSpPr>
          <a:xfrm>
            <a:off x="4133791" y="2528319"/>
            <a:ext cx="1059476" cy="773708"/>
            <a:chOff x="5894336" y="2400569"/>
            <a:chExt cx="1059476" cy="773708"/>
          </a:xfrm>
        </p:grpSpPr>
        <p:pic>
          <p:nvPicPr>
            <p:cNvPr id="116" name="Picture 23">
              <a:extLst>
                <a:ext uri="{FF2B5EF4-FFF2-40B4-BE49-F238E27FC236}">
                  <a16:creationId xmlns:a16="http://schemas.microsoft.com/office/drawing/2014/main" id="{27F3AC06-80AA-20EC-649D-814869CE79A0}"/>
                </a:ext>
              </a:extLst>
            </p:cNvPr>
            <p:cNvPicPr>
              <a:picLocks noChangeAspect="1"/>
            </p:cNvPicPr>
            <p:nvPr/>
          </p:nvPicPr>
          <p:blipFill>
            <a:blip r:embed="rId10"/>
            <a:stretch>
              <a:fillRect/>
            </a:stretch>
          </p:blipFill>
          <p:spPr>
            <a:xfrm>
              <a:off x="6216886" y="2400569"/>
              <a:ext cx="417600" cy="417600"/>
            </a:xfrm>
            <a:prstGeom prst="rect">
              <a:avLst/>
            </a:prstGeom>
          </p:spPr>
        </p:pic>
        <p:sp>
          <p:nvSpPr>
            <p:cNvPr id="117" name="Text 26">
              <a:extLst>
                <a:ext uri="{FF2B5EF4-FFF2-40B4-BE49-F238E27FC236}">
                  <a16:creationId xmlns:a16="http://schemas.microsoft.com/office/drawing/2014/main" id="{3B50FF3A-F7C4-7CF5-4B4B-AAFEDB32AB6C}"/>
                </a:ext>
              </a:extLst>
            </p:cNvPr>
            <p:cNvSpPr/>
            <p:nvPr/>
          </p:nvSpPr>
          <p:spPr>
            <a:xfrm>
              <a:off x="5894336" y="2941024"/>
              <a:ext cx="1059476" cy="233253"/>
            </a:xfrm>
            <a:prstGeom prst="rect">
              <a:avLst/>
            </a:prstGeom>
            <a:noFill/>
            <a:ln/>
          </p:spPr>
          <p:txBody>
            <a:bodyPr wrap="square" lIns="0" tIns="0" rIns="0" bIns="0" rtlCol="0" anchor="t"/>
            <a:lstStyle/>
            <a:p>
              <a:pPr marL="0" indent="0" algn="ctr">
                <a:lnSpc>
                  <a:spcPts val="1100"/>
                </a:lnSpc>
                <a:buNone/>
              </a:pPr>
              <a:r>
                <a:rPr lang="en-US" sz="900" dirty="0">
                  <a:solidFill>
                    <a:srgbClr val="1D2D3E"/>
                  </a:solidFill>
                  <a:latin typeface="72 Bold" pitchFamily="34" charset="0"/>
                  <a:ea typeface="72 Bold" pitchFamily="34" charset="-122"/>
                  <a:cs typeface="72 Bold" pitchFamily="34" charset="-120"/>
                </a:rPr>
                <a:t>SAP Build</a:t>
              </a:r>
            </a:p>
            <a:p>
              <a:pPr marL="0" indent="0" algn="ctr">
                <a:lnSpc>
                  <a:spcPts val="1100"/>
                </a:lnSpc>
                <a:buNone/>
              </a:pPr>
              <a:r>
                <a:rPr lang="en-US" sz="900" dirty="0">
                  <a:solidFill>
                    <a:srgbClr val="1D2D3E"/>
                  </a:solidFill>
                  <a:latin typeface="72 Bold" pitchFamily="34" charset="0"/>
                  <a:ea typeface="72 Bold" pitchFamily="34" charset="-122"/>
                  <a:cs typeface="72 Bold" pitchFamily="34" charset="-120"/>
                </a:rPr>
                <a:t>Process Automation</a:t>
              </a:r>
            </a:p>
          </p:txBody>
        </p:sp>
      </p:grpSp>
      <p:grpSp>
        <p:nvGrpSpPr>
          <p:cNvPr id="220" name="Group 219">
            <a:extLst>
              <a:ext uri="{FF2B5EF4-FFF2-40B4-BE49-F238E27FC236}">
                <a16:creationId xmlns:a16="http://schemas.microsoft.com/office/drawing/2014/main" id="{94B33E0E-BC0A-FC40-D5A9-1E1F5F4EE97B}"/>
              </a:ext>
            </a:extLst>
          </p:cNvPr>
          <p:cNvGrpSpPr/>
          <p:nvPr/>
        </p:nvGrpSpPr>
        <p:grpSpPr>
          <a:xfrm>
            <a:off x="9452867" y="5867529"/>
            <a:ext cx="1428800" cy="842799"/>
            <a:chOff x="1975412" y="5009002"/>
            <a:chExt cx="1428800" cy="842799"/>
          </a:xfrm>
        </p:grpSpPr>
        <p:sp>
          <p:nvSpPr>
            <p:cNvPr id="210" name="Rectangle 209">
              <a:extLst>
                <a:ext uri="{FF2B5EF4-FFF2-40B4-BE49-F238E27FC236}">
                  <a16:creationId xmlns:a16="http://schemas.microsoft.com/office/drawing/2014/main" id="{BD43829C-0F2E-E2E2-A131-B9D106288C43}"/>
                </a:ext>
              </a:extLst>
            </p:cNvPr>
            <p:cNvSpPr/>
            <p:nvPr/>
          </p:nvSpPr>
          <p:spPr bwMode="gray">
            <a:xfrm>
              <a:off x="1975412" y="5009002"/>
              <a:ext cx="1428800" cy="842799"/>
            </a:xfrm>
            <a:prstGeom prst="rect">
              <a:avLst/>
            </a:prstGeom>
            <a:solidFill>
              <a:srgbClr val="F5F6F8"/>
            </a:solidFill>
            <a:ln w="2540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DE"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12" name="Text 29">
              <a:extLst>
                <a:ext uri="{FF2B5EF4-FFF2-40B4-BE49-F238E27FC236}">
                  <a16:creationId xmlns:a16="http://schemas.microsoft.com/office/drawing/2014/main" id="{62075755-B623-5BEB-FD98-6BCC3DA274BC}"/>
                </a:ext>
              </a:extLst>
            </p:cNvPr>
            <p:cNvSpPr/>
            <p:nvPr/>
          </p:nvSpPr>
          <p:spPr>
            <a:xfrm>
              <a:off x="2059443" y="5071708"/>
              <a:ext cx="588600" cy="120909"/>
            </a:xfrm>
            <a:prstGeom prst="rect">
              <a:avLst/>
            </a:prstGeom>
            <a:noFill/>
            <a:ln/>
          </p:spPr>
          <p:txBody>
            <a:bodyPr wrap="square" lIns="0" tIns="0" rIns="0" bIns="0" rtlCol="0" anchor="t"/>
            <a:lstStyle/>
            <a:p>
              <a:pPr marL="0" indent="0" algn="l">
                <a:buNone/>
              </a:pPr>
              <a:r>
                <a:rPr lang="en-US" sz="800" dirty="0">
                  <a:solidFill>
                    <a:srgbClr val="1D2D3E"/>
                  </a:solidFill>
                  <a:latin typeface="72 Semibold" pitchFamily="34" charset="0"/>
                  <a:ea typeface="72 Semibold" pitchFamily="34" charset="-122"/>
                  <a:cs typeface="72 Semibold" pitchFamily="34" charset="-120"/>
                </a:rPr>
                <a:t>Legend</a:t>
              </a:r>
              <a:endParaRPr lang="en-US" sz="800" dirty="0">
                <a:solidFill>
                  <a:srgbClr val="1D2D3E"/>
                </a:solidFill>
              </a:endParaRPr>
            </a:p>
          </p:txBody>
        </p:sp>
        <p:sp>
          <p:nvSpPr>
            <p:cNvPr id="213" name="Text 32">
              <a:extLst>
                <a:ext uri="{FF2B5EF4-FFF2-40B4-BE49-F238E27FC236}">
                  <a16:creationId xmlns:a16="http://schemas.microsoft.com/office/drawing/2014/main" id="{CF2C2ACF-2330-AFA6-1661-6A9448BDF8DD}"/>
                </a:ext>
              </a:extLst>
            </p:cNvPr>
            <p:cNvSpPr/>
            <p:nvPr/>
          </p:nvSpPr>
          <p:spPr>
            <a:xfrm>
              <a:off x="2494963" y="5369946"/>
              <a:ext cx="868854" cy="120909"/>
            </a:xfrm>
            <a:prstGeom prst="rect">
              <a:avLst/>
            </a:prstGeom>
            <a:noFill/>
            <a:ln/>
          </p:spPr>
          <p:txBody>
            <a:bodyPr wrap="square" lIns="0" tIns="0" rIns="0" bIns="0" rtlCol="0" anchor="t"/>
            <a:lstStyle/>
            <a:p>
              <a:pPr marL="0" indent="0" algn="l">
                <a:buNone/>
              </a:pPr>
              <a:r>
                <a:rPr lang="en-US" sz="700" dirty="0">
                  <a:solidFill>
                    <a:srgbClr val="5B738B">
                      <a:alpha val="100000"/>
                    </a:srgbClr>
                  </a:solidFill>
                  <a:latin typeface="72 Semibold" pitchFamily="34" charset="0"/>
                  <a:ea typeface="72 Semibold" pitchFamily="34" charset="-122"/>
                  <a:cs typeface="72 Semibold" pitchFamily="34" charset="-120"/>
                </a:rPr>
                <a:t>Request - Response</a:t>
              </a:r>
              <a:endParaRPr lang="en-US" sz="700" dirty="0"/>
            </a:p>
          </p:txBody>
        </p:sp>
        <p:cxnSp>
          <p:nvCxnSpPr>
            <p:cNvPr id="215" name="Straight Arrow Connector 214">
              <a:extLst>
                <a:ext uri="{FF2B5EF4-FFF2-40B4-BE49-F238E27FC236}">
                  <a16:creationId xmlns:a16="http://schemas.microsoft.com/office/drawing/2014/main" id="{766FF6FA-0777-7DC9-DD7C-79CAE11B7797}"/>
                </a:ext>
              </a:extLst>
            </p:cNvPr>
            <p:cNvCxnSpPr>
              <a:cxnSpLocks/>
            </p:cNvCxnSpPr>
            <p:nvPr/>
          </p:nvCxnSpPr>
          <p:spPr>
            <a:xfrm>
              <a:off x="2058899" y="5434206"/>
              <a:ext cx="352577" cy="0"/>
            </a:xfrm>
            <a:prstGeom prst="straightConnector1">
              <a:avLst/>
            </a:prstGeom>
            <a:ln w="19050">
              <a:solidFill>
                <a:srgbClr val="354A5F"/>
              </a:solidFill>
              <a:headEnd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216" name="Straight Arrow Connector 215">
              <a:extLst>
                <a:ext uri="{FF2B5EF4-FFF2-40B4-BE49-F238E27FC236}">
                  <a16:creationId xmlns:a16="http://schemas.microsoft.com/office/drawing/2014/main" id="{8FDF773A-902B-F851-9D05-9C2DC103EA1E}"/>
                </a:ext>
              </a:extLst>
            </p:cNvPr>
            <p:cNvCxnSpPr>
              <a:cxnSpLocks/>
            </p:cNvCxnSpPr>
            <p:nvPr/>
          </p:nvCxnSpPr>
          <p:spPr>
            <a:xfrm>
              <a:off x="2063989" y="5588530"/>
              <a:ext cx="347487" cy="0"/>
            </a:xfrm>
            <a:prstGeom prst="straightConnector1">
              <a:avLst/>
            </a:prstGeom>
            <a:ln w="19050">
              <a:solidFill>
                <a:srgbClr val="188918"/>
              </a:solidFill>
              <a:headEnd w="sm" len="sm"/>
              <a:tailEnd type="triangle" w="sm" len="sm"/>
            </a:ln>
          </p:spPr>
          <p:style>
            <a:lnRef idx="1">
              <a:schemeClr val="accent1"/>
            </a:lnRef>
            <a:fillRef idx="0">
              <a:schemeClr val="accent1"/>
            </a:fillRef>
            <a:effectRef idx="0">
              <a:schemeClr val="accent1"/>
            </a:effectRef>
            <a:fontRef idx="minor">
              <a:schemeClr val="tx1"/>
            </a:fontRef>
          </p:style>
        </p:cxnSp>
        <p:sp>
          <p:nvSpPr>
            <p:cNvPr id="219" name="Text 32">
              <a:extLst>
                <a:ext uri="{FF2B5EF4-FFF2-40B4-BE49-F238E27FC236}">
                  <a16:creationId xmlns:a16="http://schemas.microsoft.com/office/drawing/2014/main" id="{B60F7564-8B07-90D8-3777-4FE2E47EE184}"/>
                </a:ext>
              </a:extLst>
            </p:cNvPr>
            <p:cNvSpPr/>
            <p:nvPr/>
          </p:nvSpPr>
          <p:spPr>
            <a:xfrm>
              <a:off x="2494963" y="5528075"/>
              <a:ext cx="868854" cy="120909"/>
            </a:xfrm>
            <a:prstGeom prst="rect">
              <a:avLst/>
            </a:prstGeom>
            <a:noFill/>
            <a:ln/>
          </p:spPr>
          <p:txBody>
            <a:bodyPr wrap="square" lIns="0" tIns="0" rIns="0" bIns="0" rtlCol="0" anchor="t"/>
            <a:lstStyle/>
            <a:p>
              <a:pPr marL="0" indent="0" algn="l">
                <a:buNone/>
              </a:pPr>
              <a:r>
                <a:rPr lang="en-US" sz="700" dirty="0">
                  <a:solidFill>
                    <a:srgbClr val="5B738B">
                      <a:alpha val="100000"/>
                    </a:srgbClr>
                  </a:solidFill>
                  <a:latin typeface="72 Semibold" pitchFamily="34" charset="0"/>
                  <a:ea typeface="72 Semibold" pitchFamily="34" charset="-122"/>
                  <a:cs typeface="72 Semibold" pitchFamily="34" charset="-120"/>
                </a:rPr>
                <a:t>Authenticate</a:t>
              </a:r>
              <a:endParaRPr lang="en-US" sz="700" dirty="0"/>
            </a:p>
          </p:txBody>
        </p:sp>
      </p:grpSp>
      <p:sp>
        <p:nvSpPr>
          <p:cNvPr id="2" name="Titel 1">
            <a:extLst>
              <a:ext uri="{FF2B5EF4-FFF2-40B4-BE49-F238E27FC236}">
                <a16:creationId xmlns:a16="http://schemas.microsoft.com/office/drawing/2014/main" id="{DAE38B9A-605C-6E45-79DD-BB66D357FBEB}"/>
              </a:ext>
            </a:extLst>
          </p:cNvPr>
          <p:cNvSpPr>
            <a:spLocks noGrp="1"/>
          </p:cNvSpPr>
          <p:nvPr>
            <p:ph type="title"/>
          </p:nvPr>
        </p:nvSpPr>
        <p:spPr>
          <a:xfrm>
            <a:off x="504001" y="504000"/>
            <a:ext cx="11186476" cy="369332"/>
          </a:xfrm>
        </p:spPr>
        <p:txBody>
          <a:bodyPr/>
          <a:lstStyle/>
          <a:p>
            <a:r>
              <a:rPr lang="en-US" dirty="0">
                <a:solidFill>
                  <a:srgbClr val="000000"/>
                </a:solidFill>
              </a:rPr>
              <a:t>XP262 – Solution Diagram </a:t>
            </a:r>
            <a:r>
              <a:rPr lang="en-US" dirty="0">
                <a:solidFill>
                  <a:srgbClr val="12171C"/>
                </a:solidFill>
              </a:rPr>
              <a:t>Sales order process extension</a:t>
            </a:r>
            <a:endParaRPr lang="de-DE" dirty="0"/>
          </a:p>
        </p:txBody>
      </p:sp>
      <p:grpSp>
        <p:nvGrpSpPr>
          <p:cNvPr id="205" name="Gruppieren 204">
            <a:extLst>
              <a:ext uri="{FF2B5EF4-FFF2-40B4-BE49-F238E27FC236}">
                <a16:creationId xmlns:a16="http://schemas.microsoft.com/office/drawing/2014/main" id="{533558D8-8AA6-7EE7-2465-9C7019435608}"/>
              </a:ext>
            </a:extLst>
          </p:cNvPr>
          <p:cNvGrpSpPr/>
          <p:nvPr/>
        </p:nvGrpSpPr>
        <p:grpSpPr>
          <a:xfrm>
            <a:off x="2565006" y="2170782"/>
            <a:ext cx="1274516" cy="271938"/>
            <a:chOff x="2510688" y="2134570"/>
            <a:chExt cx="1274516" cy="271938"/>
          </a:xfrm>
        </p:grpSpPr>
        <p:sp>
          <p:nvSpPr>
            <p:cNvPr id="129" name="Text 26">
              <a:extLst>
                <a:ext uri="{FF2B5EF4-FFF2-40B4-BE49-F238E27FC236}">
                  <a16:creationId xmlns:a16="http://schemas.microsoft.com/office/drawing/2014/main" id="{F97EDEC1-E5B7-EA6F-EE07-AD4171DB0474}"/>
                </a:ext>
              </a:extLst>
            </p:cNvPr>
            <p:cNvSpPr/>
            <p:nvPr/>
          </p:nvSpPr>
          <p:spPr>
            <a:xfrm>
              <a:off x="2510688" y="2173255"/>
              <a:ext cx="1274516" cy="233253"/>
            </a:xfrm>
            <a:prstGeom prst="rect">
              <a:avLst/>
            </a:prstGeom>
            <a:noFill/>
            <a:ln/>
          </p:spPr>
          <p:txBody>
            <a:bodyPr wrap="square" lIns="0" tIns="0" rIns="0" bIns="0" rtlCol="0" anchor="t"/>
            <a:lstStyle/>
            <a:p>
              <a:pPr marL="0" indent="0" algn="ctr">
                <a:lnSpc>
                  <a:spcPts val="1100"/>
                </a:lnSpc>
                <a:buNone/>
              </a:pPr>
              <a:r>
                <a:rPr lang="en-US" sz="900" dirty="0">
                  <a:solidFill>
                    <a:srgbClr val="1D2D3E"/>
                  </a:solidFill>
                  <a:latin typeface="72 Bold" pitchFamily="34" charset="0"/>
                  <a:ea typeface="72 Bold" pitchFamily="34" charset="-122"/>
                  <a:cs typeface="72 Bold" pitchFamily="34" charset="-120"/>
                </a:rPr>
                <a:t>SAP Build</a:t>
              </a:r>
            </a:p>
          </p:txBody>
        </p:sp>
        <p:pic>
          <p:nvPicPr>
            <p:cNvPr id="137" name="Grafik 136">
              <a:extLst>
                <a:ext uri="{FF2B5EF4-FFF2-40B4-BE49-F238E27FC236}">
                  <a16:creationId xmlns:a16="http://schemas.microsoft.com/office/drawing/2014/main" id="{8EDCB46D-CC39-9E83-B299-18643FC4ECE6}"/>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2615244" y="2134570"/>
              <a:ext cx="210643" cy="210643"/>
            </a:xfrm>
            <a:prstGeom prst="rect">
              <a:avLst/>
            </a:prstGeom>
          </p:spPr>
        </p:pic>
      </p:grpSp>
      <p:pic>
        <p:nvPicPr>
          <p:cNvPr id="140" name="Picture 26">
            <a:extLst>
              <a:ext uri="{FF2B5EF4-FFF2-40B4-BE49-F238E27FC236}">
                <a16:creationId xmlns:a16="http://schemas.microsoft.com/office/drawing/2014/main" id="{F3A0C4E4-3C65-96F6-7E41-72929AF78A9B}"/>
              </a:ext>
            </a:extLst>
          </p:cNvPr>
          <p:cNvPicPr>
            <a:picLocks noChangeAspect="1"/>
          </p:cNvPicPr>
          <p:nvPr/>
        </p:nvPicPr>
        <p:blipFill>
          <a:blip r:embed="rId13"/>
          <a:stretch>
            <a:fillRect/>
          </a:stretch>
        </p:blipFill>
        <p:spPr>
          <a:xfrm>
            <a:off x="8981396" y="1309975"/>
            <a:ext cx="1293659" cy="154800"/>
          </a:xfrm>
          <a:prstGeom prst="rect">
            <a:avLst/>
          </a:prstGeom>
        </p:spPr>
      </p:pic>
      <p:pic>
        <p:nvPicPr>
          <p:cNvPr id="141" name="Graphic 45">
            <a:extLst>
              <a:ext uri="{FF2B5EF4-FFF2-40B4-BE49-F238E27FC236}">
                <a16:creationId xmlns:a16="http://schemas.microsoft.com/office/drawing/2014/main" id="{2A470A11-54AC-3077-F654-54A6FC0C66C8}"/>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rot="10800000" flipV="1">
            <a:off x="1234052" y="5673373"/>
            <a:ext cx="417600" cy="417600"/>
          </a:xfrm>
          <a:prstGeom prst="rect">
            <a:avLst/>
          </a:prstGeom>
        </p:spPr>
      </p:pic>
      <p:sp>
        <p:nvSpPr>
          <p:cNvPr id="142" name="Text 32">
            <a:extLst>
              <a:ext uri="{FF2B5EF4-FFF2-40B4-BE49-F238E27FC236}">
                <a16:creationId xmlns:a16="http://schemas.microsoft.com/office/drawing/2014/main" id="{4F73B483-6B07-89FC-A274-C1B475A7DABC}"/>
              </a:ext>
            </a:extLst>
          </p:cNvPr>
          <p:cNvSpPr/>
          <p:nvPr/>
        </p:nvSpPr>
        <p:spPr>
          <a:xfrm>
            <a:off x="709436" y="6178717"/>
            <a:ext cx="1371257" cy="220424"/>
          </a:xfrm>
          <a:prstGeom prst="rect">
            <a:avLst/>
          </a:prstGeom>
          <a:noFill/>
          <a:ln/>
        </p:spPr>
        <p:txBody>
          <a:bodyPr wrap="square" lIns="0" tIns="0" rIns="0" bIns="0" rtlCol="0" anchor="t"/>
          <a:lstStyle/>
          <a:p>
            <a:pPr algn="ctr"/>
            <a:r>
              <a:rPr lang="en-US" sz="700" dirty="0">
                <a:solidFill>
                  <a:srgbClr val="5B738B">
                    <a:alpha val="100000"/>
                  </a:srgbClr>
                </a:solidFill>
                <a:latin typeface="72 Semibold" pitchFamily="34" charset="0"/>
                <a:ea typeface="72 Semibold" pitchFamily="34" charset="-122"/>
                <a:cs typeface="72 Semibold" pitchFamily="34" charset="-120"/>
              </a:rPr>
              <a:t>3rd party identity provider /</a:t>
            </a:r>
          </a:p>
          <a:p>
            <a:pPr algn="ctr"/>
            <a:r>
              <a:rPr lang="en-US" sz="700" dirty="0">
                <a:solidFill>
                  <a:srgbClr val="5B738B">
                    <a:alpha val="100000"/>
                  </a:srgbClr>
                </a:solidFill>
                <a:latin typeface="72 Semibold" pitchFamily="34" charset="0"/>
                <a:ea typeface="72 Semibold" pitchFamily="34" charset="-122"/>
                <a:cs typeface="72 Semibold" pitchFamily="34" charset="-120"/>
              </a:rPr>
              <a:t>Identity management</a:t>
            </a:r>
          </a:p>
          <a:p>
            <a:pPr algn="ctr"/>
            <a:endParaRPr lang="en-US" sz="700" dirty="0"/>
          </a:p>
        </p:txBody>
      </p:sp>
      <p:sp>
        <p:nvSpPr>
          <p:cNvPr id="143" name="Text 26">
            <a:extLst>
              <a:ext uri="{FF2B5EF4-FFF2-40B4-BE49-F238E27FC236}">
                <a16:creationId xmlns:a16="http://schemas.microsoft.com/office/drawing/2014/main" id="{42770775-F51A-BDDC-D3C8-C1DB3744FCD0}"/>
              </a:ext>
            </a:extLst>
          </p:cNvPr>
          <p:cNvSpPr/>
          <p:nvPr/>
        </p:nvSpPr>
        <p:spPr>
          <a:xfrm>
            <a:off x="746492" y="3210983"/>
            <a:ext cx="1371257" cy="218017"/>
          </a:xfrm>
          <a:prstGeom prst="rect">
            <a:avLst/>
          </a:prstGeom>
          <a:noFill/>
          <a:ln/>
        </p:spPr>
        <p:txBody>
          <a:bodyPr wrap="square" lIns="0" tIns="0" rIns="0" bIns="0" rtlCol="0" anchor="t"/>
          <a:lstStyle/>
          <a:p>
            <a:pPr marL="0" indent="0" algn="ctr">
              <a:lnSpc>
                <a:spcPts val="1100"/>
              </a:lnSpc>
              <a:buNone/>
            </a:pPr>
            <a:r>
              <a:rPr lang="en-US" sz="1100" dirty="0">
                <a:solidFill>
                  <a:srgbClr val="1D2D3E"/>
                </a:solidFill>
                <a:latin typeface="72 Bold" pitchFamily="34" charset="0"/>
                <a:ea typeface="72 Bold" pitchFamily="34" charset="-122"/>
                <a:cs typeface="72 Bold" pitchFamily="34" charset="-120"/>
              </a:rPr>
              <a:t>Application Clients</a:t>
            </a:r>
            <a:endParaRPr lang="en-US" sz="1100" dirty="0">
              <a:solidFill>
                <a:srgbClr val="1D2D3E"/>
              </a:solidFill>
            </a:endParaRPr>
          </a:p>
        </p:txBody>
      </p:sp>
      <p:sp>
        <p:nvSpPr>
          <p:cNvPr id="144" name="Text 26">
            <a:extLst>
              <a:ext uri="{FF2B5EF4-FFF2-40B4-BE49-F238E27FC236}">
                <a16:creationId xmlns:a16="http://schemas.microsoft.com/office/drawing/2014/main" id="{F6E369B3-655F-3088-1F28-D10CB9ED0B1D}"/>
              </a:ext>
            </a:extLst>
          </p:cNvPr>
          <p:cNvSpPr/>
          <p:nvPr/>
        </p:nvSpPr>
        <p:spPr>
          <a:xfrm>
            <a:off x="1014247" y="2142924"/>
            <a:ext cx="835746" cy="141456"/>
          </a:xfrm>
          <a:prstGeom prst="rect">
            <a:avLst/>
          </a:prstGeom>
          <a:noFill/>
          <a:ln/>
        </p:spPr>
        <p:txBody>
          <a:bodyPr wrap="square" lIns="0" tIns="0" rIns="0" bIns="0" rtlCol="0" anchor="t"/>
          <a:lstStyle/>
          <a:p>
            <a:pPr marL="0" indent="0" algn="ctr">
              <a:lnSpc>
                <a:spcPts val="1100"/>
              </a:lnSpc>
              <a:buNone/>
            </a:pPr>
            <a:r>
              <a:rPr lang="en-US" sz="1000" dirty="0">
                <a:solidFill>
                  <a:srgbClr val="1D2D3E"/>
                </a:solidFill>
                <a:latin typeface="72 Bold" pitchFamily="34" charset="0"/>
                <a:ea typeface="72 Bold" pitchFamily="34" charset="-122"/>
                <a:cs typeface="72 Bold" pitchFamily="34" charset="-120"/>
              </a:rPr>
              <a:t>End User</a:t>
            </a:r>
            <a:endParaRPr lang="en-US" sz="1000" dirty="0">
              <a:solidFill>
                <a:srgbClr val="1D2D3E"/>
              </a:solidFill>
            </a:endParaRPr>
          </a:p>
        </p:txBody>
      </p:sp>
      <p:cxnSp>
        <p:nvCxnSpPr>
          <p:cNvPr id="145" name="Straight Arrow Connector 93">
            <a:extLst>
              <a:ext uri="{FF2B5EF4-FFF2-40B4-BE49-F238E27FC236}">
                <a16:creationId xmlns:a16="http://schemas.microsoft.com/office/drawing/2014/main" id="{70DF433A-D3FF-9B09-3E53-1E3D54909B57}"/>
              </a:ext>
            </a:extLst>
          </p:cNvPr>
          <p:cNvCxnSpPr>
            <a:cxnSpLocks/>
            <a:stCxn id="144" idx="2"/>
            <a:endCxn id="147" idx="0"/>
          </p:cNvCxnSpPr>
          <p:nvPr/>
        </p:nvCxnSpPr>
        <p:spPr>
          <a:xfrm>
            <a:off x="1432120" y="2284380"/>
            <a:ext cx="0" cy="479514"/>
          </a:xfrm>
          <a:prstGeom prst="straightConnector1">
            <a:avLst/>
          </a:prstGeom>
          <a:ln w="19050">
            <a:solidFill>
              <a:srgbClr val="354A5F"/>
            </a:solidFill>
            <a:headEnd w="med" len="med"/>
            <a:tailEnd type="triangle" w="sm" len="med"/>
          </a:ln>
        </p:spPr>
        <p:style>
          <a:lnRef idx="1">
            <a:schemeClr val="accent1"/>
          </a:lnRef>
          <a:fillRef idx="0">
            <a:schemeClr val="accent1"/>
          </a:fillRef>
          <a:effectRef idx="0">
            <a:schemeClr val="accent1"/>
          </a:effectRef>
          <a:fontRef idx="minor">
            <a:schemeClr val="tx1"/>
          </a:fontRef>
        </p:style>
      </p:cxnSp>
      <p:sp>
        <p:nvSpPr>
          <p:cNvPr id="146" name="Text 32">
            <a:extLst>
              <a:ext uri="{FF2B5EF4-FFF2-40B4-BE49-F238E27FC236}">
                <a16:creationId xmlns:a16="http://schemas.microsoft.com/office/drawing/2014/main" id="{10747F5D-8EA0-8851-479E-E182F17AE679}"/>
              </a:ext>
            </a:extLst>
          </p:cNvPr>
          <p:cNvSpPr/>
          <p:nvPr/>
        </p:nvSpPr>
        <p:spPr>
          <a:xfrm>
            <a:off x="1004478" y="3365441"/>
            <a:ext cx="855285" cy="139700"/>
          </a:xfrm>
          <a:prstGeom prst="rect">
            <a:avLst/>
          </a:prstGeom>
          <a:noFill/>
          <a:ln/>
        </p:spPr>
        <p:txBody>
          <a:bodyPr wrap="square" lIns="0" tIns="0" rIns="0" bIns="0" rtlCol="0" anchor="t"/>
          <a:lstStyle/>
          <a:p>
            <a:pPr algn="ctr"/>
            <a:r>
              <a:rPr lang="en-US" sz="700" dirty="0">
                <a:solidFill>
                  <a:srgbClr val="5B738B">
                    <a:alpha val="100000"/>
                  </a:srgbClr>
                </a:solidFill>
                <a:latin typeface="72 Semibold" pitchFamily="34" charset="0"/>
                <a:ea typeface="72 Semibold" pitchFamily="34" charset="-122"/>
                <a:cs typeface="72 Semibold" pitchFamily="34" charset="-120"/>
              </a:rPr>
              <a:t>Mobile or Desktop</a:t>
            </a:r>
            <a:endParaRPr lang="en-US" sz="700" dirty="0"/>
          </a:p>
        </p:txBody>
      </p:sp>
      <p:pic>
        <p:nvPicPr>
          <p:cNvPr id="147" name="Graphic 121">
            <a:extLst>
              <a:ext uri="{FF2B5EF4-FFF2-40B4-BE49-F238E27FC236}">
                <a16:creationId xmlns:a16="http://schemas.microsoft.com/office/drawing/2014/main" id="{064F5D14-F336-5E55-55A1-3663124F6934}"/>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1223320" y="2763894"/>
            <a:ext cx="417600" cy="417600"/>
          </a:xfrm>
          <a:prstGeom prst="rect">
            <a:avLst/>
          </a:prstGeom>
        </p:spPr>
      </p:pic>
      <p:pic>
        <p:nvPicPr>
          <p:cNvPr id="149" name="Graphic 122">
            <a:extLst>
              <a:ext uri="{FF2B5EF4-FFF2-40B4-BE49-F238E27FC236}">
                <a16:creationId xmlns:a16="http://schemas.microsoft.com/office/drawing/2014/main" id="{24DDBD82-95FB-5D44-9CAF-F792B02AA0BF}"/>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1228208" y="1657584"/>
            <a:ext cx="417600" cy="417600"/>
          </a:xfrm>
          <a:prstGeom prst="rect">
            <a:avLst/>
          </a:prstGeom>
        </p:spPr>
      </p:pic>
      <p:cxnSp>
        <p:nvCxnSpPr>
          <p:cNvPr id="153" name="Straight Arrow Connector 17">
            <a:extLst>
              <a:ext uri="{FF2B5EF4-FFF2-40B4-BE49-F238E27FC236}">
                <a16:creationId xmlns:a16="http://schemas.microsoft.com/office/drawing/2014/main" id="{A93B1F1D-C0EB-5AF9-FAEB-D409F40D5D3A}"/>
              </a:ext>
            </a:extLst>
          </p:cNvPr>
          <p:cNvCxnSpPr>
            <a:cxnSpLocks/>
            <a:stCxn id="147" idx="3"/>
            <a:endCxn id="74" idx="1"/>
          </p:cNvCxnSpPr>
          <p:nvPr/>
        </p:nvCxnSpPr>
        <p:spPr>
          <a:xfrm flipV="1">
            <a:off x="1640920" y="2970766"/>
            <a:ext cx="1019594" cy="1928"/>
          </a:xfrm>
          <a:prstGeom prst="straightConnector1">
            <a:avLst/>
          </a:prstGeom>
          <a:ln w="19050">
            <a:solidFill>
              <a:srgbClr val="354A5F"/>
            </a:solidFill>
            <a:headEnd w="med" len="med"/>
            <a:tailEnd type="triangle" w="sm" len="med"/>
          </a:ln>
        </p:spPr>
        <p:style>
          <a:lnRef idx="1">
            <a:schemeClr val="accent1"/>
          </a:lnRef>
          <a:fillRef idx="0">
            <a:schemeClr val="accent1"/>
          </a:fillRef>
          <a:effectRef idx="0">
            <a:schemeClr val="accent1"/>
          </a:effectRef>
          <a:fontRef idx="minor">
            <a:schemeClr val="tx1"/>
          </a:fontRef>
        </p:style>
      </p:cxnSp>
      <p:cxnSp>
        <p:nvCxnSpPr>
          <p:cNvPr id="168" name="Elbow Connector 123">
            <a:extLst>
              <a:ext uri="{FF2B5EF4-FFF2-40B4-BE49-F238E27FC236}">
                <a16:creationId xmlns:a16="http://schemas.microsoft.com/office/drawing/2014/main" id="{A794A99C-DEDA-25A1-693B-1D60435177FA}"/>
              </a:ext>
            </a:extLst>
          </p:cNvPr>
          <p:cNvCxnSpPr>
            <a:cxnSpLocks/>
            <a:stCxn id="146" idx="2"/>
            <a:endCxn id="21" idx="1"/>
          </p:cNvCxnSpPr>
          <p:nvPr/>
        </p:nvCxnSpPr>
        <p:spPr>
          <a:xfrm rot="16200000" flipH="1">
            <a:off x="895487" y="4041774"/>
            <a:ext cx="2092093" cy="1018825"/>
          </a:xfrm>
          <a:prstGeom prst="bentConnector2">
            <a:avLst/>
          </a:prstGeom>
          <a:ln w="19050" cap="rnd">
            <a:solidFill>
              <a:srgbClr val="188918"/>
            </a:solidFill>
            <a:round/>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93" name="Straight Arrow Connector 147">
            <a:extLst>
              <a:ext uri="{FF2B5EF4-FFF2-40B4-BE49-F238E27FC236}">
                <a16:creationId xmlns:a16="http://schemas.microsoft.com/office/drawing/2014/main" id="{D950DB87-5443-86BF-90CA-A385C40E5893}"/>
              </a:ext>
            </a:extLst>
          </p:cNvPr>
          <p:cNvCxnSpPr>
            <a:cxnSpLocks/>
            <a:stCxn id="21" idx="0"/>
          </p:cNvCxnSpPr>
          <p:nvPr/>
        </p:nvCxnSpPr>
        <p:spPr>
          <a:xfrm flipV="1">
            <a:off x="3225295" y="3992578"/>
            <a:ext cx="0" cy="1119761"/>
          </a:xfrm>
          <a:prstGeom prst="straightConnector1">
            <a:avLst/>
          </a:prstGeom>
          <a:ln w="19050">
            <a:solidFill>
              <a:srgbClr val="188918"/>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47785242"/>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SP_AGENDA" val="TOC TOCShowsSubsections Dividers SectionNumber SlideNumber"/>
</p:tagLst>
</file>

<file path=ppt/tags/tag2.xml><?xml version="1.0" encoding="utf-8"?>
<p:tagLst xmlns:a="http://schemas.openxmlformats.org/drawingml/2006/main" xmlns:r="http://schemas.openxmlformats.org/officeDocument/2006/relationships" xmlns:p="http://schemas.openxmlformats.org/presentationml/2006/main">
  <p:tag name="SP_LIBRARY" val="&lt;LibraryShapeTag ClassVersion=&quot;0&quot; GUID=&quot;2915f3e2-8299-477b-bc6f-b8374767579c&quot; /&gt;"/>
  <p:tag name="SP_POWERSHAPE" val="&lt;PowerShapeTag ClassVersion=&quot;0&quot; GUID=&quot;482b1744-6a2c-4e40-b634-2f3943210f4d&quot; IsConsolidated=&quot;False&quot; IsTopLevel=&quot;True&quot; Source=&quot;Group 4&quot; Layer=&quot;Group 4&quot; /&gt;"/>
</p:tagLst>
</file>

<file path=ppt/tags/tag3.xml><?xml version="1.0" encoding="utf-8"?>
<p:tagLst xmlns:a="http://schemas.openxmlformats.org/drawingml/2006/main" xmlns:r="http://schemas.openxmlformats.org/officeDocument/2006/relationships" xmlns:p="http://schemas.openxmlformats.org/presentationml/2006/main">
  <p:tag name="SP_LIBRARY" val="&lt;LibraryShapeTag ClassVersion=&quot;0&quot; GUID=&quot;1f6e42f0-6172-48f1-b7b3-938d21934801&quot; /&gt;"/>
  <p:tag name="SP_POWERSHAPE" val="&lt;PowerShapeTag ClassVersion=&quot;0&quot; GUID=&quot;d49074d4-1016-448b-856a-9ab9e2544118&quot; IsConsolidated=&quot;False&quot; IsTopLevel=&quot;True&quot; Source=&quot;Group 5&quot; Layer=&quot;Group 5&quot; /&gt;"/>
</p:tagLst>
</file>

<file path=ppt/tags/tag4.xml><?xml version="1.0" encoding="utf-8"?>
<p:tagLst xmlns:a="http://schemas.openxmlformats.org/drawingml/2006/main" xmlns:r="http://schemas.openxmlformats.org/officeDocument/2006/relationships" xmlns:p="http://schemas.openxmlformats.org/presentationml/2006/main">
  <p:tag name="SP_LIBRARY" val="&lt;LibraryShapeTag ClassVersion=&quot;0&quot; GUID=&quot;3ac6243e-138b-4d24-9233-68986636b925&quot; /&gt;"/>
  <p:tag name="SP_POWERSHAPE" val="&lt;PowerShapeTag ClassVersion=&quot;0&quot; GUID=&quot;b4a0a1cc-0b52-49b0-80fe-c3d6b9aabd20&quot; IsConsolidated=&quot;False&quot; IsTopLevel=&quot;True&quot; Source=&quot;Harvey 8&quot; Layer=&quot;Harvey 8&quot; /&gt;"/>
</p:tagLst>
</file>

<file path=ppt/tags/tag5.xml><?xml version="1.0" encoding="utf-8"?>
<p:tagLst xmlns:a="http://schemas.openxmlformats.org/drawingml/2006/main" xmlns:r="http://schemas.openxmlformats.org/officeDocument/2006/relationships" xmlns:p="http://schemas.openxmlformats.org/presentationml/2006/main">
  <p:tag name="SP_LIBRARY" val="&lt;LibraryShapeTag ClassVersion=&quot;0&quot; GUID=&quot;d5f66dcd-7c8d-4661-849b-23a9587c15e3&quot; /&gt;"/>
  <p:tag name="SP_POWERSHAPE" val="&lt;PowerShapeTag ClassVersion=&quot;0&quot; GUID=&quot;81f1f80b-b882-418d-8bbb-9c38d8d27274&quot; IsConsolidated=&quot;False&quot; IsTopLevel=&quot;True&quot; Layer=&quot;Harvey 100&quot; Source=&quot;Harvey 100&quot; /&gt;"/>
</p:tagLst>
</file>

<file path=ppt/tags/tag6.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0/100 [0]&quot; Source=&quot;Harvey 100&quot; /&gt;"/>
</p:tagLst>
</file>

<file path=ppt/tags/tag7.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1/100 [1]&quot; Source=&quot;Harvey 100&quot; /&gt;"/>
</p:tagLst>
</file>

<file path=ppt/tags/tag8.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2/100 [2]&quot; Source=&quot;Harvey 100&quot; /&gt;"/>
</p:tagLst>
</file>

<file path=ppt/tags/tag9.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3/100 [3]&quot; Source=&quot;Harvey 100&quot; /&gt;"/>
</p:tagLst>
</file>

<file path=ppt/tags/tag10.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4/100 [4]&quot; Source=&quot;Harvey 100&quot; /&gt;"/>
</p:tagLst>
</file>

<file path=ppt/tags/tag11.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5/100 [5]&quot; Source=&quot;Harvey 100&quot; /&gt;"/>
</p:tagLst>
</file>

<file path=ppt/tags/tag12.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6/100 [6]&quot; Source=&quot;Harvey 100&quot; /&gt;"/>
</p:tagLst>
</file>

<file path=ppt/tags/tag13.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7/100 [7]&quot; Source=&quot;Harvey 100&quot; /&gt;"/>
</p:tagLst>
</file>

<file path=ppt/tags/tag14.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8/100 [8]&quot; Source=&quot;Harvey 100&quot; /&gt;"/>
</p:tagLst>
</file>

<file path=ppt/tags/tag15.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9/100 [9]&quot; Source=&quot;Harvey 100&quot; /&gt;"/>
</p:tagLst>
</file>

<file path=ppt/tags/tag16.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10/100 [10]&quot; Source=&quot;Harvey 100&quot; /&gt;"/>
</p:tagLst>
</file>

<file path=ppt/tags/tag17.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11/100 [11]&quot; Source=&quot;Harvey 100&quot; /&gt;"/>
</p:tagLst>
</file>

<file path=ppt/tags/tag18.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12/100 [12]&quot; Source=&quot;Harvey 100&quot; /&gt;"/>
</p:tagLst>
</file>

<file path=ppt/tags/tag19.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13/100 [13]&quot; Source=&quot;Harvey 100&quot; /&gt;"/>
</p:tagLst>
</file>

<file path=ppt/tags/tag20.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14/100 [14]&quot; Source=&quot;Harvey 100&quot; /&gt;"/>
</p:tagLst>
</file>

<file path=ppt/tags/tag21.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15/100 [15]&quot; Source=&quot;Harvey 100&quot; /&gt;"/>
</p:tagLst>
</file>

<file path=ppt/tags/tag22.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16/100 [16]&quot; Source=&quot;Harvey 100&quot; /&gt;"/>
</p:tagLst>
</file>

<file path=ppt/tags/tag23.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17/100 [17]&quot; Source=&quot;Harvey 100&quot; /&gt;"/>
</p:tagLst>
</file>

<file path=ppt/tags/tag24.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18/100 [18]&quot; Source=&quot;Harvey 100&quot; /&gt;"/>
</p:tagLst>
</file>

<file path=ppt/tags/tag25.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19/100 [19]&quot; Source=&quot;Harvey 100&quot; /&gt;"/>
</p:tagLst>
</file>

<file path=ppt/tags/tag26.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20/100 [20]&quot; Source=&quot;Harvey 100&quot; /&gt;"/>
</p:tagLst>
</file>

<file path=ppt/tags/tag27.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21/100 [21]&quot; Source=&quot;Harvey 100&quot; /&gt;"/>
</p:tagLst>
</file>

<file path=ppt/tags/tag28.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22/100 [22]&quot; Source=&quot;Harvey 100&quot; /&gt;"/>
</p:tagLst>
</file>

<file path=ppt/tags/tag29.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23/100 [23]&quot; Source=&quot;Harvey 100&quot; /&gt;"/>
</p:tagLst>
</file>

<file path=ppt/tags/tag30.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24/100 [24]&quot; Source=&quot;Harvey 100&quot; /&gt;"/>
</p:tagLst>
</file>

<file path=ppt/tags/tag31.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25/100 [25]&quot; Source=&quot;Harvey 100&quot; /&gt;"/>
</p:tagLst>
</file>

<file path=ppt/tags/tag32.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26/100 [26]&quot; Source=&quot;Harvey 100&quot; /&gt;"/>
</p:tagLst>
</file>

<file path=ppt/tags/tag33.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27/100 [27]&quot; Source=&quot;Harvey 100&quot; /&gt;"/>
</p:tagLst>
</file>

<file path=ppt/tags/tag34.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28/100 [28]&quot; Source=&quot;Harvey 100&quot; /&gt;"/>
</p:tagLst>
</file>

<file path=ppt/tags/tag35.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29/100 [29]&quot; Source=&quot;Harvey 100&quot; /&gt;"/>
</p:tagLst>
</file>

<file path=ppt/tags/tag36.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30/100 [30]&quot; Source=&quot;Harvey 100&quot; /&gt;"/>
</p:tagLst>
</file>

<file path=ppt/tags/tag37.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31/100 [31]&quot; Source=&quot;Harvey 100&quot; /&gt;"/>
</p:tagLst>
</file>

<file path=ppt/tags/tag38.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32/100 [32]&quot; Source=&quot;Harvey 100&quot; /&gt;"/>
</p:tagLst>
</file>

<file path=ppt/tags/tag39.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33/100 [33]&quot; Source=&quot;Harvey 100&quot; /&gt;"/>
</p:tagLst>
</file>

<file path=ppt/tags/tag40.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34/100 [34]&quot; Source=&quot;Harvey 100&quot; /&gt;"/>
</p:tagLst>
</file>

<file path=ppt/tags/tag41.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35/100 [35]&quot; Source=&quot;Harvey 100&quot; /&gt;"/>
</p:tagLst>
</file>

<file path=ppt/tags/tag42.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36/100 [36]&quot; Source=&quot;Harvey 100&quot; /&gt;"/>
</p:tagLst>
</file>

<file path=ppt/tags/tag43.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37/100 [37]&quot; Source=&quot;Harvey 100&quot; /&gt;"/>
</p:tagLst>
</file>

<file path=ppt/tags/tag44.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38/100 [38]&quot; Source=&quot;Harvey 100&quot; /&gt;"/>
</p:tagLst>
</file>

<file path=ppt/tags/tag45.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39/100 [39]&quot; Source=&quot;Harvey 100&quot; /&gt;"/>
</p:tagLst>
</file>

<file path=ppt/tags/tag46.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40/100 [40]&quot; Source=&quot;Harvey 100&quot; /&gt;"/>
</p:tagLst>
</file>

<file path=ppt/tags/tag47.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41/100 [41]&quot; Source=&quot;Harvey 100&quot; /&gt;"/>
</p:tagLst>
</file>

<file path=ppt/tags/tag48.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42/100 [42]&quot; Source=&quot;Harvey 100&quot; /&gt;"/>
</p:tagLst>
</file>

<file path=ppt/tags/tag49.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43/100 [43]&quot; Source=&quot;Harvey 100&quot; /&gt;"/>
</p:tagLst>
</file>

<file path=ppt/tags/tag50.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44/100 [44]&quot; Source=&quot;Harvey 100&quot; /&gt;"/>
</p:tagLst>
</file>

<file path=ppt/tags/tag51.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45/100 [45]&quot; Source=&quot;Harvey 100&quot; /&gt;"/>
</p:tagLst>
</file>

<file path=ppt/tags/tag52.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46/100 [46]&quot; Source=&quot;Harvey 100&quot; /&gt;"/>
</p:tagLst>
</file>

<file path=ppt/tags/tag53.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47/100 [47]&quot; Source=&quot;Harvey 100&quot; /&gt;"/>
</p:tagLst>
</file>

<file path=ppt/tags/tag54.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48/100 [48]&quot; Source=&quot;Harvey 100&quot; /&gt;"/>
</p:tagLst>
</file>

<file path=ppt/tags/tag55.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49/100 [49]&quot; Source=&quot;Harvey 100&quot; /&gt;"/>
</p:tagLst>
</file>

<file path=ppt/tags/tag56.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50/100 [50]&quot; Source=&quot;Harvey 100&quot; /&gt;"/>
</p:tagLst>
</file>

<file path=ppt/tags/tag57.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51/100 [51]&quot; Source=&quot;Harvey 100&quot; /&gt;"/>
</p:tagLst>
</file>

<file path=ppt/tags/tag58.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52/100 [52]&quot; Source=&quot;Harvey 100&quot; /&gt;"/>
</p:tagLst>
</file>

<file path=ppt/tags/tag59.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53/100 [53]&quot; Source=&quot;Harvey 100&quot; /&gt;"/>
</p:tagLst>
</file>

<file path=ppt/tags/tag60.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54/100 [54]&quot; Source=&quot;Harvey 100&quot; /&gt;"/>
</p:tagLst>
</file>

<file path=ppt/tags/tag61.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55/100 [55]&quot; Source=&quot;Harvey 100&quot; /&gt;"/>
</p:tagLst>
</file>

<file path=ppt/tags/tag62.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56/100 [56]&quot; Source=&quot;Harvey 100&quot; /&gt;"/>
</p:tagLst>
</file>

<file path=ppt/tags/tag63.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57/100 [57]&quot; Source=&quot;Harvey 100&quot; /&gt;"/>
</p:tagLst>
</file>

<file path=ppt/tags/tag64.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58/100 [58]&quot; Source=&quot;Harvey 100&quot; /&gt;"/>
</p:tagLst>
</file>

<file path=ppt/tags/tag65.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59/100 [59]&quot; Source=&quot;Harvey 100&quot; /&gt;"/>
</p:tagLst>
</file>

<file path=ppt/tags/tag66.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60/100 [60]&quot; Source=&quot;Harvey 100&quot; /&gt;"/>
</p:tagLst>
</file>

<file path=ppt/tags/tag67.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61/100 [61]&quot; Source=&quot;Harvey 100&quot; /&gt;"/>
</p:tagLst>
</file>

<file path=ppt/tags/tag68.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62/100 [62]&quot; Source=&quot;Harvey 100&quot; /&gt;"/>
</p:tagLst>
</file>

<file path=ppt/tags/tag69.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63/100 [63]&quot; Source=&quot;Harvey 100&quot; /&gt;"/>
</p:tagLst>
</file>

<file path=ppt/tags/tag70.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64/100 [64]&quot; Source=&quot;Harvey 100&quot; /&gt;"/>
</p:tagLst>
</file>

<file path=ppt/tags/tag71.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65/100 [65]&quot; Source=&quot;Harvey 100&quot; /&gt;"/>
</p:tagLst>
</file>

<file path=ppt/tags/tag72.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66/100 [66]&quot; Source=&quot;Harvey 100&quot; /&gt;"/>
</p:tagLst>
</file>

<file path=ppt/tags/tag73.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67/100 [67]&quot; Source=&quot;Harvey 100&quot; /&gt;"/>
</p:tagLst>
</file>

<file path=ppt/tags/tag74.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68/100 [68]&quot; Source=&quot;Harvey 100&quot; /&gt;"/>
</p:tagLst>
</file>

<file path=ppt/tags/tag75.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69/100 [69]&quot; Source=&quot;Harvey 100&quot; /&gt;"/>
</p:tagLst>
</file>

<file path=ppt/tags/tag76.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70/100 [70]&quot; Source=&quot;Harvey 100&quot; /&gt;"/>
</p:tagLst>
</file>

<file path=ppt/tags/tag77.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71/100 [71]&quot; Source=&quot;Harvey 100&quot; /&gt;"/>
</p:tagLst>
</file>

<file path=ppt/tags/tag78.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72/100 [72]&quot; Source=&quot;Harvey 100&quot; /&gt;"/>
</p:tagLst>
</file>

<file path=ppt/tags/tag79.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73/100 [73]&quot; Source=&quot;Harvey 100&quot; /&gt;"/>
</p:tagLst>
</file>

<file path=ppt/tags/tag80.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74/100 [74]&quot; Source=&quot;Harvey 100&quot; /&gt;"/>
</p:tagLst>
</file>

<file path=ppt/tags/tag81.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75/100 [75]&quot; Source=&quot;Harvey 100&quot; /&gt;"/>
</p:tagLst>
</file>

<file path=ppt/tags/tag82.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76/100 [76]&quot; Source=&quot;Harvey 100&quot; /&gt;"/>
</p:tagLst>
</file>

<file path=ppt/tags/tag83.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77/100 [77]&quot; Source=&quot;Harvey 100&quot; /&gt;"/>
</p:tagLst>
</file>

<file path=ppt/tags/tag84.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78/100 [78]&quot; Source=&quot;Harvey 100&quot; /&gt;"/>
</p:tagLst>
</file>

<file path=ppt/tags/tag85.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79/100 [79]&quot; Source=&quot;Harvey 100&quot; /&gt;"/>
</p:tagLst>
</file>

<file path=ppt/tags/tag86.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80/100 [80]&quot; Source=&quot;Harvey 100&quot; /&gt;"/>
</p:tagLst>
</file>

<file path=ppt/tags/tag87.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81/100 [81]&quot; Source=&quot;Harvey 100&quot; /&gt;"/>
</p:tagLst>
</file>

<file path=ppt/tags/tag88.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82/100 [82]&quot; Source=&quot;Harvey 100&quot; /&gt;"/>
</p:tagLst>
</file>

<file path=ppt/tags/tag89.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83/100 [83]&quot; Source=&quot;Harvey 100&quot; /&gt;"/>
</p:tagLst>
</file>

<file path=ppt/tags/tag90.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84/100 [84]&quot; Source=&quot;Harvey 100&quot; /&gt;"/>
</p:tagLst>
</file>

<file path=ppt/tags/tag91.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85/100 [85]&quot; Source=&quot;Harvey 100&quot; /&gt;"/>
</p:tagLst>
</file>

<file path=ppt/tags/tag92.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86/100 [86]&quot; Source=&quot;Harvey 100&quot; /&gt;"/>
</p:tagLst>
</file>

<file path=ppt/tags/tag93.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87/100 [87]&quot; Source=&quot;Harvey 100&quot; /&gt;"/>
</p:tagLst>
</file>

<file path=ppt/tags/tag94.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88/100 [88]&quot; Source=&quot;Harvey 100&quot; /&gt;"/>
</p:tagLst>
</file>

<file path=ppt/tags/tag95.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89/100 [89]&quot; Source=&quot;Harvey 100&quot; /&gt;"/>
</p:tagLst>
</file>

<file path=ppt/tags/tag96.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90/100 [90]&quot; Source=&quot;Harvey 100&quot; /&gt;"/>
</p:tagLst>
</file>

<file path=ppt/tags/tag97.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91/100 [91]&quot; Source=&quot;Harvey 100&quot; /&gt;"/>
</p:tagLst>
</file>

<file path=ppt/tags/tag98.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92/100 [92]&quot; Source=&quot;Harvey 100&quot; /&gt;"/>
</p:tagLst>
</file>

<file path=ppt/tags/tag99.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93/100 [93]&quot; Source=&quot;Harvey 100&quot; /&gt;"/>
</p:tagLst>
</file>

<file path=ppt/tags/tag100.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94/100 [94]&quot; Source=&quot;Harvey 100&quot; /&gt;"/>
</p:tagLst>
</file>

<file path=ppt/tags/tag101.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95/100 [95]&quot; Source=&quot;Harvey 100&quot; /&gt;"/>
</p:tagLst>
</file>

<file path=ppt/tags/tag102.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96/100 [96]&quot; Source=&quot;Harvey 100&quot; /&gt;"/>
</p:tagLst>
</file>

<file path=ppt/tags/tag103.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97/100 [97]&quot; Source=&quot;Harvey 100&quot; /&gt;"/>
</p:tagLst>
</file>

<file path=ppt/tags/tag104.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98/100 [98]&quot; Source=&quot;Harvey 100&quot; /&gt;"/>
</p:tagLst>
</file>

<file path=ppt/tags/tag105.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99/100 [99]&quot; Source=&quot;Harvey 100&quot; /&gt;"/>
</p:tagLst>
</file>

<file path=ppt/tags/tag106.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100/100 [100]&quot; Source=&quot;Harvey 100&quot; /&gt;"/>
</p:tagLst>
</file>

<file path=ppt/tags/tag107.xml><?xml version="1.0" encoding="utf-8"?>
<p:tagLst xmlns:a="http://schemas.openxmlformats.org/drawingml/2006/main" xmlns:r="http://schemas.openxmlformats.org/officeDocument/2006/relationships" xmlns:p="http://schemas.openxmlformats.org/presentationml/2006/main">
  <p:tag name="SP_LIBRARY" val="&lt;LibraryShapeTag ClassVersion=&quot;0&quot; GUID=&quot;3ac6243e-138b-4d24-9233-68986636b925&quot; /&gt;"/>
  <p:tag name="SP_POWERSHAPE" val="&lt;PowerShapeTag ClassVersion=&quot;0&quot; GUID=&quot;b4a0a1cc-0b52-49b0-80fe-c3d6b9aabd20&quot; IsConsolidated=&quot;False&quot; IsTopLevel=&quot;False&quot; Source=&quot;Harvey 8&quot; Layer=&quot;Harvey 0/8 [0]&quot; /&gt;"/>
</p:tagLst>
</file>

<file path=ppt/tags/tag108.xml><?xml version="1.0" encoding="utf-8"?>
<p:tagLst xmlns:a="http://schemas.openxmlformats.org/drawingml/2006/main" xmlns:r="http://schemas.openxmlformats.org/officeDocument/2006/relationships" xmlns:p="http://schemas.openxmlformats.org/presentationml/2006/main">
  <p:tag name="SP_LIBRARY" val="&lt;LibraryShapeTag ClassVersion=&quot;0&quot; GUID=&quot;3ac6243e-138b-4d24-9233-68986636b925&quot; /&gt;"/>
  <p:tag name="SP_POWERSHAPE" val="&lt;PowerShapeTag ClassVersion=&quot;0&quot; GUID=&quot;b4a0a1cc-0b52-49b0-80fe-c3d6b9aabd20&quot; IsConsolidated=&quot;False&quot; IsTopLevel=&quot;False&quot; Source=&quot;Harvey 8&quot; Layer=&quot;Harvey 1/8 [1]&quot; /&gt;"/>
</p:tagLst>
</file>

<file path=ppt/tags/tag109.xml><?xml version="1.0" encoding="utf-8"?>
<p:tagLst xmlns:a="http://schemas.openxmlformats.org/drawingml/2006/main" xmlns:r="http://schemas.openxmlformats.org/officeDocument/2006/relationships" xmlns:p="http://schemas.openxmlformats.org/presentationml/2006/main">
  <p:tag name="SP_LIBRARY" val="&lt;LibraryShapeTag ClassVersion=&quot;0&quot; GUID=&quot;3ac6243e-138b-4d24-9233-68986636b925&quot; /&gt;"/>
  <p:tag name="SP_POWERSHAPE" val="&lt;PowerShapeTag ClassVersion=&quot;0&quot; GUID=&quot;b4a0a1cc-0b52-49b0-80fe-c3d6b9aabd20&quot; IsConsolidated=&quot;False&quot; IsTopLevel=&quot;False&quot; Source=&quot;Harvey 8&quot; Layer=&quot;Harvey 2/8 [2]&quot; /&gt;"/>
</p:tagLst>
</file>

<file path=ppt/tags/tag110.xml><?xml version="1.0" encoding="utf-8"?>
<p:tagLst xmlns:a="http://schemas.openxmlformats.org/drawingml/2006/main" xmlns:r="http://schemas.openxmlformats.org/officeDocument/2006/relationships" xmlns:p="http://schemas.openxmlformats.org/presentationml/2006/main">
  <p:tag name="SP_LIBRARY" val="&lt;LibraryShapeTag ClassVersion=&quot;0&quot; GUID=&quot;3ac6243e-138b-4d24-9233-68986636b925&quot; /&gt;"/>
  <p:tag name="SP_POWERSHAPE" val="&lt;PowerShapeTag ClassVersion=&quot;0&quot; GUID=&quot;b4a0a1cc-0b52-49b0-80fe-c3d6b9aabd20&quot; IsConsolidated=&quot;False&quot; IsTopLevel=&quot;False&quot; Source=&quot;Harvey 8&quot; Layer=&quot;Harvey 3/8 [3]&quot; /&gt;"/>
</p:tagLst>
</file>

<file path=ppt/tags/tag111.xml><?xml version="1.0" encoding="utf-8"?>
<p:tagLst xmlns:a="http://schemas.openxmlformats.org/drawingml/2006/main" xmlns:r="http://schemas.openxmlformats.org/officeDocument/2006/relationships" xmlns:p="http://schemas.openxmlformats.org/presentationml/2006/main">
  <p:tag name="SP_LIBRARY" val="&lt;LibraryShapeTag ClassVersion=&quot;0&quot; GUID=&quot;3ac6243e-138b-4d24-9233-68986636b925&quot; /&gt;"/>
  <p:tag name="SP_POWERSHAPE" val="&lt;PowerShapeTag ClassVersion=&quot;0&quot; GUID=&quot;b4a0a1cc-0b52-49b0-80fe-c3d6b9aabd20&quot; IsConsolidated=&quot;False&quot; IsTopLevel=&quot;False&quot; Source=&quot;Harvey 8&quot; Layer=&quot;Harvey 4/8 [4]&quot; /&gt;"/>
</p:tagLst>
</file>

<file path=ppt/tags/tag112.xml><?xml version="1.0" encoding="utf-8"?>
<p:tagLst xmlns:a="http://schemas.openxmlformats.org/drawingml/2006/main" xmlns:r="http://schemas.openxmlformats.org/officeDocument/2006/relationships" xmlns:p="http://schemas.openxmlformats.org/presentationml/2006/main">
  <p:tag name="SP_LIBRARY" val="&lt;LibraryShapeTag ClassVersion=&quot;0&quot; GUID=&quot;3ac6243e-138b-4d24-9233-68986636b925&quot; /&gt;"/>
  <p:tag name="SP_POWERSHAPE" val="&lt;PowerShapeTag ClassVersion=&quot;0&quot; GUID=&quot;b4a0a1cc-0b52-49b0-80fe-c3d6b9aabd20&quot; IsConsolidated=&quot;False&quot; IsTopLevel=&quot;False&quot; Source=&quot;Harvey 8&quot; Layer=&quot;Harvey 5/8 [5]&quot; /&gt;"/>
</p:tagLst>
</file>

<file path=ppt/tags/tag113.xml><?xml version="1.0" encoding="utf-8"?>
<p:tagLst xmlns:a="http://schemas.openxmlformats.org/drawingml/2006/main" xmlns:r="http://schemas.openxmlformats.org/officeDocument/2006/relationships" xmlns:p="http://schemas.openxmlformats.org/presentationml/2006/main">
  <p:tag name="SP_LIBRARY" val="&lt;LibraryShapeTag ClassVersion=&quot;0&quot; GUID=&quot;3ac6243e-138b-4d24-9233-68986636b925&quot; /&gt;"/>
  <p:tag name="SP_POWERSHAPE" val="&lt;PowerShapeTag ClassVersion=&quot;0&quot; GUID=&quot;b4a0a1cc-0b52-49b0-80fe-c3d6b9aabd20&quot; IsConsolidated=&quot;False&quot; IsTopLevel=&quot;False&quot; Source=&quot;Harvey 8&quot; Layer=&quot;Harvey 6/8 [6]&quot; /&gt;"/>
</p:tagLst>
</file>

<file path=ppt/tags/tag114.xml><?xml version="1.0" encoding="utf-8"?>
<p:tagLst xmlns:a="http://schemas.openxmlformats.org/drawingml/2006/main" xmlns:r="http://schemas.openxmlformats.org/officeDocument/2006/relationships" xmlns:p="http://schemas.openxmlformats.org/presentationml/2006/main">
  <p:tag name="SP_LIBRARY" val="&lt;LibraryShapeTag ClassVersion=&quot;0&quot; GUID=&quot;3ac6243e-138b-4d24-9233-68986636b925&quot; /&gt;"/>
  <p:tag name="SP_POWERSHAPE" val="&lt;PowerShapeTag ClassVersion=&quot;0&quot; GUID=&quot;b4a0a1cc-0b52-49b0-80fe-c3d6b9aabd20&quot; IsConsolidated=&quot;False&quot; IsTopLevel=&quot;False&quot; Source=&quot;Harvey 8&quot; Layer=&quot;Harvey 7/8 [7]&quot; /&gt;"/>
</p:tagLst>
</file>

<file path=ppt/tags/tag115.xml><?xml version="1.0" encoding="utf-8"?>
<p:tagLst xmlns:a="http://schemas.openxmlformats.org/drawingml/2006/main" xmlns:r="http://schemas.openxmlformats.org/officeDocument/2006/relationships" xmlns:p="http://schemas.openxmlformats.org/presentationml/2006/main">
  <p:tag name="SP_LIBRARY" val="&lt;LibraryShapeTag ClassVersion=&quot;0&quot; GUID=&quot;3ac6243e-138b-4d24-9233-68986636b925&quot; /&gt;"/>
  <p:tag name="SP_POWERSHAPE" val="&lt;PowerShapeTag ClassVersion=&quot;0&quot; GUID=&quot;b4a0a1cc-0b52-49b0-80fe-c3d6b9aabd20&quot; IsConsolidated=&quot;False&quot; IsTopLevel=&quot;False&quot; Source=&quot;Harvey 8&quot; Layer=&quot;Harvey 8/8 [8]&quot; /&gt;"/>
</p:tagLst>
</file>

<file path=ppt/tags/tag116.xml><?xml version="1.0" encoding="utf-8"?>
<p:tagLst xmlns:a="http://schemas.openxmlformats.org/drawingml/2006/main" xmlns:r="http://schemas.openxmlformats.org/officeDocument/2006/relationships" xmlns:p="http://schemas.openxmlformats.org/presentationml/2006/main">
  <p:tag name="SP_LIBRARY" val="&lt;LibraryShapeTag ClassVersion=&quot;0&quot; GUID=&quot;1f6e42f0-6172-48f1-b7b3-938d21934801&quot; /&gt;"/>
  <p:tag name="SP_POWERSHAPE" val="&lt;PowerShapeTag ClassVersion=&quot;0&quot; GUID=&quot;d49074d4-1016-448b-856a-9ab9e2544118&quot; IsConsolidated=&quot;False&quot; IsTopLevel=&quot;False&quot; Source=&quot;Group 5&quot; Layer=&quot;Harvey 0/4 [0]&quot; /&gt;"/>
</p:tagLst>
</file>

<file path=ppt/tags/tag117.xml><?xml version="1.0" encoding="utf-8"?>
<p:tagLst xmlns:a="http://schemas.openxmlformats.org/drawingml/2006/main" xmlns:r="http://schemas.openxmlformats.org/officeDocument/2006/relationships" xmlns:p="http://schemas.openxmlformats.org/presentationml/2006/main">
  <p:tag name="SP_LIBRARY" val="&lt;LibraryShapeTag ClassVersion=&quot;0&quot; GUID=&quot;1f6e42f0-6172-48f1-b7b3-938d21934801&quot; /&gt;"/>
  <p:tag name="SP_POWERSHAPE" val="&lt;PowerShapeTag ClassVersion=&quot;0&quot; GUID=&quot;d49074d4-1016-448b-856a-9ab9e2544118&quot; IsConsolidated=&quot;False&quot; IsTopLevel=&quot;False&quot; Source=&quot;Group 5&quot; Layer=&quot;Harvey 1/4 [1]&quot; /&gt;"/>
</p:tagLst>
</file>

<file path=ppt/tags/tag118.xml><?xml version="1.0" encoding="utf-8"?>
<p:tagLst xmlns:a="http://schemas.openxmlformats.org/drawingml/2006/main" xmlns:r="http://schemas.openxmlformats.org/officeDocument/2006/relationships" xmlns:p="http://schemas.openxmlformats.org/presentationml/2006/main">
  <p:tag name="SP_LIBRARY" val="&lt;LibraryShapeTag ClassVersion=&quot;0&quot; GUID=&quot;1f6e42f0-6172-48f1-b7b3-938d21934801&quot; /&gt;"/>
  <p:tag name="SP_POWERSHAPE" val="&lt;PowerShapeTag ClassVersion=&quot;0&quot; GUID=&quot;d49074d4-1016-448b-856a-9ab9e2544118&quot; IsConsolidated=&quot;False&quot; IsTopLevel=&quot;False&quot; Source=&quot;Group 5&quot; Layer=&quot;Harvey 2/4 [2]&quot; /&gt;"/>
</p:tagLst>
</file>

<file path=ppt/tags/tag119.xml><?xml version="1.0" encoding="utf-8"?>
<p:tagLst xmlns:a="http://schemas.openxmlformats.org/drawingml/2006/main" xmlns:r="http://schemas.openxmlformats.org/officeDocument/2006/relationships" xmlns:p="http://schemas.openxmlformats.org/presentationml/2006/main">
  <p:tag name="SP_LIBRARY" val="&lt;LibraryShapeTag ClassVersion=&quot;0&quot; GUID=&quot;1f6e42f0-6172-48f1-b7b3-938d21934801&quot; /&gt;"/>
  <p:tag name="SP_POWERSHAPE" val="&lt;PowerShapeTag ClassVersion=&quot;0&quot; GUID=&quot;d49074d4-1016-448b-856a-9ab9e2544118&quot; IsConsolidated=&quot;False&quot; IsTopLevel=&quot;False&quot; Source=&quot;Group 5&quot; Layer=&quot;Harvey 3/4 [3]&quot; /&gt;"/>
</p:tagLst>
</file>

<file path=ppt/tags/tag120.xml><?xml version="1.0" encoding="utf-8"?>
<p:tagLst xmlns:a="http://schemas.openxmlformats.org/drawingml/2006/main" xmlns:r="http://schemas.openxmlformats.org/officeDocument/2006/relationships" xmlns:p="http://schemas.openxmlformats.org/presentationml/2006/main">
  <p:tag name="SP_LIBRARY" val="&lt;LibraryShapeTag ClassVersion=&quot;0&quot; GUID=&quot;1f6e42f0-6172-48f1-b7b3-938d21934801&quot; /&gt;"/>
  <p:tag name="SP_POWERSHAPE" val="&lt;PowerShapeTag ClassVersion=&quot;0&quot; GUID=&quot;d49074d4-1016-448b-856a-9ab9e2544118&quot; IsConsolidated=&quot;False&quot; IsTopLevel=&quot;False&quot; Source=&quot;Group 5&quot; Layer=&quot;Harvey 4/4 [4]&quot; /&gt;"/>
</p:tagLst>
</file>

<file path=ppt/tags/tag121.xml><?xml version="1.0" encoding="utf-8"?>
<p:tagLst xmlns:a="http://schemas.openxmlformats.org/drawingml/2006/main" xmlns:r="http://schemas.openxmlformats.org/officeDocument/2006/relationships" xmlns:p="http://schemas.openxmlformats.org/presentationml/2006/main">
  <p:tag name="SP_LIBRARY" val="&lt;LibraryShapeTag ClassVersion=&quot;0&quot; GUID=&quot;2915f3e2-8299-477b-bc6f-b8374767579c&quot; /&gt;"/>
  <p:tag name="SP_POWERSHAPE" val="&lt;PowerShapeTag ClassVersion=&quot;0&quot; GUID=&quot;482b1744-6a2c-4e40-b634-2f3943210f4d&quot; IsConsolidated=&quot;False&quot; IsTopLevel=&quot;False&quot; Source=&quot;Group 4&quot; Layer=&quot;Harvey 0/3 [0]&quot; /&gt;"/>
</p:tagLst>
</file>

<file path=ppt/tags/tag122.xml><?xml version="1.0" encoding="utf-8"?>
<p:tagLst xmlns:a="http://schemas.openxmlformats.org/drawingml/2006/main" xmlns:r="http://schemas.openxmlformats.org/officeDocument/2006/relationships" xmlns:p="http://schemas.openxmlformats.org/presentationml/2006/main">
  <p:tag name="SP_LIBRARY" val="&lt;LibraryShapeTag ClassVersion=&quot;0&quot; GUID=&quot;2915f3e2-8299-477b-bc6f-b8374767579c&quot; /&gt;"/>
  <p:tag name="SP_POWERSHAPE" val="&lt;PowerShapeTag ClassVersion=&quot;0&quot; GUID=&quot;482b1744-6a2c-4e40-b634-2f3943210f4d&quot; IsConsolidated=&quot;False&quot; IsTopLevel=&quot;False&quot; Source=&quot;Group 4&quot; Layer=&quot;Harvey 1/3 [1]&quot; /&gt;"/>
</p:tagLst>
</file>

<file path=ppt/tags/tag123.xml><?xml version="1.0" encoding="utf-8"?>
<p:tagLst xmlns:a="http://schemas.openxmlformats.org/drawingml/2006/main" xmlns:r="http://schemas.openxmlformats.org/officeDocument/2006/relationships" xmlns:p="http://schemas.openxmlformats.org/presentationml/2006/main">
  <p:tag name="SP_LIBRARY" val="&lt;LibraryShapeTag ClassVersion=&quot;0&quot; GUID=&quot;2915f3e2-8299-477b-bc6f-b8374767579c&quot; /&gt;"/>
  <p:tag name="SP_POWERSHAPE" val="&lt;PowerShapeTag ClassVersion=&quot;0&quot; GUID=&quot;482b1744-6a2c-4e40-b634-2f3943210f4d&quot; IsConsolidated=&quot;False&quot; IsTopLevel=&quot;False&quot; Source=&quot;Group 4&quot; Layer=&quot;Harvey 2/3 [2]&quot; /&gt;"/>
</p:tagLst>
</file>

<file path=ppt/tags/tag124.xml><?xml version="1.0" encoding="utf-8"?>
<p:tagLst xmlns:a="http://schemas.openxmlformats.org/drawingml/2006/main" xmlns:r="http://schemas.openxmlformats.org/officeDocument/2006/relationships" xmlns:p="http://schemas.openxmlformats.org/presentationml/2006/main">
  <p:tag name="SP_LIBRARY" val="&lt;LibraryShapeTag ClassVersion=&quot;0&quot; GUID=&quot;2915f3e2-8299-477b-bc6f-b8374767579c&quot; /&gt;"/>
  <p:tag name="SP_POWERSHAPE" val="&lt;PowerShapeTag ClassVersion=&quot;0&quot; GUID=&quot;482b1744-6a2c-4e40-b634-2f3943210f4d&quot; IsConsolidated=&quot;False&quot; IsTopLevel=&quot;False&quot; Source=&quot;Group 4&quot; Layer=&quot;Harvey 3/3 [3]&quot; /&gt;"/>
</p:tagLst>
</file>

<file path=ppt/tags/tag12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SAP TechEd Template">
  <a:themeElements>
    <a:clrScheme name="SAP Colors 2023">
      <a:dk1>
        <a:srgbClr val="000000"/>
      </a:dk1>
      <a:lt1>
        <a:srgbClr val="FFFFFF"/>
      </a:lt1>
      <a:dk2>
        <a:srgbClr val="1B90FF"/>
      </a:dk2>
      <a:lt2>
        <a:srgbClr val="89D1FF"/>
      </a:lt2>
      <a:accent1>
        <a:srgbClr val="E76500"/>
      </a:accent1>
      <a:accent2>
        <a:srgbClr val="049F9A"/>
      </a:accent2>
      <a:accent3>
        <a:srgbClr val="36A41D"/>
      </a:accent3>
      <a:accent4>
        <a:srgbClr val="FA4F96"/>
      </a:accent4>
      <a:accent5>
        <a:srgbClr val="F31DED"/>
      </a:accent5>
      <a:accent6>
        <a:srgbClr val="7858FF"/>
      </a:accent6>
      <a:hlink>
        <a:srgbClr val="0070F2"/>
      </a:hlink>
      <a:folHlink>
        <a:srgbClr val="0070F2"/>
      </a:folHlink>
    </a:clrScheme>
    <a:fontScheme name="SAP 2023">
      <a:majorFont>
        <a:latin typeface="72 Brand Medium"/>
        <a:ea typeface=""/>
        <a:cs typeface=""/>
      </a:majorFont>
      <a:minorFont>
        <a:latin typeface="72 Brand"/>
        <a:ea typeface=""/>
        <a:cs typeface=""/>
      </a:minorFont>
    </a:fontScheme>
    <a:fmtScheme name="Median">
      <a:fillStyleLst>
        <a:solidFill>
          <a:schemeClr val="phClr"/>
        </a:solidFill>
        <a:solidFill>
          <a:schemeClr val="phClr">
            <a:tint val="50000"/>
          </a:schemeClr>
        </a:solidFill>
        <a:solidFill>
          <a:schemeClr val="phClr"/>
        </a:solidFill>
      </a:fillStyleLst>
      <a:lnStyleLst>
        <a:ln w="10000" cap="flat" cmpd="sng" algn="ctr">
          <a:solidFill>
            <a:schemeClr val="phClr"/>
          </a:solidFill>
          <a:prstDash val="solid"/>
        </a:ln>
        <a:ln w="19050" cap="flat" cmpd="sng" algn="ctr">
          <a:solidFill>
            <a:schemeClr val="phClr"/>
          </a:solidFill>
          <a:prstDash val="solid"/>
        </a:ln>
        <a:ln w="47625" cap="flat" cmpd="dbl" algn="ctr">
          <a:solidFill>
            <a:schemeClr val="phClr"/>
          </a:solidFill>
          <a:prstDash val="solid"/>
        </a:ln>
      </a:lnStyleLst>
      <a:effectStyleLst>
        <a:effectStyle>
          <a:effectLst>
            <a:outerShdw blurRad="38100" dist="30000" dir="5400000" rotWithShape="0">
              <a:srgbClr val="000000">
                <a:alpha val="45000"/>
              </a:srgbClr>
            </a:outerShdw>
          </a:effectLst>
        </a:effectStyle>
        <a:effectStyle>
          <a:effectLst>
            <a:outerShdw blurRad="38100" dist="30000" dir="5400000" rotWithShape="0">
              <a:srgbClr val="000000">
                <a:alpha val="45000"/>
              </a:srgbClr>
            </a:outerShdw>
          </a:effectLst>
        </a:effectStyle>
        <a:effectStyle>
          <a:effectLst>
            <a:outerShdw blurRad="38100" dist="25400" dir="5400000" rotWithShape="0">
              <a:srgbClr val="000000">
                <a:alpha val="35000"/>
              </a:srgbClr>
            </a:outerShdw>
          </a:effectLst>
          <a:scene3d>
            <a:camera prst="isometricTopDown" fov="0">
              <a:rot lat="0" lon="0" rev="0"/>
            </a:camera>
            <a:lightRig rig="balanced" dir="t">
              <a:rot lat="0" lon="0" rev="13800000"/>
            </a:lightRig>
          </a:scene3d>
          <a:sp3d extrusionH="12700" prstMaterial="plastic">
            <a:bevelT w="38100" h="25400" prst="softRound"/>
            <a:contourClr>
              <a:schemeClr val="ph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noFill/>
        <a:ln w="25400" algn="ctr">
          <a:solidFill>
            <a:schemeClr val="tx1"/>
          </a:solidFill>
          <a:miter lim="800000"/>
          <a:headEnd/>
          <a:tailEnd/>
        </a:ln>
      </a:spPr>
      <a:bodyPr lIns="90000" tIns="72000" rIns="90000" bIns="72000" rtlCol="0" anchor="ctr"/>
      <a:lstStyle>
        <a:defPPr marR="0" algn="ctr" defTabSz="914400" eaLnBrk="1" fontAlgn="base" latinLnBrk="0" hangingPunct="1">
          <a:lnSpc>
            <a:spcPct val="100000"/>
          </a:lnSpc>
          <a:spcBef>
            <a:spcPct val="50000"/>
          </a:spcBef>
          <a:spcAft>
            <a:spcPct val="0"/>
          </a:spcAft>
          <a:buClr>
            <a:srgbClr val="F0AB00"/>
          </a:buClr>
          <a:buSzPct val="80000"/>
          <a:tabLst/>
          <a:defRPr kumimoji="0" sz="1800" b="0" i="0" u="none" strike="noStrike" kern="0" cap="none" spc="0" normalizeH="0" baseline="0" noProof="0" dirty="0" smtClean="0">
            <a:ln>
              <a:noFill/>
            </a:ln>
            <a:effectLst/>
            <a:uLnTx/>
            <a:uFillTx/>
            <a:latin typeface="+mn-lt"/>
            <a:ea typeface="72 Brand" pitchFamily="34" charset="-128"/>
            <a:cs typeface="72 Brand" pitchFamily="34" charset="-128"/>
          </a:defRPr>
        </a:defPPr>
      </a:lstStyle>
    </a:spDef>
    <a:lnDef>
      <a:spPr>
        <a:ln w="25400">
          <a:solidFill>
            <a:schemeClr val="tx1"/>
          </a:solidFill>
          <a:headEnd type="none" w="med" len="med"/>
          <a:tailEnd type="none" w="med" len="med"/>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fontAlgn="base">
          <a:spcBef>
            <a:spcPct val="50000"/>
          </a:spcBef>
          <a:spcAft>
            <a:spcPct val="0"/>
          </a:spcAft>
          <a:buClr>
            <a:schemeClr val="tx1"/>
          </a:buClr>
          <a:buSzPct val="100000"/>
          <a:defRPr sz="1800" kern="0" dirty="0" err="1" smtClean="0">
            <a:latin typeface="72 Brand" panose="020B0504030603020204" pitchFamily="34" charset="0"/>
            <a:ea typeface="72 Brand" pitchFamily="34" charset="-128"/>
            <a:cs typeface="72 Brand" pitchFamily="34" charset="-128"/>
          </a:defRPr>
        </a:defPPr>
      </a:lstStyle>
    </a:txDef>
  </a:objectDefaults>
  <a:extraClrSchemeLst/>
  <a:custClrLst>
    <a:custClr name="Blue 2">
      <a:srgbClr val="D1EFFF"/>
    </a:custClr>
    <a:custClr name="Blue 4">
      <a:srgbClr val="89D1FF"/>
    </a:custClr>
    <a:custClr name="Blue 6">
      <a:srgbClr val="1B90FF"/>
    </a:custClr>
    <a:custClr name="Blue 7">
      <a:srgbClr val="0070F2"/>
    </a:custClr>
    <a:custClr name="Blue 10">
      <a:srgbClr val="002A86"/>
    </a:custClr>
    <a:custClr name="Blue 11">
      <a:srgbClr val="00144A"/>
    </a:custClr>
    <a:custClr name="Mango 2">
      <a:srgbClr val="FFF3B8"/>
    </a:custClr>
    <a:custClr name="Mango 4">
      <a:srgbClr val="FFC933"/>
    </a:custClr>
    <a:custClr name="Mango 6">
      <a:srgbClr val="E76500"/>
    </a:custClr>
    <a:custClr name="Mango 7">
      <a:srgbClr val="C35500"/>
    </a:custClr>
    <a:custClr name="Mango 10">
      <a:srgbClr val="6D1900"/>
    </a:custClr>
    <a:custClr name="Mango 11">
      <a:srgbClr val="450B00"/>
    </a:custClr>
    <a:custClr name="Teal 2">
      <a:srgbClr val="C2FCEE"/>
    </a:custClr>
    <a:custClr name="Teal 4">
      <a:srgbClr val="2CE0BF"/>
    </a:custClr>
    <a:custClr name="Teal 6">
      <a:srgbClr val="049F9A"/>
    </a:custClr>
    <a:custClr name="Teal 7">
      <a:srgbClr val="07838F"/>
    </a:custClr>
    <a:custClr name="Teal 10">
      <a:srgbClr val="02414C"/>
    </a:custClr>
    <a:custClr name="Teal 11">
      <a:srgbClr val="012931"/>
    </a:custClr>
    <a:custClr name="Green 2">
      <a:srgbClr val="EBF5CB"/>
    </a:custClr>
    <a:custClr name="Green 4">
      <a:srgbClr val="97DD40"/>
    </a:custClr>
    <a:custClr name="Green 6">
      <a:srgbClr val="36A41D"/>
    </a:custClr>
    <a:custClr name="Green 7">
      <a:srgbClr val="188918"/>
    </a:custClr>
    <a:custClr name="Green 10">
      <a:srgbClr val="164323"/>
    </a:custClr>
    <a:custClr name="Green 11">
      <a:srgbClr val="0E2B16"/>
    </a:custClr>
    <a:custClr name="Red 2">
      <a:srgbClr val="FFD5EA"/>
    </a:custClr>
    <a:custClr name="Red 4">
      <a:srgbClr val="FF8CB2"/>
    </a:custClr>
    <a:custClr name="Red 6">
      <a:srgbClr val="EE3939"/>
    </a:custClr>
    <a:custClr name="Red 7">
      <a:srgbClr val="D20A0A"/>
    </a:custClr>
    <a:custClr name="Red 10">
      <a:srgbClr val="5A0404"/>
    </a:custClr>
    <a:custClr name="Red 11">
      <a:srgbClr val="350000"/>
    </a:custClr>
    <a:custClr name="Raspberry 2">
      <a:srgbClr val="FFDCE8"/>
    </a:custClr>
    <a:custClr name="Raspberry 4">
      <a:srgbClr val="FEADC8"/>
    </a:custClr>
    <a:custClr name="Raspberry 6">
      <a:srgbClr val="FA4F96"/>
    </a:custClr>
    <a:custClr name="Raspberry 7">
      <a:srgbClr val="DF1278"/>
    </a:custClr>
    <a:custClr name="Raspberry 10">
      <a:srgbClr val="71014B"/>
    </a:custClr>
    <a:custClr name="Raspberry 11">
      <a:srgbClr val="510136"/>
    </a:custClr>
    <a:custClr name="Pink 2">
      <a:srgbClr val="FFDCF3"/>
    </a:custClr>
    <a:custClr name="Pink 4">
      <a:srgbClr val="FF8AF0"/>
    </a:custClr>
    <a:custClr name="Pink 6">
      <a:srgbClr val="F31DED"/>
    </a:custClr>
    <a:custClr name="Pink 7">
      <a:srgbClr val="CC00DC"/>
    </a:custClr>
    <a:custClr name="Pink 10">
      <a:srgbClr val="510080"/>
    </a:custClr>
    <a:custClr name="Pink 11">
      <a:srgbClr val="28004A"/>
    </a:custClr>
    <a:custClr name="Indigo 2">
      <a:srgbClr val="E2D8FF"/>
    </a:custClr>
    <a:custClr name="Indigo 4">
      <a:srgbClr val="B894FF"/>
    </a:custClr>
    <a:custClr name="Indigo 6">
      <a:srgbClr val="7858FF"/>
    </a:custClr>
    <a:custClr name="Indigo 7">
      <a:srgbClr val="5D36FF"/>
    </a:custClr>
    <a:custClr name="Indigo 10">
      <a:srgbClr val="1C0C6E"/>
    </a:custClr>
    <a:custClr name="Indigo 11">
      <a:srgbClr val="0E0637"/>
    </a:custClr>
  </a:custClrLst>
  <a:extLst>
    <a:ext uri="{05A4C25C-085E-4340-85A3-A5531E510DB2}">
      <thm15:themeFamily xmlns:thm15="http://schemas.microsoft.com/office/thememl/2012/main" name="SAP_TechEd_2025_Template_PUBLIC-A" id="{10D49F29-D161-9B49-891D-783B4CCEE81C}" vid="{B5706E98-A1C5-AD4D-ADAB-E5326EFA2E93}"/>
    </a:ext>
  </a:extLst>
</a:theme>
</file>

<file path=ppt/theme/theme2.xml><?xml version="1.0" encoding="utf-8"?>
<a:theme xmlns:a="http://schemas.openxmlformats.org/drawingml/2006/main" name="Office Theme">
  <a:themeElements>
    <a:clrScheme name="SAP_Colors2011_1.1">
      <a:dk1>
        <a:srgbClr val="000000"/>
      </a:dk1>
      <a:lt1>
        <a:srgbClr val="FFFFFF"/>
      </a:lt1>
      <a:dk2>
        <a:srgbClr val="0076CB"/>
      </a:dk2>
      <a:lt2>
        <a:srgbClr val="CCCCCC"/>
      </a:lt2>
      <a:accent1>
        <a:srgbClr val="F0AB00"/>
      </a:accent1>
      <a:accent2>
        <a:srgbClr val="666666"/>
      </a:accent2>
      <a:accent3>
        <a:srgbClr val="0076CB"/>
      </a:accent3>
      <a:accent4>
        <a:srgbClr val="4FB81C"/>
      </a:accent4>
      <a:accent5>
        <a:srgbClr val="E35500"/>
      </a:accent5>
      <a:accent6>
        <a:srgbClr val="760A85"/>
      </a:accent6>
      <a:hlink>
        <a:srgbClr val="666666"/>
      </a:hlink>
      <a:folHlink>
        <a:srgbClr val="CCCCCC"/>
      </a:folHlink>
    </a:clrScheme>
    <a:fontScheme name="SAP_Fonts2011">
      <a:majorFont>
        <a:latin typeface="Arial"/>
        <a:ea typeface=""/>
        <a:cs typeface=""/>
      </a:majorFont>
      <a:minorFont>
        <a:latin typeface="Arial"/>
        <a:ea typeface=""/>
        <a:cs typeface=""/>
      </a:minorFont>
    </a:fontScheme>
    <a:fmtScheme name="Median">
      <a:fillStyleLst>
        <a:solidFill>
          <a:schemeClr val="phClr"/>
        </a:solidFill>
        <a:solidFill>
          <a:schemeClr val="phClr">
            <a:tint val="50000"/>
          </a:schemeClr>
        </a:solidFill>
        <a:solidFill>
          <a:schemeClr val="phClr"/>
        </a:solidFill>
      </a:fillStyleLst>
      <a:lnStyleLst>
        <a:ln w="10000" cap="flat" cmpd="sng" algn="ctr">
          <a:solidFill>
            <a:schemeClr val="phClr"/>
          </a:solidFill>
          <a:prstDash val="solid"/>
        </a:ln>
        <a:ln w="19050" cap="flat" cmpd="sng" algn="ctr">
          <a:solidFill>
            <a:schemeClr val="phClr"/>
          </a:solidFill>
          <a:prstDash val="solid"/>
        </a:ln>
        <a:ln w="47625" cap="flat" cmpd="dbl" algn="ctr">
          <a:solidFill>
            <a:schemeClr val="phClr"/>
          </a:solidFill>
          <a:prstDash val="solid"/>
        </a:ln>
      </a:lnStyleLst>
      <a:effectStyleLst>
        <a:effectStyle>
          <a:effectLst>
            <a:outerShdw blurRad="38100" dist="30000" dir="5400000" rotWithShape="0">
              <a:srgbClr val="000000">
                <a:alpha val="45000"/>
              </a:srgbClr>
            </a:outerShdw>
          </a:effectLst>
        </a:effectStyle>
        <a:effectStyle>
          <a:effectLst>
            <a:outerShdw blurRad="38100" dist="30000" dir="5400000" rotWithShape="0">
              <a:srgbClr val="000000">
                <a:alpha val="45000"/>
              </a:srgbClr>
            </a:outerShdw>
          </a:effectLst>
        </a:effectStyle>
        <a:effectStyle>
          <a:effectLst>
            <a:outerShdw blurRad="38100" dist="25400" dir="5400000" rotWithShape="0">
              <a:srgbClr val="000000">
                <a:alpha val="35000"/>
              </a:srgbClr>
            </a:outerShdw>
          </a:effectLst>
          <a:scene3d>
            <a:camera prst="isometricTopDown" fov="0">
              <a:rot lat="0" lon="0" rev="0"/>
            </a:camera>
            <a:lightRig rig="balanced" dir="t">
              <a:rot lat="0" lon="0" rev="13800000"/>
            </a:lightRig>
          </a:scene3d>
          <a:sp3d extrusionH="12700" prstMaterial="plastic">
            <a:bevelT w="38100" h="25400" prst="softRound"/>
            <a:contourClr>
              <a:schemeClr val="ph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custClrLst>
    <a:custClr name="Blue 2">
      <a:srgbClr val="D1EFFF"/>
    </a:custClr>
  </a:custClrLst>
</a:theme>
</file>

<file path=ppt/theme/theme3.xml><?xml version="1.0" encoding="utf-8"?>
<a:theme xmlns:a="http://schemas.openxmlformats.org/drawingml/2006/main" name="Office Theme">
  <a:themeElements>
    <a:clrScheme name="SAP_Colors2011">
      <a:dk1>
        <a:srgbClr val="000000"/>
      </a:dk1>
      <a:lt1>
        <a:srgbClr val="FFFFFF"/>
      </a:lt1>
      <a:dk2>
        <a:srgbClr val="00AFE3"/>
      </a:dk2>
      <a:lt2>
        <a:srgbClr val="CCCCCC"/>
      </a:lt2>
      <a:accent1>
        <a:srgbClr val="FDB913"/>
      </a:accent1>
      <a:accent2>
        <a:srgbClr val="626366"/>
      </a:accent2>
      <a:accent3>
        <a:srgbClr val="0082C9"/>
      </a:accent3>
      <a:accent4>
        <a:srgbClr val="4BBE44"/>
      </a:accent4>
      <a:accent5>
        <a:srgbClr val="B1D249"/>
      </a:accent5>
      <a:accent6>
        <a:srgbClr val="80298F"/>
      </a:accent6>
      <a:hlink>
        <a:srgbClr val="04357B"/>
      </a:hlink>
      <a:folHlink>
        <a:srgbClr val="999999"/>
      </a:folHlink>
    </a:clrScheme>
    <a:fontScheme name="SAP_Fonts2011">
      <a:majorFont>
        <a:latin typeface="Arial"/>
        <a:ea typeface=""/>
        <a:cs typeface=""/>
      </a:majorFont>
      <a:minorFont>
        <a:latin typeface="Arial"/>
        <a:ea typeface=""/>
        <a:cs typeface=""/>
      </a:minorFont>
    </a:fontScheme>
    <a:fmtScheme name="Median">
      <a:fillStyleLst>
        <a:solidFill>
          <a:schemeClr val="phClr"/>
        </a:solidFill>
        <a:solidFill>
          <a:schemeClr val="phClr">
            <a:tint val="50000"/>
          </a:schemeClr>
        </a:solidFill>
        <a:solidFill>
          <a:schemeClr val="phClr"/>
        </a:solidFill>
      </a:fillStyleLst>
      <a:lnStyleLst>
        <a:ln w="10000" cap="flat" cmpd="sng" algn="ctr">
          <a:solidFill>
            <a:schemeClr val="phClr"/>
          </a:solidFill>
          <a:prstDash val="solid"/>
        </a:ln>
        <a:ln w="19050" cap="flat" cmpd="sng" algn="ctr">
          <a:solidFill>
            <a:schemeClr val="phClr"/>
          </a:solidFill>
          <a:prstDash val="solid"/>
        </a:ln>
        <a:ln w="47625" cap="flat" cmpd="dbl" algn="ctr">
          <a:solidFill>
            <a:schemeClr val="phClr"/>
          </a:solidFill>
          <a:prstDash val="solid"/>
        </a:ln>
      </a:lnStyleLst>
      <a:effectStyleLst>
        <a:effectStyle>
          <a:effectLst>
            <a:outerShdw blurRad="38100" dist="30000" dir="5400000" rotWithShape="0">
              <a:srgbClr val="000000">
                <a:alpha val="45000"/>
              </a:srgbClr>
            </a:outerShdw>
          </a:effectLst>
        </a:effectStyle>
        <a:effectStyle>
          <a:effectLst>
            <a:outerShdw blurRad="38100" dist="30000" dir="5400000" rotWithShape="0">
              <a:srgbClr val="000000">
                <a:alpha val="45000"/>
              </a:srgbClr>
            </a:outerShdw>
          </a:effectLst>
        </a:effectStyle>
        <a:effectStyle>
          <a:effectLst>
            <a:outerShdw blurRad="38100" dist="25400" dir="5400000" rotWithShape="0">
              <a:srgbClr val="000000">
                <a:alpha val="35000"/>
              </a:srgbClr>
            </a:outerShdw>
          </a:effectLst>
          <a:scene3d>
            <a:camera prst="isometricTopDown" fov="0">
              <a:rot lat="0" lon="0" rev="0"/>
            </a:camera>
            <a:lightRig rig="balanced" dir="t">
              <a:rot lat="0" lon="0" rev="13800000"/>
            </a:lightRig>
          </a:scene3d>
          <a:sp3d extrusionH="12700" prstMaterial="plastic">
            <a:bevelT w="38100" h="25400" prst="softRound"/>
            <a:contourClr>
              <a:schemeClr val="ph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custClrLst>
    <a:custClr name="Blue 2">
      <a:srgbClr val="D1EFFF"/>
    </a:custClr>
  </a:custClrLst>
</a:theme>
</file>

<file path=ppt/theme/themeOverride1.xml><?xml version="1.0" encoding="utf-8"?>
<a:themeOverride xmlns:a="http://schemas.openxmlformats.org/drawingml/2006/main">
  <a:clrScheme name="SAP Colors 2023">
    <a:dk1>
      <a:srgbClr val="000000"/>
    </a:dk1>
    <a:lt1>
      <a:srgbClr val="FFFFFF"/>
    </a:lt1>
    <a:dk2>
      <a:srgbClr val="1B90FF"/>
    </a:dk2>
    <a:lt2>
      <a:srgbClr val="89D1FF"/>
    </a:lt2>
    <a:accent1>
      <a:srgbClr val="E76500"/>
    </a:accent1>
    <a:accent2>
      <a:srgbClr val="049F9A"/>
    </a:accent2>
    <a:accent3>
      <a:srgbClr val="36A41D"/>
    </a:accent3>
    <a:accent4>
      <a:srgbClr val="FA4F96"/>
    </a:accent4>
    <a:accent5>
      <a:srgbClr val="F31DED"/>
    </a:accent5>
    <a:accent6>
      <a:srgbClr val="7858FF"/>
    </a:accent6>
    <a:hlink>
      <a:srgbClr val="0070F2"/>
    </a:hlink>
    <a:folHlink>
      <a:srgbClr val="0070F2"/>
    </a:folHlink>
  </a:clrScheme>
</a:themeOverride>
</file>

<file path=ppt/theme/themeOverride2.xml><?xml version="1.0" encoding="utf-8"?>
<a:themeOverride xmlns:a="http://schemas.openxmlformats.org/drawingml/2006/main">
  <a:clrScheme name="SAP Colors 2023">
    <a:dk1>
      <a:srgbClr val="000000"/>
    </a:dk1>
    <a:lt1>
      <a:srgbClr val="FFFFFF"/>
    </a:lt1>
    <a:dk2>
      <a:srgbClr val="1B90FF"/>
    </a:dk2>
    <a:lt2>
      <a:srgbClr val="89D1FF"/>
    </a:lt2>
    <a:accent1>
      <a:srgbClr val="E76500"/>
    </a:accent1>
    <a:accent2>
      <a:srgbClr val="049F9A"/>
    </a:accent2>
    <a:accent3>
      <a:srgbClr val="36A41D"/>
    </a:accent3>
    <a:accent4>
      <a:srgbClr val="FA4F96"/>
    </a:accent4>
    <a:accent5>
      <a:srgbClr val="F31DED"/>
    </a:accent5>
    <a:accent6>
      <a:srgbClr val="7858FF"/>
    </a:accent6>
    <a:hlink>
      <a:srgbClr val="0070F2"/>
    </a:hlink>
    <a:folHlink>
      <a:srgbClr val="0070F2"/>
    </a:folHlink>
  </a:clrScheme>
</a:themeOverride>
</file>

<file path=ppt/theme/themeOverride3.xml><?xml version="1.0" encoding="utf-8"?>
<a:themeOverride xmlns:a="http://schemas.openxmlformats.org/drawingml/2006/main">
  <a:clrScheme name="SAP Colors 2023">
    <a:dk1>
      <a:srgbClr val="000000"/>
    </a:dk1>
    <a:lt1>
      <a:srgbClr val="FFFFFF"/>
    </a:lt1>
    <a:dk2>
      <a:srgbClr val="1B90FF"/>
    </a:dk2>
    <a:lt2>
      <a:srgbClr val="89D1FF"/>
    </a:lt2>
    <a:accent1>
      <a:srgbClr val="E76500"/>
    </a:accent1>
    <a:accent2>
      <a:srgbClr val="049F9A"/>
    </a:accent2>
    <a:accent3>
      <a:srgbClr val="36A41D"/>
    </a:accent3>
    <a:accent4>
      <a:srgbClr val="FA4F96"/>
    </a:accent4>
    <a:accent5>
      <a:srgbClr val="F31DED"/>
    </a:accent5>
    <a:accent6>
      <a:srgbClr val="7858FF"/>
    </a:accent6>
    <a:hlink>
      <a:srgbClr val="0070F2"/>
    </a:hlink>
    <a:folHlink>
      <a:srgbClr val="0070F2"/>
    </a:folHlink>
  </a:clrScheme>
</a:themeOverride>
</file>

<file path=ppt/theme/themeOverride4.xml><?xml version="1.0" encoding="utf-8"?>
<a:themeOverride xmlns:a="http://schemas.openxmlformats.org/drawingml/2006/main">
  <a:clrScheme name="SAP Colors 2023">
    <a:dk1>
      <a:srgbClr val="000000"/>
    </a:dk1>
    <a:lt1>
      <a:srgbClr val="FFFFFF"/>
    </a:lt1>
    <a:dk2>
      <a:srgbClr val="1B90FF"/>
    </a:dk2>
    <a:lt2>
      <a:srgbClr val="89D1FF"/>
    </a:lt2>
    <a:accent1>
      <a:srgbClr val="E76500"/>
    </a:accent1>
    <a:accent2>
      <a:srgbClr val="049F9A"/>
    </a:accent2>
    <a:accent3>
      <a:srgbClr val="36A41D"/>
    </a:accent3>
    <a:accent4>
      <a:srgbClr val="FA4F96"/>
    </a:accent4>
    <a:accent5>
      <a:srgbClr val="F31DED"/>
    </a:accent5>
    <a:accent6>
      <a:srgbClr val="7858FF"/>
    </a:accent6>
    <a:hlink>
      <a:srgbClr val="0070F2"/>
    </a:hlink>
    <a:folHlink>
      <a:srgbClr val="0070F2"/>
    </a:folHlink>
  </a:clrScheme>
</a:themeOverride>
</file>

<file path=ppt/theme/themeOverride5.xml><?xml version="1.0" encoding="utf-8"?>
<a:themeOverride xmlns:a="http://schemas.openxmlformats.org/drawingml/2006/main">
  <a:clrScheme name="SAP Colors 2023">
    <a:dk1>
      <a:srgbClr val="000000"/>
    </a:dk1>
    <a:lt1>
      <a:srgbClr val="FFFFFF"/>
    </a:lt1>
    <a:dk2>
      <a:srgbClr val="1B90FF"/>
    </a:dk2>
    <a:lt2>
      <a:srgbClr val="89D1FF"/>
    </a:lt2>
    <a:accent1>
      <a:srgbClr val="E76500"/>
    </a:accent1>
    <a:accent2>
      <a:srgbClr val="049F9A"/>
    </a:accent2>
    <a:accent3>
      <a:srgbClr val="36A41D"/>
    </a:accent3>
    <a:accent4>
      <a:srgbClr val="FA4F96"/>
    </a:accent4>
    <a:accent5>
      <a:srgbClr val="F31DED"/>
    </a:accent5>
    <a:accent6>
      <a:srgbClr val="7858FF"/>
    </a:accent6>
    <a:hlink>
      <a:srgbClr val="0070F2"/>
    </a:hlink>
    <a:folHlink>
      <a:srgbClr val="0070F2"/>
    </a:folHlink>
  </a:clrScheme>
</a:themeOverride>
</file>

<file path=ppt/theme/themeOverride6.xml><?xml version="1.0" encoding="utf-8"?>
<a:themeOverride xmlns:a="http://schemas.openxmlformats.org/drawingml/2006/main">
  <a:clrScheme name="SAP Colors 2023">
    <a:dk1>
      <a:srgbClr val="000000"/>
    </a:dk1>
    <a:lt1>
      <a:srgbClr val="FFFFFF"/>
    </a:lt1>
    <a:dk2>
      <a:srgbClr val="1B90FF"/>
    </a:dk2>
    <a:lt2>
      <a:srgbClr val="89D1FF"/>
    </a:lt2>
    <a:accent1>
      <a:srgbClr val="E76500"/>
    </a:accent1>
    <a:accent2>
      <a:srgbClr val="049F9A"/>
    </a:accent2>
    <a:accent3>
      <a:srgbClr val="36A41D"/>
    </a:accent3>
    <a:accent4>
      <a:srgbClr val="FA4F96"/>
    </a:accent4>
    <a:accent5>
      <a:srgbClr val="F31DED"/>
    </a:accent5>
    <a:accent6>
      <a:srgbClr val="7858FF"/>
    </a:accent6>
    <a:hlink>
      <a:srgbClr val="0070F2"/>
    </a:hlink>
    <a:folHlink>
      <a:srgbClr val="0070F2"/>
    </a:folHlink>
  </a:clrScheme>
</a:themeOverrid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D0FCFAFA-D3D3-1441-8101-DA629D03A5D9}">
  <we:reference id="b0692d11-e342-a550-cfba-e8c57e47b8f1" version="1.0.0.8" store="EXCatalog" storeType="EXCatalog"/>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E65AE667-A5F5-0F47-8627-5174A8B7EA47}">
  <we:reference id="b8d7a30b-109c-4c41-a1df-a6cb639730b5" version="2.0.0.5" store="EXCatalog" storeType="EXCatalog"/>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_rels/item6.xml.rels><?xml version="1.0" encoding="UTF-8" standalone="yes"?>
<Relationships xmlns="http://schemas.openxmlformats.org/package/2006/relationships"><Relationship Id="rId1" Type="http://schemas.openxmlformats.org/officeDocument/2006/relationships/customXmlProps" Target="itemProps6.xml"/></Relationships>
</file>

<file path=customXml/_rels/item7.xml.rels><?xml version="1.0" encoding="UTF-8" standalone="yes"?>
<Relationships xmlns="http://schemas.openxmlformats.org/package/2006/relationships"><Relationship Id="rId1" Type="http://schemas.openxmlformats.org/officeDocument/2006/relationships/customXmlProps" Target="itemProps7.xml"/></Relationships>
</file>

<file path=customXml/_rels/item8.xml.rels><?xml version="1.0" encoding="UTF-8" standalone="yes"?>
<Relationships xmlns="http://schemas.openxmlformats.org/package/2006/relationships"><Relationship Id="rId1" Type="http://schemas.openxmlformats.org/officeDocument/2006/relationships/customXmlProps" Target="itemProps8.xml"/></Relationships>
</file>

<file path=customXml/_rels/item9.xml.rels><?xml version="1.0" encoding="UTF-8" standalone="yes"?>
<Relationships xmlns="http://schemas.openxmlformats.org/package/2006/relationships"><Relationship Id="rId1" Type="http://schemas.openxmlformats.org/officeDocument/2006/relationships/customXmlProps" Target="itemProps9.xml"/></Relationships>
</file>

<file path=customXml/_rels/item10.xml.rels><?xml version="1.0" encoding="UTF-8" standalone="yes"?>
<Relationships xmlns="http://schemas.openxmlformats.org/package/2006/relationships"><Relationship Id="rId1" Type="http://schemas.openxmlformats.org/officeDocument/2006/relationships/customXmlProps" Target="itemProps10.xml"/></Relationships>
</file>

<file path=customXml/_rels/item11.xml.rels><?xml version="1.0" encoding="UTF-8" standalone="yes"?>
<Relationships xmlns="http://schemas.openxmlformats.org/package/2006/relationships"><Relationship Id="rId1" Type="http://schemas.openxmlformats.org/officeDocument/2006/relationships/customXmlProps" Target="itemProps11.xml"/></Relationships>
</file>

<file path=customXml/item1.xml><?xml version="1.0" encoding="utf-8"?>
<TemplafySlideFormConfiguration><![CDATA[{"formFields":[],"formDataEntries":[]}]]></TemplafySlideFormConfiguration>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TaxCatchAll xmlns="1f418d83-6e52-415a-a3ca-9bc770cb2d09" xsi:nil="true"/>
    <_ip_UnifiedCompliancePolicyProperties xmlns="http://schemas.microsoft.com/sharepoint/v3" xsi:nil="true"/>
    <lcf76f155ced4ddcb4097134ff3c332f xmlns="6fada369-c962-4c29-90b4-989088d031d8">
      <Terms xmlns="http://schemas.microsoft.com/office/infopath/2007/PartnerControls"/>
    </lcf76f155ced4ddcb4097134ff3c332f>
  </documentManagement>
</p:properties>
</file>

<file path=customXml/item3.xml><?xml version="1.0" encoding="utf-8"?>
<TemplafySlideFormConfiguration><![CDATA[{"formFields":[],"formDataEntries":[]}]]></TemplafySlideFormConfiguration>
</file>

<file path=customXml/item4.xml><?xml version="1.0" encoding="utf-8"?>
<TemplafyFormConfiguration><![CDATA[{"formFields":[{"distinct":false,"hideIfNoUserInteractionRequired":false,"required":true,"autoSelectFirstOption":false,"shareValue":false,"type":"dropDown","dataSourceName":"PPTSubBrandLogos2023","dataSourceFieldName":"Name","name":"SAPLogo","label":"Select Template"},{"distinct":false,"hideIfNoUserInteractionRequired":false,"required":true,"autoSelectFirstOption":false,"shareValue":false,"type":"dropDown","dataSourceName":"Classification","dataSourceFieldName":"Name","name":"Classification","label":"Select Classification"},{"required":false,"shareValue":false,"type":"datePicker","name":"Date","label":"Date"},{"required":false,"placeholder":"","lines":1,"defaultValue":"{{StringJoin(\" \", UserProfile.FirstName,UserProfile.LastName)}}","helpTexts":{"prefix":"After your name, include your preferred pronouns (they/them, she/her, he/him)."},"shareValue":false,"type":"textBox","name":"SpeakerName","label":"Name and Pronouns"},{"required":false,"placeholder":"","lines":1,"defaultValue":"{{UserProfile.Email}}","shareValue":false,"type":"textBox","name":"Email","label":"Email"}],"formDataEntries":[{"name":"SAPLogo","value":"pxB0tb4qiCEYCgGk2fAV86fXsKRk9ZMKiRC3VaLJ5C8="},{"name":"Classification","value":"OmrOP8d402txjl1Zr787gUA6bTWeMdaxGEF9U5BKD64="},{"name":"SpeakerName","value":"YnPwfaWtJd9yqRikMcavEg=="},{"name":"Email","value":"v35+JSpO6F5yjM5PrFdVwQ=="}]}]]></TemplafyFormConfiguration>
</file>

<file path=customXml/item5.xml><?xml version="1.0" encoding="utf-8"?>
<?mso-contentType ?>
<FormTemplates xmlns="http://schemas.microsoft.com/sharepoint/v3/contenttype/forms">
  <Display>DocumentLibraryForm</Display>
  <Edit>DocumentLibraryForm</Edit>
  <New>DocumentLibraryForm</New>
</FormTemplates>
</file>

<file path=customXml/item6.xml><?xml version="1.0" encoding="utf-8"?>
<TemplafySlideTemplateConfiguration><![CDATA[{"slideVersion":18,"isValidatorEnabled":false,"isLocked":false,"elementsMetadata":[{"type":"shape","elementConfiguration":{"binding":"{{StringJoin(\", \", Form.SpeakerName,\"SAP\")}}","type":"text","disableUpdates":false}},{"type":"shape","elementConfiguration":{"binding":"{{FormatDateTime(Form.Date,\"MMMM dd, yyyy\",\"en-US\")}}","type":"text","disableUpdates":false}},{"type":"shape","elementConfiguration":{"inheritDimensions":"{{InheritDimensions.InheritNone}}","width":"","height":"1 cm","image":"{{Form.SAPLogo.SubbrandWhite}}","visibility":"","type":"image","disableUpdates":false}},{"type":"shape","elementConfiguration":{"binding":"{{Form.Classification.Display}}","visibility":"","type":"text","disableUpdates":false}}],"slideId":"638331234102692406","enableDocumentContentUpdater":false,"version":"2.0"}]]></TemplafySlideTemplateConfiguration>
</file>

<file path=customXml/item7.xml><?xml version="1.0" encoding="utf-8"?>
<TemplafySlideTemplateConfiguration><![CDATA[{"slideVersion":17,"isValidatorEnabled":false,"isLocked":false,"elementsMetadata":[],"slideId":"638331234102931200","enableDocumentContentUpdater":false,"version":"2.0"}]]></TemplafySlideTemplateConfiguration>
</file>

<file path=customXml/item8.xml><?xml version="1.0" encoding="utf-8"?>
<TemplafyTemplateConfiguration><![CDATA[{"elementsMetadata":[{"type":"shape","id":"3f0b8b37-260a-4498-93b8-315483b1dcd9","elementConfiguration":{"binding":"{{ DataSources.Classification[Form.Classification.Name].Display}}","type":"text","disableUpdates":false}},{"type":"shape","id":"290322f9-1797-4b4d-8043-942607235499","elementConfiguration":{"inheritDimensions":"{{InheritDimensions.InheritNone}}","width":"","height":"1 cm","image":"{{Form.SAPLogo.SubbrandBlue}}","visibility":"","type":"image","disableUpdates":false}},{"type":"shape","id":"74f902db-19ce-473e-a6ef-bfcbbe21a93e","elementConfiguration":{"binding":"{{Form.Classification.Display}}","visibility":"","type":"text","disableUpdates":false}},{"type":"shape","id":"15a0c36e-cfcd-42f4-8d96-f48f504a4dda","elementConfiguration":{"binding":"{{Form.Classification.Display}}","visibility":"","type":"text","disableUpdates":false}},{"type":"shape","id":"f018ab10-9877-4c1a-903d-8e20a0516ebf","elementConfiguration":{"inheritDimensions":"{{InheritDimensions.InheritNone}}","width":"","height":"1 cm","image":"{{Form.SAPLogo.SubbrandBlack}}","visibility":"","type":"image","disableUpdates":false}},{"type":"shape","id":"819aee73-a0a2-4380-a436-a557525fa29d","elementConfiguration":{"inheritDimensions":"{{InheritDimensions.InheritNone}}","width":"","height":"1 cm","image":"{{Form.SAPLogo.SubbrandWhite}}","visibility":"","type":"image","disableUpdates":false}},{"type":"shape","id":"281de79b-cce6-4308-a6d3-2c16a47ae934","elementConfiguration":{"binding":"{{Form.Classification.Display}}","visibility":"","type":"text","disableUpdates":false}},{"type":"shape","id":"31fb104a-4bd2-4be1-990c-9956a246a6a6","elementConfiguration":{"inheritDimensions":"{{InheritDimensions.InheritNone}}","width":"","height":"1 cm","image":"{{Form.SAPLogo.SubbrandBlue}}","visibility":"","type":"image","disableUpdates":false}},{"type":"shape","id":"dd500091-516e-4e09-935d-a8446760ab37","elementConfiguration":{"binding":"{{Form.Classification.Display}}","visibility":"","type":"text","disableUpdates":false}},{"type":"shape","id":"b86c6774-bfb5-42ce-af29-ad7c8e956cc6","elementConfiguration":{"inheritDimensions":"{{InheritDimensions.InheritNone}}","width":"","height":"1 cm","image":"{{Form.SAPLogo.SubbrandBlue}}","visibility":"","type":"image","disableUpdates":false}},{"type":"shape","id":"a4489086-5ad1-4eb9-8912-a3dfda15f59c","elementConfiguration":{"binding":"{{Form.Classification.Display}}","visibility":"","type":"text","disableUpdates":false}},{"type":"shape","id":"77d39480-6bb2-4f9e-b166-58e397c730ef","elementConfiguration":{"inheritDimensions":"{{InheritDimensions.InheritNone}}","width":"","height":"1 cm","image":"{{Form.SAPLogo.SubbrandBlue}}","visibility":"","type":"image","disableUpdates":false}},{"type":"shape","id":"c215a143-e24c-42fe-8717-bcd7348f576e","elementConfiguration":{"binding":"{{Form.Classification.Display}}","visibility":"","type":"text","disableUpdates":false}},{"type":"shape","id":"4df62b98-d4a2-4d63-b8e0-3801bf727202","elementConfiguration":{"inheritDimensions":"{{InheritDimensions.InheritNone}}","width":"","height":"1 cm","image":"{{Form.SAPLogo.SubbrandWhite}}","visibility":"","type":"image","disableUpdates":false}},{"type":"shape","id":"8cba19fe-2e13-48e5-b14b-92c3761b1d34","elementConfiguration":{"binding":"{{Form.Classification.Display}}","visibility":"","type":"text","disableUpdates":false}},{"type":"shape","id":"27f15a2f-efbf-4b45-a883-cb50c003bc42","elementConfiguration":{"binding":"{{DataSources.PPTCopyRight[\"Slide 5 copyright\"].CopyrightMessage}}","visibility":"","type":"text","disableUpdates":false}},{"type":"shape","id":"c55a38a9-de1b-495a-8b58-131e1d52fd54","elementConfiguration":{"inheritDimensions":"{{InheritDimensions.InheritNone}}","width":"","height":"1 cm","image":"{{Form.SAPLogo.SubbrandBlack}}","visibility":"","type":"image","disableUpdates":false}},{"type":"shape","id":"874250cf-0daf-4fd4-8228-464988deba1e","elementConfiguration":{"binding":"{{Form.Classification.Display}}","visibility":"","type":"text","disableUpdates":false}},{"type":"shape","id":"d4065cf0-3d7d-4421-8dd7-4a927a682008","elementConfiguration":{"inheritDimensions":"{{InheritDimensions.InheritNone}}","width":"","height":"1 cm","image":"{{Form.SAPLogo.SubbrandWhite}}","visibility":"","type":"image","disableUpdates":false}},{"type":"shape","id":"79cac289-6949-46c4-afc6-3b10b6515444","elementConfiguration":{"binding":"{{Form.Classification.Display}}","visibility":"","type":"text","disableUpdates":false}},{"type":"shape","id":"65841d7c-a25a-482e-8a0b-399fe2060e85","elementConfiguration":{"inheritDimensions":"{{InheritDimensions.InheritNone}}","width":"","height":"1 cm","image":"{{Form.SAPLogo.SubbrandBlack}}","visibility":"","type":"image","disableUpdates":false}},{"type":"shape","id":"9a099f80-0352-4bc9-9d82-a824546006f3","elementConfiguration":{"binding":"{{Form.Classification.Display}}","visibility":"","type":"text","disableUpdates":false}},{"type":"shape","id":"a0696034-9670-4d7b-a80a-e5801256b450","elementConfiguration":{"inheritDimensions":"{{InheritDimensions.InheritNone}}","width":"","height":"1 cm","image":"{{Form.SAPLogo.SubbrandWhite}}","visibility":"","type":"image","disableUpdates":false}},{"type":"shape","id":"efe1d89f-eade-44b0-a576-0c0f42301897","elementConfiguration":{"binding":"{{Form.Classification.Display}}","visibility":"","type":"text","disableUpdates":false}},{"type":"shape","id":"57053213-140f-42e4-b279-3aff034a8e0b","elementConfiguration":{"inheritDimensions":"{{InheritDimensions.InheritNone}}","width":"","height":"1 cm","image":"{{Form.SAPLogo.SubbrandWhite}}","visibility":"","type":"image","disableUpdates":false}},{"type":"shape","id":"d79d039e-49b3-4324-b9e4-2a15bf644364","elementConfiguration":{"binding":"{{Form.Classification.Display}}","visibility":"","type":"text","disableUpdates":false}},{"type":"shape","id":"c329a080-8cac-45b3-9090-29e32358fc6a","elementConfiguration":{"binding":"{{StringJoin(\", \", Form.SpeakerName,\"SAP\")}}","type":"text","disableUpdates":false}},{"type":"shape","id":"036a9aaf-43e1-4444-ab2f-2c19850121cf","elementConfiguration":{"binding":"{{FormatDateTime(Form.Date,\"MMMM dd, yyyy\",\"en-US\")}}","type":"text","disableUpdates":false}},{"type":"shape","id":"473c97bd-6527-4a05-b5f4-5c152564332e","elementConfiguration":{"binding":"{{StringJoin(\", \", Form.SpeakerName,\"SAP\")}}","type":"text","disableUpdates":false}},{"type":"shape","id":"759f30db-fd7e-4644-9268-245a52a87c4a","elementConfiguration":{"binding":"{{FormatDateTime(Form.Date,\"MMMM dd, yyyy\",\"en-US\")}}","type":"text","disableUpdates":false}},{"type":"shape","id":"fde02d00-ce80-4365-9d9b-bf7e02a1508f","elementConfiguration":{"binding":"{{StringJoin(\", \", Form.SpeakerName,\"SAP\")}}","type":"text","disableUpdates":false}},{"type":"shape","id":"cbb0b46e-43e3-433e-b41e-bd146292a8c7","elementConfiguration":{"binding":"{{FormatDateTime(Form.Date,\"MMMM dd, yyyy\",\"en-US\")}}","type":"text","disableUpdates":false}},{"type":"shape","id":"fc45eda2-9531-4c18-9e5b-851b689cb53d","elementConfiguration":{"binding":"{{StringJoin(\", \", Form.SpeakerName,\"SAP\")}}","type":"text","disableUpdates":false}},{"type":"shape","id":"075e6c73-5362-4a19-b37f-56f1675ff574","elementConfiguration":{"binding":"{{FormatDateTime(Form.Date,\"MMMM dd, yyyy\",\"en-US\")}}","type":"text","disableUpdates":false}},{"type":"shape","id":"52894cf0-968a-4afd-9cde-8550dd0fba68","elementConfiguration":{"binding":"{{StringJoin(\", \", Form.SpeakerName,\"SAP\")}}","type":"text","disableUpdates":false}},{"type":"shape","id":"8f89bd7f-10f8-43e3-8d2c-478085b4aae4","elementConfiguration":{"binding":"{{FormatDateTime(Form.Date,\"MMMM dd, yyyy\",\"en-US\")}}","type":"text","disableUpdates":false}},{"type":"shape","id":"8d9e1e6e-f3bd-4759-9efc-58b4b54479c2","elementConfiguration":{"binding":"{{StringJoin(\", \", Form.SpeakerName,\"SAP\")}}","type":"text","disableUpdates":false}},{"type":"shape","id":"416bc492-2ab1-4b95-8e4d-7e2d411f8372","elementConfiguration":{"binding":"{{FormatDateTime(Form.Date,\"MMMM dd, yyyy\",\"en-US\")}}","type":"text","disableUpdates":false}},{"type":"shape","id":"91ea2ed7-0f81-4e49-99ea-28c092a71883","elementConfiguration":{"binding":"{{Form.SpeakerName}}","type":"text","disableUpdates":false}},{"type":"shape","id":"3698467b-0ce9-4ef0-a8f2-89030f025514","elementConfiguration":{"binding":"{{Form.Email}}","type":"text","disableUpdates":false}}],"transformationConfigurations":[],"templateName":"SAP Template NEW","templateDescription":"","enableDocumentContentUpdater":true,"version":"2.0"}]]></TemplafyTemplateConfiguration>
</file>

<file path=customXml/item9.xml><?xml version="1.0" encoding="utf-8"?>
<ct:contentTypeSchema xmlns:ct="http://schemas.microsoft.com/office/2006/metadata/contentType" xmlns:ma="http://schemas.microsoft.com/office/2006/metadata/properties/metaAttributes" ct:_="" ma:_="" ma:contentTypeName="Dokument" ma:contentTypeID="0x010100B8B6DF7A042E324793A7F90E29F12967" ma:contentTypeVersion="20" ma:contentTypeDescription="Ein neues Dokument erstellen." ma:contentTypeScope="" ma:versionID="7d0151b548ca2adc7dfc52f0d298d57c">
  <xsd:schema xmlns:xsd="http://www.w3.org/2001/XMLSchema" xmlns:xs="http://www.w3.org/2001/XMLSchema" xmlns:p="http://schemas.microsoft.com/office/2006/metadata/properties" xmlns:ns1="http://schemas.microsoft.com/sharepoint/v3" xmlns:ns2="6fada369-c962-4c29-90b4-989088d031d8" xmlns:ns3="1f418d83-6e52-415a-a3ca-9bc770cb2d09" targetNamespace="http://schemas.microsoft.com/office/2006/metadata/properties" ma:root="true" ma:fieldsID="4a93353bd70ab1fdd7d8e2381cc836c9" ns1:_="" ns2:_="" ns3:_="">
    <xsd:import namespace="http://schemas.microsoft.com/sharepoint/v3"/>
    <xsd:import namespace="6fada369-c962-4c29-90b4-989088d031d8"/>
    <xsd:import namespace="1f418d83-6e52-415a-a3ca-9bc770cb2d09"/>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2:MediaLengthInSeconds" minOccurs="0"/>
                <xsd:element ref="ns3:SharedWithUsers" minOccurs="0"/>
                <xsd:element ref="ns3:SharedWithDetails" minOccurs="0"/>
                <xsd:element ref="ns2:lcf76f155ced4ddcb4097134ff3c332f" minOccurs="0"/>
                <xsd:element ref="ns3:TaxCatchAll" minOccurs="0"/>
                <xsd:element ref="ns2:MediaServiceObjectDetectorVersions" minOccurs="0"/>
                <xsd:element ref="ns2:MediaServiceLocation" minOccurs="0"/>
                <xsd:element ref="ns2:MediaServiceSearchProperties" minOccurs="0"/>
                <xsd:element ref="ns1:_ip_UnifiedCompliancePolicyProperties" minOccurs="0"/>
                <xsd:element ref="ns1:_ip_UnifiedCompliancePolicyUIAc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6" nillable="true" ma:displayName="Eigenschaften der einheitlichen Compliancerichtlinie" ma:hidden="true" ma:internalName="_ip_UnifiedCompliancePolicyProperties">
      <xsd:simpleType>
        <xsd:restriction base="dms:Note"/>
      </xsd:simpleType>
    </xsd:element>
    <xsd:element name="_ip_UnifiedCompliancePolicyUIAction" ma:index="27" nillable="true" ma:displayName="UI-Aktion der einheitlichen Compliancerichtlinie"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6fada369-c962-4c29-90b4-989088d031d8"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AutoTags" ma:index="12" nillable="true" ma:displayName="Tags" ma:internalName="MediaServiceAutoTags"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DateTaken" ma:index="16" nillable="true" ma:displayName="MediaServiceDateTaken" ma:hidden="true" ma:internalName="MediaServiceDateTaken"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lcf76f155ced4ddcb4097134ff3c332f" ma:index="21" nillable="true" ma:taxonomy="true" ma:internalName="lcf76f155ced4ddcb4097134ff3c332f" ma:taxonomyFieldName="MediaServiceImageTags" ma:displayName="Bildmarkierungen" ma:readOnly="false" ma:fieldId="{5cf76f15-5ced-4ddc-b409-7134ff3c332f}" ma:taxonomyMulti="true" ma:sspId="c7b3fb9d-ee0a-40a8-bd42-4026b75186d8"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ServiceLocation" ma:index="24" nillable="true" ma:displayName="Location" ma:indexed="true" ma:internalName="MediaServiceLocation"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f418d83-6e52-415a-a3ca-9bc770cb2d09" elementFormDefault="qualified">
    <xsd:import namespace="http://schemas.microsoft.com/office/2006/documentManagement/types"/>
    <xsd:import namespace="http://schemas.microsoft.com/office/infopath/2007/PartnerControls"/>
    <xsd:element name="SharedWithUsers" ma:index="18"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9" nillable="true" ma:displayName="Freigegeben für - Details" ma:internalName="SharedWithDetails" ma:readOnly="true">
      <xsd:simpleType>
        <xsd:restriction base="dms:Note">
          <xsd:maxLength value="255"/>
        </xsd:restriction>
      </xsd:simpleType>
    </xsd:element>
    <xsd:element name="TaxCatchAll" ma:index="22" nillable="true" ma:displayName="Taxonomy Catch All Column" ma:hidden="true" ma:list="{8a25e9dc-1029-43e4-a384-53a6c5befa85}" ma:internalName="TaxCatchAll" ma:showField="CatchAllData" ma:web="1f418d83-6e52-415a-a3ca-9bc770cb2d09">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10.xml><?xml version="1.0" encoding="utf-8"?>
<TemplafySlideFormConfiguration><![CDATA[{"formFields":[{"distinct":false,"hideIfNoUserInteractionRequired":false,"required":true,"autoSelectFirstOption":false,"shareValue":false,"type":"dropDown","dataSourceName":"PPTSubBrandLogos2023","dataSourceFieldName":"Name","name":"SAPLogo","label":"Select Template"},{"distinct":false,"hideIfNoUserInteractionRequired":false,"required":true,"autoSelectFirstOption":false,"shareValue":false,"type":"dropDown","dataSourceName":"Classification","dataSourceFieldName":"Name","name":"Classification","label":"Select Classification"},{"required":false,"shareValue":false,"type":"datePicker","name":"Date","label":"Date"},{"required":false,"placeholder":"","lines":1,"defaultValue":"{{StringJoin(\" \", UserProfile.FirstName,UserProfile.LastName)}}","helpTexts":{"prefix":"After your name, include your preferred pronouns (they/them, she/her, he/him)."},"shareValue":false,"type":"textBox","name":"SpeakerName","label":"Name and Pronouns"}],"formDataEntries":[]}]]></TemplafySlideFormConfiguration>
</file>

<file path=customXml/item11.xml><?xml version="1.0" encoding="utf-8"?>
<TemplafySlideTemplateConfiguration><![CDATA[{"slideVersion":17,"isValidatorEnabled":false,"isLocked":false,"elementsMetadata":[],"slideId":"638331234102931200","enableDocumentContentUpdater":false,"version":"2.0"}]]></TemplafySlideTemplateConfiguration>
</file>

<file path=customXml/itemProps1.xml><?xml version="1.0" encoding="utf-8"?>
<ds:datastoreItem xmlns:ds="http://schemas.openxmlformats.org/officeDocument/2006/customXml" ds:itemID="{37B21E57-60DC-E548-93C8-09859757A515}">
  <ds:schemaRefs/>
</ds:datastoreItem>
</file>

<file path=customXml/itemProps2.xml><?xml version="1.0" encoding="utf-8"?>
<ds:datastoreItem xmlns:ds="http://schemas.openxmlformats.org/officeDocument/2006/customXml" ds:itemID="{C1422F45-04DB-421D-8796-270006657806}">
  <ds:schemaRefs>
    <ds:schemaRef ds:uri="http://purl.org/dc/elements/1.1/"/>
    <ds:schemaRef ds:uri="http://purl.org/dc/dcmitype/"/>
    <ds:schemaRef ds:uri="http://www.w3.org/XML/1998/namespace"/>
    <ds:schemaRef ds:uri="http://purl.org/dc/terms/"/>
    <ds:schemaRef ds:uri="6fada369-c962-4c29-90b4-989088d031d8"/>
    <ds:schemaRef ds:uri="http://schemas.microsoft.com/sharepoint/v3"/>
    <ds:schemaRef ds:uri="http://schemas.microsoft.com/office/2006/documentManagement/types"/>
    <ds:schemaRef ds:uri="1f418d83-6e52-415a-a3ca-9bc770cb2d09"/>
    <ds:schemaRef ds:uri="http://schemas.microsoft.com/office/infopath/2007/PartnerControls"/>
    <ds:schemaRef ds:uri="http://schemas.openxmlformats.org/package/2006/metadata/core-properties"/>
    <ds:schemaRef ds:uri="http://schemas.microsoft.com/office/2006/metadata/properties"/>
  </ds:schemaRefs>
</ds:datastoreItem>
</file>

<file path=customXml/itemProps3.xml><?xml version="1.0" encoding="utf-8"?>
<ds:datastoreItem xmlns:ds="http://schemas.openxmlformats.org/officeDocument/2006/customXml" ds:itemID="{7F6898E6-9ADD-4538-B0E5-FC21C8DB6903}">
  <ds:schemaRefs/>
</ds:datastoreItem>
</file>

<file path=customXml/itemProps4.xml><?xml version="1.0" encoding="utf-8"?>
<ds:datastoreItem xmlns:ds="http://schemas.openxmlformats.org/officeDocument/2006/customXml" ds:itemID="{CC49FFC8-2FF3-4057-96F0-3BCD1A4F0351}">
  <ds:schemaRefs/>
</ds:datastoreItem>
</file>

<file path=customXml/itemProps5.xml><?xml version="1.0" encoding="utf-8"?>
<ds:datastoreItem xmlns:ds="http://schemas.openxmlformats.org/officeDocument/2006/customXml" ds:itemID="{291DCB28-1C52-4C0E-804A-6BD2D3F0FB8D}">
  <ds:schemaRefs>
    <ds:schemaRef ds:uri="http://schemas.microsoft.com/sharepoint/v3/contenttype/forms"/>
  </ds:schemaRefs>
</ds:datastoreItem>
</file>

<file path=customXml/itemProps6.xml><?xml version="1.0" encoding="utf-8"?>
<ds:datastoreItem xmlns:ds="http://schemas.openxmlformats.org/officeDocument/2006/customXml" ds:itemID="{E592BBB8-4E80-3C45-BEE9-486ED596EB3C}">
  <ds:schemaRefs/>
</ds:datastoreItem>
</file>

<file path=customXml/itemProps7.xml><?xml version="1.0" encoding="utf-8"?>
<ds:datastoreItem xmlns:ds="http://schemas.openxmlformats.org/officeDocument/2006/customXml" ds:itemID="{1B6811DB-EB29-F34E-AF33-9D95A7C74A5A}">
  <ds:schemaRefs/>
</ds:datastoreItem>
</file>

<file path=customXml/itemProps8.xml><?xml version="1.0" encoding="utf-8"?>
<ds:datastoreItem xmlns:ds="http://schemas.openxmlformats.org/officeDocument/2006/customXml" ds:itemID="{626BBCBB-1894-4E66-BA48-9E91CE3ACBA0}">
  <ds:schemaRefs/>
</ds:datastoreItem>
</file>

<file path=customXml/itemProps9.xml><?xml version="1.0" encoding="utf-8"?>
<ds:datastoreItem xmlns:ds="http://schemas.openxmlformats.org/officeDocument/2006/customXml" ds:itemID="{260EBD1E-F19E-4E7A-AAA7-3C57F3FABA8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6fada369-c962-4c29-90b4-989088d031d8"/>
    <ds:schemaRef ds:uri="1f418d83-6e52-415a-a3ca-9bc770cb2d09"/>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10.xml><?xml version="1.0" encoding="utf-8"?>
<ds:datastoreItem xmlns:ds="http://schemas.openxmlformats.org/officeDocument/2006/customXml" ds:itemID="{77EBBC25-7217-6047-A6FE-6E3834623618}">
  <ds:schemaRefs/>
</ds:datastoreItem>
</file>

<file path=customXml/itemProps11.xml><?xml version="1.0" encoding="utf-8"?>
<ds:datastoreItem xmlns:ds="http://schemas.openxmlformats.org/officeDocument/2006/customXml" ds:itemID="{97E3BD22-8559-41C7-B32B-85AADBCE3220}">
  <ds:schemaRefs/>
</ds:datastoreItem>
</file>

<file path=docMetadata/LabelInfo.xml><?xml version="1.0" encoding="utf-8"?>
<clbl:labelList xmlns:clbl="http://schemas.microsoft.com/office/2020/mipLabelMetadata">
  <clbl:label id="{42f7676c-f455-423c-82f6-dc2d99791af7}" enabled="0" method="" siteId="{42f7676c-f455-423c-82f6-dc2d99791af7}" removed="1"/>
</clbl:labelList>
</file>

<file path=docProps/app.xml><?xml version="1.0" encoding="utf-8"?>
<Properties xmlns="http://schemas.openxmlformats.org/officeDocument/2006/extended-properties" xmlns:vt="http://schemas.openxmlformats.org/officeDocument/2006/docPropsVTypes">
  <Template>SAP TechEd Template</Template>
  <TotalTime>0</TotalTime>
  <Words>2343</Words>
  <Application>Microsoft Macintosh PowerPoint</Application>
  <PresentationFormat>Benutzerdefiniert</PresentationFormat>
  <Paragraphs>498</Paragraphs>
  <Slides>30</Slides>
  <Notes>16</Notes>
  <HiddenSlides>6</HiddenSlides>
  <MMClips>0</MMClips>
  <ScaleCrop>false</ScaleCrop>
  <HeadingPairs>
    <vt:vector size="8" baseType="variant">
      <vt:variant>
        <vt:lpstr>Verwendete Schriftarten</vt:lpstr>
      </vt:variant>
      <vt:variant>
        <vt:i4>14</vt:i4>
      </vt:variant>
      <vt:variant>
        <vt:lpstr>Design</vt:lpstr>
      </vt:variant>
      <vt:variant>
        <vt:i4>1</vt:i4>
      </vt:variant>
      <vt:variant>
        <vt:lpstr>Eingebettete OLE-Server</vt:lpstr>
      </vt:variant>
      <vt:variant>
        <vt:i4>1</vt:i4>
      </vt:variant>
      <vt:variant>
        <vt:lpstr>Folientitel</vt:lpstr>
      </vt:variant>
      <vt:variant>
        <vt:i4>30</vt:i4>
      </vt:variant>
    </vt:vector>
  </HeadingPairs>
  <TitlesOfParts>
    <vt:vector size="46" baseType="lpstr">
      <vt:lpstr>Symbol</vt:lpstr>
      <vt:lpstr>72 Semibold</vt:lpstr>
      <vt:lpstr>SAPRegular</vt:lpstr>
      <vt:lpstr>Calibri</vt:lpstr>
      <vt:lpstr>Wingdings</vt:lpstr>
      <vt:lpstr>72</vt:lpstr>
      <vt:lpstr>72 Bold</vt:lpstr>
      <vt:lpstr>Arial</vt:lpstr>
      <vt:lpstr>Courier New</vt:lpstr>
      <vt:lpstr>Segoe UI</vt:lpstr>
      <vt:lpstr>Arial Unicode MS</vt:lpstr>
      <vt:lpstr>72 Brand Medium</vt:lpstr>
      <vt:lpstr>72 Brand</vt:lpstr>
      <vt:lpstr>Wingdings</vt:lpstr>
      <vt:lpstr>SAP TechEd Template</vt:lpstr>
      <vt:lpstr>think-cell Slide</vt:lpstr>
      <vt:lpstr>XP262  |  Best practices for a successful clean core journey with SAP Build solutions</vt:lpstr>
      <vt:lpstr>Agenda</vt:lpstr>
      <vt:lpstr>Clean Core</vt:lpstr>
      <vt:lpstr>Clean Core - The five guiding principles</vt:lpstr>
      <vt:lpstr>Clean core extensibility model</vt:lpstr>
      <vt:lpstr>SAP Application Extension Methodology</vt:lpstr>
      <vt:lpstr>Extension architecture SAP Application Extension Methodology</vt:lpstr>
      <vt:lpstr>PowerPoint-Präsentation</vt:lpstr>
      <vt:lpstr>PowerPoint-Präsentation</vt:lpstr>
      <vt:lpstr>PowerPoint-Präsentation</vt:lpstr>
      <vt:lpstr>Exercise 1   SAP Application Extension Methodology</vt:lpstr>
      <vt:lpstr>Exercise 1.1:   Use case example:  Sales order process extension</vt:lpstr>
      <vt:lpstr>Use case example: Sales order process extension</vt:lpstr>
      <vt:lpstr>Exercise 1.2:   Assess Extension  Use Case</vt:lpstr>
      <vt:lpstr>PowerPoint-Präsentation</vt:lpstr>
      <vt:lpstr>II. Business Context &amp; Requirement – Template</vt:lpstr>
      <vt:lpstr>III. Application Extension Use Case Scene - Sales order process extension</vt:lpstr>
      <vt:lpstr>Exercise 1.3 &amp; 1.4:   Assess Extension Technology</vt:lpstr>
      <vt:lpstr>Extension Technology per Extension Task Mapping - Scene 01: Sales Order data entry  </vt:lpstr>
      <vt:lpstr>Extension Technology per Extension Task Mapping - Scene 02: Sales Order sent for approval </vt:lpstr>
      <vt:lpstr>Extension Technology per Extension Task Mapping - Scene 03: Sales Order approval</vt:lpstr>
      <vt:lpstr>Extension Technology per Extension Task Mapping – Scene 04 Sales Order post into Cloud ERP   </vt:lpstr>
      <vt:lpstr>Exercise 1.4.1:   Extension Target Solution Diagram</vt:lpstr>
      <vt:lpstr>XP262 – Solution Diagram Sales order process extension</vt:lpstr>
      <vt:lpstr>⚠️ Spoiler alert ⚠️  Example Solution </vt:lpstr>
      <vt:lpstr>Extension Technology per Extension Task Mapping - Scene 01: Sales Order data entry  </vt:lpstr>
      <vt:lpstr>Extension Technology per Extension Task Mapping - Scene 02: Sales Order sent for approval </vt:lpstr>
      <vt:lpstr>Extension Technology per Extension Task Mapping - Scene 03: Sales Order approval</vt:lpstr>
      <vt:lpstr>Extension Technology per Extension Task Mapping – Scene 04 Sales Order post into Cloud ERP   </vt:lpstr>
      <vt:lpstr>XP262 – Solution Diagram Sales order process extension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Matha, Marco</dc:creator>
  <cp:keywords/>
  <dc:description/>
  <cp:lastModifiedBy>Matha, Marco</cp:lastModifiedBy>
  <cp:revision>2</cp:revision>
  <dcterms:created xsi:type="dcterms:W3CDTF">2025-08-19T14:11:37Z</dcterms:created>
  <dcterms:modified xsi:type="dcterms:W3CDTF">2025-09-17T12:15:47Z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AdHocReviewCycleID">
    <vt:i4>1101452479</vt:i4>
  </property>
  <property fmtid="{D5CDD505-2E9C-101B-9397-08002B2CF9AE}" pid="3" name="_NewReviewCycle">
    <vt:lpwstr/>
  </property>
  <property fmtid="{D5CDD505-2E9C-101B-9397-08002B2CF9AE}" pid="4" name="_EmailSubject">
    <vt:lpwstr>SAP - PPT Exploration (Updated)</vt:lpwstr>
  </property>
  <property fmtid="{D5CDD505-2E9C-101B-9397-08002B2CF9AE}" pid="5" name="_PreviousAdHocReviewCycleID">
    <vt:i4>1357826825</vt:i4>
  </property>
  <property fmtid="{D5CDD505-2E9C-101B-9397-08002B2CF9AE}" pid="6" name="ContentTypeId">
    <vt:lpwstr>0x010100B8B6DF7A042E324793A7F90E29F12967</vt:lpwstr>
  </property>
  <property fmtid="{D5CDD505-2E9C-101B-9397-08002B2CF9AE}" pid="7" name="TemplafyTimeStamp">
    <vt:lpwstr>2024-09-17T07:55:49</vt:lpwstr>
  </property>
  <property fmtid="{D5CDD505-2E9C-101B-9397-08002B2CF9AE}" pid="8" name="TemplafyTenantId">
    <vt:lpwstr>sap</vt:lpwstr>
  </property>
  <property fmtid="{D5CDD505-2E9C-101B-9397-08002B2CF9AE}" pid="9" name="TemplafyTemplateId">
    <vt:lpwstr>743088030174412800</vt:lpwstr>
  </property>
  <property fmtid="{D5CDD505-2E9C-101B-9397-08002B2CF9AE}" pid="10" name="TemplafyUserProfileId">
    <vt:lpwstr>637653955260011855</vt:lpwstr>
  </property>
  <property fmtid="{D5CDD505-2E9C-101B-9397-08002B2CF9AE}" pid="11" name="TemplafyLanguageCode">
    <vt:lpwstr>en-US</vt:lpwstr>
  </property>
  <property fmtid="{D5CDD505-2E9C-101B-9397-08002B2CF9AE}" pid="12" name="TemplafyFromBlank">
    <vt:bool>false</vt:bool>
  </property>
  <property fmtid="{D5CDD505-2E9C-101B-9397-08002B2CF9AE}" pid="13" name="MediaServiceImageTags">
    <vt:lpwstr/>
  </property>
</Properties>
</file>